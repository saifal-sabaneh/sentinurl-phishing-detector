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theme/theme6.xml" ContentType="application/vnd.openxmlformats-officedocument.theme+xml"/>
  <Override PartName="/ppt/slideLayouts/slideLayout61.xml" ContentType="application/vnd.openxmlformats-officedocument.presentationml.slideLayout+xml"/>
  <Override PartName="/ppt/theme/theme7.xml" ContentType="application/vnd.openxmlformats-officedocument.theme+xml"/>
  <Override PartName="/ppt/slideLayouts/slideLayout62.xml" ContentType="application/vnd.openxmlformats-officedocument.presentationml.slideLayout+xml"/>
  <Override PartName="/ppt/theme/theme8.xml" ContentType="application/vnd.openxmlformats-officedocument.theme+xml"/>
  <Override PartName="/ppt/slideLayouts/slideLayout63.xml" ContentType="application/vnd.openxmlformats-officedocument.presentationml.slideLayout+xml"/>
  <Override PartName="/ppt/theme/theme9.xml" ContentType="application/vnd.openxmlformats-officedocument.theme+xml"/>
  <Override PartName="/ppt/slideLayouts/slideLayout64.xml" ContentType="application/vnd.openxmlformats-officedocument.presentationml.slideLayout+xml"/>
  <Override PartName="/ppt/theme/theme10.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11.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38" r:id="rId1"/>
    <p:sldMasterId id="2147483722" r:id="rId2"/>
    <p:sldMasterId id="2147483724" r:id="rId3"/>
    <p:sldMasterId id="2147483726" r:id="rId4"/>
    <p:sldMasterId id="2147483728" r:id="rId5"/>
    <p:sldMasterId id="2147483730" r:id="rId6"/>
    <p:sldMasterId id="2147483732" r:id="rId7"/>
    <p:sldMasterId id="2147483734" r:id="rId8"/>
    <p:sldMasterId id="2147483736" r:id="rId9"/>
    <p:sldMasterId id="2147483738" r:id="rId10"/>
    <p:sldMasterId id="2147483661" r:id="rId11"/>
    <p:sldMasterId id="2147483961" r:id="rId12"/>
  </p:sldMasterIdLst>
  <p:notesMasterIdLst>
    <p:notesMasterId r:id="rId80"/>
  </p:notesMasterIdLst>
  <p:handoutMasterIdLst>
    <p:handoutMasterId r:id="rId81"/>
  </p:handoutMasterIdLst>
  <p:sldIdLst>
    <p:sldId id="298" r:id="rId13"/>
    <p:sldId id="259" r:id="rId14"/>
    <p:sldId id="257" r:id="rId15"/>
    <p:sldId id="258" r:id="rId16"/>
    <p:sldId id="532" r:id="rId17"/>
    <p:sldId id="269" r:id="rId18"/>
    <p:sldId id="270" r:id="rId19"/>
    <p:sldId id="271" r:id="rId20"/>
    <p:sldId id="273" r:id="rId21"/>
    <p:sldId id="274" r:id="rId22"/>
    <p:sldId id="642" r:id="rId23"/>
    <p:sldId id="276" r:id="rId24"/>
    <p:sldId id="281" r:id="rId25"/>
    <p:sldId id="282" r:id="rId26"/>
    <p:sldId id="643" r:id="rId27"/>
    <p:sldId id="644" r:id="rId28"/>
    <p:sldId id="645" r:id="rId29"/>
    <p:sldId id="290" r:id="rId30"/>
    <p:sldId id="291" r:id="rId31"/>
    <p:sldId id="292" r:id="rId32"/>
    <p:sldId id="306" r:id="rId33"/>
    <p:sldId id="299" r:id="rId34"/>
    <p:sldId id="266" r:id="rId35"/>
    <p:sldId id="609" r:id="rId36"/>
    <p:sldId id="610" r:id="rId37"/>
    <p:sldId id="611" r:id="rId38"/>
    <p:sldId id="612" r:id="rId39"/>
    <p:sldId id="613" r:id="rId40"/>
    <p:sldId id="614" r:id="rId41"/>
    <p:sldId id="615" r:id="rId42"/>
    <p:sldId id="616" r:id="rId43"/>
    <p:sldId id="617" r:id="rId44"/>
    <p:sldId id="618" r:id="rId45"/>
    <p:sldId id="619" r:id="rId46"/>
    <p:sldId id="620" r:id="rId47"/>
    <p:sldId id="621" r:id="rId48"/>
    <p:sldId id="622" r:id="rId49"/>
    <p:sldId id="623" r:id="rId50"/>
    <p:sldId id="624" r:id="rId51"/>
    <p:sldId id="625" r:id="rId52"/>
    <p:sldId id="626" r:id="rId53"/>
    <p:sldId id="627" r:id="rId54"/>
    <p:sldId id="628" r:id="rId55"/>
    <p:sldId id="629" r:id="rId56"/>
    <p:sldId id="630" r:id="rId57"/>
    <p:sldId id="631" r:id="rId58"/>
    <p:sldId id="632" r:id="rId59"/>
    <p:sldId id="633" r:id="rId60"/>
    <p:sldId id="634" r:id="rId61"/>
    <p:sldId id="635" r:id="rId62"/>
    <p:sldId id="636" r:id="rId63"/>
    <p:sldId id="637" r:id="rId64"/>
    <p:sldId id="638" r:id="rId65"/>
    <p:sldId id="639" r:id="rId66"/>
    <p:sldId id="640" r:id="rId67"/>
    <p:sldId id="641" r:id="rId68"/>
    <p:sldId id="587" r:id="rId69"/>
    <p:sldId id="606" r:id="rId70"/>
    <p:sldId id="588" r:id="rId71"/>
    <p:sldId id="602" r:id="rId72"/>
    <p:sldId id="603" r:id="rId73"/>
    <p:sldId id="590" r:id="rId74"/>
    <p:sldId id="604" r:id="rId75"/>
    <p:sldId id="591" r:id="rId76"/>
    <p:sldId id="592" r:id="rId77"/>
    <p:sldId id="608" r:id="rId78"/>
    <p:sldId id="607" r:id="rId79"/>
  </p:sldIdLst>
  <p:sldSz cx="12192000" cy="6858000"/>
  <p:notesSz cx="9144000" cy="6858000"/>
  <p:defaultTextStyle>
    <a:defPPr>
      <a:defRPr lang="ar-J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94718"/>
  </p:normalViewPr>
  <p:slideViewPr>
    <p:cSldViewPr>
      <p:cViewPr varScale="1">
        <p:scale>
          <a:sx n="92" d="100"/>
          <a:sy n="92" d="100"/>
        </p:scale>
        <p:origin x="1240" y="176"/>
      </p:cViewPr>
      <p:guideLst>
        <p:guide orient="horz" pos="2880"/>
        <p:guide pos="2880"/>
      </p:guideLst>
    </p:cSldViewPr>
  </p:slideViewPr>
  <p:notesTextViewPr>
    <p:cViewPr>
      <p:scale>
        <a:sx n="100" d="100"/>
        <a:sy n="100" d="100"/>
      </p:scale>
      <p:origin x="0" y="0"/>
    </p:cViewPr>
  </p:notesTextViewPr>
  <p:sorterViewPr>
    <p:cViewPr>
      <p:scale>
        <a:sx n="100" d="100"/>
        <a:sy n="100" d="100"/>
      </p:scale>
      <p:origin x="0" y="-984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slide" Target="slides/slide51.xml"/><Relationship Id="rId68" Type="http://schemas.openxmlformats.org/officeDocument/2006/relationships/slide" Target="slides/slide56.xml"/><Relationship Id="rId84" Type="http://schemas.openxmlformats.org/officeDocument/2006/relationships/theme" Target="theme/theme1.xml"/><Relationship Id="rId16" Type="http://schemas.openxmlformats.org/officeDocument/2006/relationships/slide" Target="slides/slide4.xml"/><Relationship Id="rId11" Type="http://schemas.openxmlformats.org/officeDocument/2006/relationships/slideMaster" Target="slideMasters/slideMaster11.xml"/><Relationship Id="rId32" Type="http://schemas.openxmlformats.org/officeDocument/2006/relationships/slide" Target="slides/slide20.xml"/><Relationship Id="rId37" Type="http://schemas.openxmlformats.org/officeDocument/2006/relationships/slide" Target="slides/slide25.xml"/><Relationship Id="rId53" Type="http://schemas.openxmlformats.org/officeDocument/2006/relationships/slide" Target="slides/slide41.xml"/><Relationship Id="rId58" Type="http://schemas.openxmlformats.org/officeDocument/2006/relationships/slide" Target="slides/slide46.xml"/><Relationship Id="rId74" Type="http://schemas.openxmlformats.org/officeDocument/2006/relationships/slide" Target="slides/slide62.xml"/><Relationship Id="rId79" Type="http://schemas.openxmlformats.org/officeDocument/2006/relationships/slide" Target="slides/slide67.xml"/><Relationship Id="rId5" Type="http://schemas.openxmlformats.org/officeDocument/2006/relationships/slideMaster" Target="slideMasters/slideMaster5.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slide" Target="slides/slide52.xml"/><Relationship Id="rId69" Type="http://schemas.openxmlformats.org/officeDocument/2006/relationships/slide" Target="slides/slide57.xml"/><Relationship Id="rId77" Type="http://schemas.openxmlformats.org/officeDocument/2006/relationships/slide" Target="slides/slide65.xml"/><Relationship Id="rId8" Type="http://schemas.openxmlformats.org/officeDocument/2006/relationships/slideMaster" Target="slideMasters/slideMaster8.xml"/><Relationship Id="rId51" Type="http://schemas.openxmlformats.org/officeDocument/2006/relationships/slide" Target="slides/slide39.xml"/><Relationship Id="rId72" Type="http://schemas.openxmlformats.org/officeDocument/2006/relationships/slide" Target="slides/slide60.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slide" Target="slides/slide55.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70" Type="http://schemas.openxmlformats.org/officeDocument/2006/relationships/slide" Target="slides/slide58.xml"/><Relationship Id="rId75" Type="http://schemas.openxmlformats.org/officeDocument/2006/relationships/slide" Target="slides/slide63.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slide" Target="slides/slide53.xml"/><Relationship Id="rId73" Type="http://schemas.openxmlformats.org/officeDocument/2006/relationships/slide" Target="slides/slide61.xml"/><Relationship Id="rId78" Type="http://schemas.openxmlformats.org/officeDocument/2006/relationships/slide" Target="slides/slide66.xml"/><Relationship Id="rId81"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slide" Target="slides/slide64.xml"/><Relationship Id="rId7" Type="http://schemas.openxmlformats.org/officeDocument/2006/relationships/slideMaster" Target="slideMasters/slideMaster7.xml"/><Relationship Id="rId71" Type="http://schemas.openxmlformats.org/officeDocument/2006/relationships/slide" Target="slides/slide59.xml"/><Relationship Id="rId2" Type="http://schemas.openxmlformats.org/officeDocument/2006/relationships/slideMaster" Target="slideMasters/slideMaster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 Id="rId61" Type="http://schemas.openxmlformats.org/officeDocument/2006/relationships/slide" Target="slides/slide49.xml"/><Relationship Id="rId8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7DC5C7-3E75-4894-8971-53FF78DC4948}" type="doc">
      <dgm:prSet loTypeId="urn:microsoft.com/office/officeart/2005/8/layout/hierarchy2" loCatId="hierarchy" qsTypeId="urn:microsoft.com/office/officeart/2005/8/quickstyle/simple3" qsCatId="simple" csTypeId="urn:microsoft.com/office/officeart/2005/8/colors/colorful2" csCatId="colorful" phldr="1"/>
      <dgm:spPr/>
      <dgm:t>
        <a:bodyPr/>
        <a:lstStyle/>
        <a:p>
          <a:endParaRPr lang="en-US"/>
        </a:p>
      </dgm:t>
    </dgm:pt>
    <dgm:pt modelId="{DEA9FE97-A8D5-45E0-858D-447AA677B91F}">
      <dgm:prSet phldrT="[Text]"/>
      <dgm:spPr/>
      <dgm:t>
        <a:bodyPr/>
        <a:lstStyle/>
        <a:p>
          <a:r>
            <a:rPr lang="en-US" b="1" dirty="0">
              <a:solidFill>
                <a:schemeClr val="accent5"/>
              </a:solidFill>
            </a:rPr>
            <a:t>Price &lt; $20,000?</a:t>
          </a:r>
        </a:p>
      </dgm:t>
    </dgm:pt>
    <dgm:pt modelId="{C9E5A135-3E1A-4D1A-AB43-4C165064A7C0}" type="parTrans" cxnId="{C96053D6-9788-4D7F-84AC-08BC1C5BF203}">
      <dgm:prSet/>
      <dgm:spPr/>
      <dgm:t>
        <a:bodyPr/>
        <a:lstStyle/>
        <a:p>
          <a:endParaRPr lang="en-US" b="1">
            <a:solidFill>
              <a:schemeClr val="accent5"/>
            </a:solidFill>
          </a:endParaRPr>
        </a:p>
      </dgm:t>
    </dgm:pt>
    <dgm:pt modelId="{D300AFB0-07C7-422D-A787-714480460D4B}" type="sibTrans" cxnId="{C96053D6-9788-4D7F-84AC-08BC1C5BF203}">
      <dgm:prSet/>
      <dgm:spPr/>
      <dgm:t>
        <a:bodyPr/>
        <a:lstStyle/>
        <a:p>
          <a:endParaRPr lang="en-US" b="1">
            <a:solidFill>
              <a:schemeClr val="accent5"/>
            </a:solidFill>
          </a:endParaRPr>
        </a:p>
      </dgm:t>
    </dgm:pt>
    <dgm:pt modelId="{E28645A4-7788-4FB0-9A3E-FA81722F4530}">
      <dgm:prSet phldrT="[Text]"/>
      <dgm:spPr/>
      <dgm:t>
        <a:bodyPr/>
        <a:lstStyle/>
        <a:p>
          <a:r>
            <a:rPr lang="en-US" b="1" dirty="0">
              <a:solidFill>
                <a:schemeClr val="accent5"/>
              </a:solidFill>
            </a:rPr>
            <a:t>Yes</a:t>
          </a:r>
        </a:p>
      </dgm:t>
    </dgm:pt>
    <dgm:pt modelId="{79F87829-5AC7-44C3-AF37-A41030906FEE}" type="parTrans" cxnId="{6F0B1A20-C326-448C-9C29-E029F1E65E61}">
      <dgm:prSet/>
      <dgm:spPr/>
      <dgm:t>
        <a:bodyPr/>
        <a:lstStyle/>
        <a:p>
          <a:endParaRPr lang="en-US" b="1">
            <a:solidFill>
              <a:schemeClr val="accent5"/>
            </a:solidFill>
          </a:endParaRPr>
        </a:p>
      </dgm:t>
    </dgm:pt>
    <dgm:pt modelId="{436E2C17-1650-48FE-B357-C4644AFB5A56}" type="sibTrans" cxnId="{6F0B1A20-C326-448C-9C29-E029F1E65E61}">
      <dgm:prSet/>
      <dgm:spPr/>
      <dgm:t>
        <a:bodyPr/>
        <a:lstStyle/>
        <a:p>
          <a:endParaRPr lang="en-US" b="1">
            <a:solidFill>
              <a:schemeClr val="accent5"/>
            </a:solidFill>
          </a:endParaRPr>
        </a:p>
      </dgm:t>
    </dgm:pt>
    <dgm:pt modelId="{03265A11-4F6F-497E-923A-DEF53B8AA40A}">
      <dgm:prSet phldrT="[Text]"/>
      <dgm:spPr/>
      <dgm:t>
        <a:bodyPr/>
        <a:lstStyle/>
        <a:p>
          <a:r>
            <a:rPr lang="en-US" b="1" dirty="0">
              <a:solidFill>
                <a:schemeClr val="accent5"/>
              </a:solidFill>
            </a:rPr>
            <a:t>Fuel Efficiency &gt; 30 MPG? </a:t>
          </a:r>
        </a:p>
      </dgm:t>
    </dgm:pt>
    <dgm:pt modelId="{294BACB0-5324-464B-BC10-2F0A50743440}" type="parTrans" cxnId="{DEE49418-E141-49B8-A001-8F01960C46CF}">
      <dgm:prSet/>
      <dgm:spPr/>
      <dgm:t>
        <a:bodyPr/>
        <a:lstStyle/>
        <a:p>
          <a:endParaRPr lang="en-US" b="1">
            <a:solidFill>
              <a:schemeClr val="accent5"/>
            </a:solidFill>
          </a:endParaRPr>
        </a:p>
      </dgm:t>
    </dgm:pt>
    <dgm:pt modelId="{B33AFFA3-2797-4047-8C07-D3DAEBDA04C3}" type="sibTrans" cxnId="{DEE49418-E141-49B8-A001-8F01960C46CF}">
      <dgm:prSet/>
      <dgm:spPr/>
      <dgm:t>
        <a:bodyPr/>
        <a:lstStyle/>
        <a:p>
          <a:endParaRPr lang="en-US" b="1">
            <a:solidFill>
              <a:schemeClr val="accent5"/>
            </a:solidFill>
          </a:endParaRPr>
        </a:p>
      </dgm:t>
    </dgm:pt>
    <dgm:pt modelId="{29C79F75-3B87-4635-838B-EAA752DFB135}">
      <dgm:prSet phldrT="[Text]"/>
      <dgm:spPr/>
      <dgm:t>
        <a:bodyPr/>
        <a:lstStyle/>
        <a:p>
          <a:r>
            <a:rPr lang="en-US" b="1" dirty="0">
              <a:solidFill>
                <a:schemeClr val="accent5"/>
              </a:solidFill>
            </a:rPr>
            <a:t>No</a:t>
          </a:r>
        </a:p>
      </dgm:t>
    </dgm:pt>
    <dgm:pt modelId="{1FC38E6B-A17B-4EAA-B42B-E5937AB70F71}" type="parTrans" cxnId="{B9F3EDC0-003C-44CE-A266-6A784E199BED}">
      <dgm:prSet/>
      <dgm:spPr/>
      <dgm:t>
        <a:bodyPr/>
        <a:lstStyle/>
        <a:p>
          <a:endParaRPr lang="en-US" b="1">
            <a:solidFill>
              <a:schemeClr val="accent5"/>
            </a:solidFill>
          </a:endParaRPr>
        </a:p>
      </dgm:t>
    </dgm:pt>
    <dgm:pt modelId="{3D58FBB7-1D62-427E-8578-87EDC144CE13}" type="sibTrans" cxnId="{B9F3EDC0-003C-44CE-A266-6A784E199BED}">
      <dgm:prSet/>
      <dgm:spPr/>
      <dgm:t>
        <a:bodyPr/>
        <a:lstStyle/>
        <a:p>
          <a:endParaRPr lang="en-US" b="1">
            <a:solidFill>
              <a:schemeClr val="accent5"/>
            </a:solidFill>
          </a:endParaRPr>
        </a:p>
      </dgm:t>
    </dgm:pt>
    <dgm:pt modelId="{17969F25-9099-4C48-8332-DADF9D3779A1}">
      <dgm:prSet/>
      <dgm:spPr/>
      <dgm:t>
        <a:bodyPr/>
        <a:lstStyle/>
        <a:p>
          <a:r>
            <a:rPr lang="en-US" b="1">
              <a:solidFill>
                <a:schemeClr val="accent5"/>
              </a:solidFill>
            </a:rPr>
            <a:t>Do not buy</a:t>
          </a:r>
        </a:p>
      </dgm:t>
    </dgm:pt>
    <dgm:pt modelId="{8D4F2C8B-D4F9-422D-BC30-920BAF567065}" type="parTrans" cxnId="{CF755875-7648-4263-B9E8-B1FDF20470E2}">
      <dgm:prSet/>
      <dgm:spPr/>
      <dgm:t>
        <a:bodyPr/>
        <a:lstStyle/>
        <a:p>
          <a:endParaRPr lang="en-US" b="1">
            <a:solidFill>
              <a:schemeClr val="accent5"/>
            </a:solidFill>
          </a:endParaRPr>
        </a:p>
      </dgm:t>
    </dgm:pt>
    <dgm:pt modelId="{50411DBA-5EB0-4E0E-8E34-C19EDC067F69}" type="sibTrans" cxnId="{CF755875-7648-4263-B9E8-B1FDF20470E2}">
      <dgm:prSet/>
      <dgm:spPr/>
      <dgm:t>
        <a:bodyPr/>
        <a:lstStyle/>
        <a:p>
          <a:endParaRPr lang="en-US" b="1">
            <a:solidFill>
              <a:schemeClr val="accent5"/>
            </a:solidFill>
          </a:endParaRPr>
        </a:p>
      </dgm:t>
    </dgm:pt>
    <dgm:pt modelId="{DB8AFEFD-E155-47BD-8946-690CE0D28F94}">
      <dgm:prSet/>
      <dgm:spPr/>
      <dgm:t>
        <a:bodyPr/>
        <a:lstStyle/>
        <a:p>
          <a:r>
            <a:rPr lang="en-US" b="1" dirty="0">
              <a:solidFill>
                <a:schemeClr val="accent5"/>
              </a:solidFill>
            </a:rPr>
            <a:t>Do not buy</a:t>
          </a:r>
        </a:p>
      </dgm:t>
    </dgm:pt>
    <dgm:pt modelId="{B12548DB-816C-4031-9168-62369FF978E7}" type="parTrans" cxnId="{91E0E161-1DDC-4561-B459-CC170CFE7182}">
      <dgm:prSet/>
      <dgm:spPr/>
      <dgm:t>
        <a:bodyPr/>
        <a:lstStyle/>
        <a:p>
          <a:endParaRPr lang="en-US" b="1">
            <a:solidFill>
              <a:schemeClr val="accent5"/>
            </a:solidFill>
          </a:endParaRPr>
        </a:p>
      </dgm:t>
    </dgm:pt>
    <dgm:pt modelId="{B1DFF1D2-D4BA-4EC4-994A-221D59CF0C4F}" type="sibTrans" cxnId="{91E0E161-1DDC-4561-B459-CC170CFE7182}">
      <dgm:prSet/>
      <dgm:spPr/>
      <dgm:t>
        <a:bodyPr/>
        <a:lstStyle/>
        <a:p>
          <a:endParaRPr lang="en-US" b="1">
            <a:solidFill>
              <a:schemeClr val="accent5"/>
            </a:solidFill>
          </a:endParaRPr>
        </a:p>
      </dgm:t>
    </dgm:pt>
    <dgm:pt modelId="{4E156886-8B67-44BC-AD6A-4C9033BA2290}">
      <dgm:prSet/>
      <dgm:spPr/>
      <dgm:t>
        <a:bodyPr/>
        <a:lstStyle/>
        <a:p>
          <a:r>
            <a:rPr lang="en-US" b="1" dirty="0">
              <a:solidFill>
                <a:schemeClr val="accent5"/>
              </a:solidFill>
            </a:rPr>
            <a:t>No</a:t>
          </a:r>
        </a:p>
      </dgm:t>
    </dgm:pt>
    <dgm:pt modelId="{48DA3FB4-78EE-4890-A36C-785E4BA9AB08}" type="parTrans" cxnId="{4D93B626-652D-4687-8919-D24AE728DCE7}">
      <dgm:prSet/>
      <dgm:spPr/>
      <dgm:t>
        <a:bodyPr/>
        <a:lstStyle/>
        <a:p>
          <a:endParaRPr lang="en-US" b="1">
            <a:solidFill>
              <a:schemeClr val="accent5"/>
            </a:solidFill>
          </a:endParaRPr>
        </a:p>
      </dgm:t>
    </dgm:pt>
    <dgm:pt modelId="{715989ED-3E43-4889-BAD8-573BDDDA458C}" type="sibTrans" cxnId="{4D93B626-652D-4687-8919-D24AE728DCE7}">
      <dgm:prSet/>
      <dgm:spPr/>
      <dgm:t>
        <a:bodyPr/>
        <a:lstStyle/>
        <a:p>
          <a:endParaRPr lang="en-US" b="1">
            <a:solidFill>
              <a:schemeClr val="accent5"/>
            </a:solidFill>
          </a:endParaRPr>
        </a:p>
      </dgm:t>
    </dgm:pt>
    <dgm:pt modelId="{C468313F-5BBB-4A68-900B-68893BE2F84D}">
      <dgm:prSet/>
      <dgm:spPr/>
      <dgm:t>
        <a:bodyPr/>
        <a:lstStyle/>
        <a:p>
          <a:r>
            <a:rPr lang="en-US" b="1" dirty="0">
              <a:solidFill>
                <a:schemeClr val="accent5"/>
              </a:solidFill>
            </a:rPr>
            <a:t>Yes</a:t>
          </a:r>
        </a:p>
      </dgm:t>
    </dgm:pt>
    <dgm:pt modelId="{3D4B6F59-BEF5-467C-A9A6-BF60E0825488}" type="parTrans" cxnId="{4692F994-5336-4312-9F57-DC0CD465F11A}">
      <dgm:prSet/>
      <dgm:spPr/>
      <dgm:t>
        <a:bodyPr/>
        <a:lstStyle/>
        <a:p>
          <a:endParaRPr lang="en-US" b="1">
            <a:solidFill>
              <a:schemeClr val="accent5"/>
            </a:solidFill>
          </a:endParaRPr>
        </a:p>
      </dgm:t>
    </dgm:pt>
    <dgm:pt modelId="{2AA81147-664C-4775-8B2E-93EEBD733640}" type="sibTrans" cxnId="{4692F994-5336-4312-9F57-DC0CD465F11A}">
      <dgm:prSet/>
      <dgm:spPr/>
      <dgm:t>
        <a:bodyPr/>
        <a:lstStyle/>
        <a:p>
          <a:endParaRPr lang="en-US" b="1">
            <a:solidFill>
              <a:schemeClr val="accent5"/>
            </a:solidFill>
          </a:endParaRPr>
        </a:p>
      </dgm:t>
    </dgm:pt>
    <dgm:pt modelId="{E6E3873D-A44B-43EA-A986-DB770D648FF9}">
      <dgm:prSet/>
      <dgm:spPr/>
      <dgm:t>
        <a:bodyPr/>
        <a:lstStyle/>
        <a:p>
          <a:r>
            <a:rPr lang="en-US" b="1" dirty="0">
              <a:solidFill>
                <a:schemeClr val="accent5"/>
              </a:solidFill>
            </a:rPr>
            <a:t>Safety Ratings &gt; 4 stars? </a:t>
          </a:r>
        </a:p>
      </dgm:t>
    </dgm:pt>
    <dgm:pt modelId="{ED0C040E-D463-48FC-95E7-5548567DAFBD}" type="parTrans" cxnId="{B5B64F2E-9DBE-4D95-BB9F-F2E557893133}">
      <dgm:prSet/>
      <dgm:spPr/>
      <dgm:t>
        <a:bodyPr/>
        <a:lstStyle/>
        <a:p>
          <a:endParaRPr lang="en-US" b="1">
            <a:solidFill>
              <a:schemeClr val="accent5"/>
            </a:solidFill>
          </a:endParaRPr>
        </a:p>
      </dgm:t>
    </dgm:pt>
    <dgm:pt modelId="{071EE1DF-F315-439B-ABB7-F35BE297BE19}" type="sibTrans" cxnId="{B5B64F2E-9DBE-4D95-BB9F-F2E557893133}">
      <dgm:prSet/>
      <dgm:spPr/>
      <dgm:t>
        <a:bodyPr/>
        <a:lstStyle/>
        <a:p>
          <a:endParaRPr lang="en-US" b="1">
            <a:solidFill>
              <a:schemeClr val="accent5"/>
            </a:solidFill>
          </a:endParaRPr>
        </a:p>
      </dgm:t>
    </dgm:pt>
    <dgm:pt modelId="{69ADB3CE-1D3C-45ED-9497-6B236CBF7C8B}">
      <dgm:prSet/>
      <dgm:spPr/>
      <dgm:t>
        <a:bodyPr/>
        <a:lstStyle/>
        <a:p>
          <a:r>
            <a:rPr lang="en-US" b="1" dirty="0">
              <a:solidFill>
                <a:schemeClr val="accent5"/>
              </a:solidFill>
            </a:rPr>
            <a:t>yes</a:t>
          </a:r>
        </a:p>
      </dgm:t>
    </dgm:pt>
    <dgm:pt modelId="{207EC2CD-BFC4-48C7-8B6F-E693F4E99F9B}" type="parTrans" cxnId="{73E1EC51-DF85-4215-8448-CD5020F2F3E7}">
      <dgm:prSet/>
      <dgm:spPr/>
      <dgm:t>
        <a:bodyPr/>
        <a:lstStyle/>
        <a:p>
          <a:endParaRPr lang="en-US" b="1">
            <a:solidFill>
              <a:schemeClr val="accent5"/>
            </a:solidFill>
          </a:endParaRPr>
        </a:p>
      </dgm:t>
    </dgm:pt>
    <dgm:pt modelId="{DC502C58-937C-48C0-9513-AC7B3AA2F43D}" type="sibTrans" cxnId="{73E1EC51-DF85-4215-8448-CD5020F2F3E7}">
      <dgm:prSet/>
      <dgm:spPr/>
      <dgm:t>
        <a:bodyPr/>
        <a:lstStyle/>
        <a:p>
          <a:endParaRPr lang="en-US" b="1">
            <a:solidFill>
              <a:schemeClr val="accent5"/>
            </a:solidFill>
          </a:endParaRPr>
        </a:p>
      </dgm:t>
    </dgm:pt>
    <dgm:pt modelId="{B69564B6-0020-4982-89FD-8C3759333D6E}">
      <dgm:prSet/>
      <dgm:spPr/>
      <dgm:t>
        <a:bodyPr/>
        <a:lstStyle/>
        <a:p>
          <a:r>
            <a:rPr lang="en-US" b="1" dirty="0">
              <a:solidFill>
                <a:schemeClr val="accent5"/>
              </a:solidFill>
            </a:rPr>
            <a:t>Do not buy</a:t>
          </a:r>
        </a:p>
      </dgm:t>
    </dgm:pt>
    <dgm:pt modelId="{233C9B5B-594D-480F-B1D5-8B141B7BE862}" type="parTrans" cxnId="{1B0FA916-6C07-4C8B-A401-73B4F0D5D7E1}">
      <dgm:prSet/>
      <dgm:spPr/>
      <dgm:t>
        <a:bodyPr/>
        <a:lstStyle/>
        <a:p>
          <a:endParaRPr lang="en-US" b="1">
            <a:solidFill>
              <a:schemeClr val="accent5"/>
            </a:solidFill>
          </a:endParaRPr>
        </a:p>
      </dgm:t>
    </dgm:pt>
    <dgm:pt modelId="{A08D62DA-66FF-4083-AFC4-C25B71E9D2E9}" type="sibTrans" cxnId="{1B0FA916-6C07-4C8B-A401-73B4F0D5D7E1}">
      <dgm:prSet/>
      <dgm:spPr/>
      <dgm:t>
        <a:bodyPr/>
        <a:lstStyle/>
        <a:p>
          <a:endParaRPr lang="en-US" b="1">
            <a:solidFill>
              <a:schemeClr val="accent5"/>
            </a:solidFill>
          </a:endParaRPr>
        </a:p>
      </dgm:t>
    </dgm:pt>
    <dgm:pt modelId="{CFBADA52-B37C-48AD-9339-53EEC098ED7E}">
      <dgm:prSet/>
      <dgm:spPr/>
      <dgm:t>
        <a:bodyPr/>
        <a:lstStyle/>
        <a:p>
          <a:r>
            <a:rPr lang="en-US" b="1" dirty="0">
              <a:solidFill>
                <a:schemeClr val="accent5"/>
              </a:solidFill>
            </a:rPr>
            <a:t>no</a:t>
          </a:r>
        </a:p>
      </dgm:t>
    </dgm:pt>
    <dgm:pt modelId="{0211729D-F75F-4A88-9EF7-2AC9C2049860}" type="parTrans" cxnId="{C7AF8A1B-89F6-40CC-A46C-1779D1BC7D3B}">
      <dgm:prSet/>
      <dgm:spPr/>
      <dgm:t>
        <a:bodyPr/>
        <a:lstStyle/>
        <a:p>
          <a:endParaRPr lang="en-US" b="1">
            <a:solidFill>
              <a:schemeClr val="accent5"/>
            </a:solidFill>
          </a:endParaRPr>
        </a:p>
      </dgm:t>
    </dgm:pt>
    <dgm:pt modelId="{C1239436-9AF9-42B2-9B29-C6072F974A76}" type="sibTrans" cxnId="{C7AF8A1B-89F6-40CC-A46C-1779D1BC7D3B}">
      <dgm:prSet/>
      <dgm:spPr/>
      <dgm:t>
        <a:bodyPr/>
        <a:lstStyle/>
        <a:p>
          <a:endParaRPr lang="en-US" b="1">
            <a:solidFill>
              <a:schemeClr val="accent5"/>
            </a:solidFill>
          </a:endParaRPr>
        </a:p>
      </dgm:t>
    </dgm:pt>
    <dgm:pt modelId="{6F0FBA41-96C3-443E-9F43-F468E98F7680}">
      <dgm:prSet/>
      <dgm:spPr/>
      <dgm:t>
        <a:bodyPr/>
        <a:lstStyle/>
        <a:p>
          <a:r>
            <a:rPr lang="en-US" b="1" dirty="0">
              <a:solidFill>
                <a:schemeClr val="accent5"/>
              </a:solidFill>
            </a:rPr>
            <a:t>Buy</a:t>
          </a:r>
        </a:p>
      </dgm:t>
    </dgm:pt>
    <dgm:pt modelId="{EE804DFA-A99B-48E9-A8DC-3C3F73FBACA3}" type="parTrans" cxnId="{B2C6D1BC-D943-40DD-B8D8-5337A88953A4}">
      <dgm:prSet/>
      <dgm:spPr/>
      <dgm:t>
        <a:bodyPr/>
        <a:lstStyle/>
        <a:p>
          <a:endParaRPr lang="en-US" b="1">
            <a:solidFill>
              <a:schemeClr val="accent5"/>
            </a:solidFill>
          </a:endParaRPr>
        </a:p>
      </dgm:t>
    </dgm:pt>
    <dgm:pt modelId="{0353FC9A-6AD7-49B1-8BCB-DA5616EAE033}" type="sibTrans" cxnId="{B2C6D1BC-D943-40DD-B8D8-5337A88953A4}">
      <dgm:prSet/>
      <dgm:spPr/>
      <dgm:t>
        <a:bodyPr/>
        <a:lstStyle/>
        <a:p>
          <a:endParaRPr lang="en-US" b="1">
            <a:solidFill>
              <a:schemeClr val="accent5"/>
            </a:solidFill>
          </a:endParaRPr>
        </a:p>
      </dgm:t>
    </dgm:pt>
    <dgm:pt modelId="{0A8167A6-4154-4A4B-AD6B-7977721271A2}" type="pres">
      <dgm:prSet presAssocID="{1D7DC5C7-3E75-4894-8971-53FF78DC4948}" presName="diagram" presStyleCnt="0">
        <dgm:presLayoutVars>
          <dgm:chPref val="1"/>
          <dgm:dir/>
          <dgm:animOne val="branch"/>
          <dgm:animLvl val="lvl"/>
          <dgm:resizeHandles val="exact"/>
        </dgm:presLayoutVars>
      </dgm:prSet>
      <dgm:spPr/>
    </dgm:pt>
    <dgm:pt modelId="{4EF32F79-844A-40D0-AFCF-B8F039BDBF75}" type="pres">
      <dgm:prSet presAssocID="{DEA9FE97-A8D5-45E0-858D-447AA677B91F}" presName="root1" presStyleCnt="0"/>
      <dgm:spPr/>
    </dgm:pt>
    <dgm:pt modelId="{8FAE29E7-E49F-4B2A-B427-99D65925D1F2}" type="pres">
      <dgm:prSet presAssocID="{DEA9FE97-A8D5-45E0-858D-447AA677B91F}" presName="LevelOneTextNode" presStyleLbl="node0" presStyleIdx="0" presStyleCnt="1">
        <dgm:presLayoutVars>
          <dgm:chPref val="3"/>
        </dgm:presLayoutVars>
      </dgm:prSet>
      <dgm:spPr/>
    </dgm:pt>
    <dgm:pt modelId="{88FB677A-C90F-4873-A735-5DDC72019D1E}" type="pres">
      <dgm:prSet presAssocID="{DEA9FE97-A8D5-45E0-858D-447AA677B91F}" presName="level2hierChild" presStyleCnt="0"/>
      <dgm:spPr/>
    </dgm:pt>
    <dgm:pt modelId="{EFB7A230-7FB5-4DC9-A8FE-6A180C087403}" type="pres">
      <dgm:prSet presAssocID="{79F87829-5AC7-44C3-AF37-A41030906FEE}" presName="conn2-1" presStyleLbl="parChTrans1D2" presStyleIdx="0" presStyleCnt="2"/>
      <dgm:spPr/>
    </dgm:pt>
    <dgm:pt modelId="{D5CC1BDE-5B60-49F0-9C58-9ABF98D6BFFA}" type="pres">
      <dgm:prSet presAssocID="{79F87829-5AC7-44C3-AF37-A41030906FEE}" presName="connTx" presStyleLbl="parChTrans1D2" presStyleIdx="0" presStyleCnt="2"/>
      <dgm:spPr/>
    </dgm:pt>
    <dgm:pt modelId="{F2EF4EAF-0FB2-48DB-8CC8-1BA2299AC0E7}" type="pres">
      <dgm:prSet presAssocID="{E28645A4-7788-4FB0-9A3E-FA81722F4530}" presName="root2" presStyleCnt="0"/>
      <dgm:spPr/>
    </dgm:pt>
    <dgm:pt modelId="{572C756B-6453-40C8-A87A-FBE3742F84E3}" type="pres">
      <dgm:prSet presAssocID="{E28645A4-7788-4FB0-9A3E-FA81722F4530}" presName="LevelTwoTextNode" presStyleLbl="node2" presStyleIdx="0" presStyleCnt="2">
        <dgm:presLayoutVars>
          <dgm:chPref val="3"/>
        </dgm:presLayoutVars>
      </dgm:prSet>
      <dgm:spPr/>
    </dgm:pt>
    <dgm:pt modelId="{B98EF863-E7C3-4FB5-BB10-933D2EF0B85C}" type="pres">
      <dgm:prSet presAssocID="{E28645A4-7788-4FB0-9A3E-FA81722F4530}" presName="level3hierChild" presStyleCnt="0"/>
      <dgm:spPr/>
    </dgm:pt>
    <dgm:pt modelId="{2BDB2B48-649A-4F8D-B8B4-DA8C87C97D6E}" type="pres">
      <dgm:prSet presAssocID="{294BACB0-5324-464B-BC10-2F0A50743440}" presName="conn2-1" presStyleLbl="parChTrans1D3" presStyleIdx="0" presStyleCnt="2"/>
      <dgm:spPr/>
    </dgm:pt>
    <dgm:pt modelId="{B2E01620-4683-4281-8659-8EBFFEE2C630}" type="pres">
      <dgm:prSet presAssocID="{294BACB0-5324-464B-BC10-2F0A50743440}" presName="connTx" presStyleLbl="parChTrans1D3" presStyleIdx="0" presStyleCnt="2"/>
      <dgm:spPr/>
    </dgm:pt>
    <dgm:pt modelId="{0CAAD5A0-3580-4E32-8301-3E52CF7918D7}" type="pres">
      <dgm:prSet presAssocID="{03265A11-4F6F-497E-923A-DEF53B8AA40A}" presName="root2" presStyleCnt="0"/>
      <dgm:spPr/>
    </dgm:pt>
    <dgm:pt modelId="{462203A8-7FF3-468C-B7ED-366F879B9686}" type="pres">
      <dgm:prSet presAssocID="{03265A11-4F6F-497E-923A-DEF53B8AA40A}" presName="LevelTwoTextNode" presStyleLbl="node3" presStyleIdx="0" presStyleCnt="2" custLinFactNeighborX="1851" custLinFactNeighborY="-97832">
        <dgm:presLayoutVars>
          <dgm:chPref val="3"/>
        </dgm:presLayoutVars>
      </dgm:prSet>
      <dgm:spPr/>
    </dgm:pt>
    <dgm:pt modelId="{A02E5463-48F4-4149-AAB9-EE839857516D}" type="pres">
      <dgm:prSet presAssocID="{03265A11-4F6F-497E-923A-DEF53B8AA40A}" presName="level3hierChild" presStyleCnt="0"/>
      <dgm:spPr/>
    </dgm:pt>
    <dgm:pt modelId="{45743E90-41C8-4B0A-A8F7-D3B173CA8717}" type="pres">
      <dgm:prSet presAssocID="{3D4B6F59-BEF5-467C-A9A6-BF60E0825488}" presName="conn2-1" presStyleLbl="parChTrans1D4" presStyleIdx="0" presStyleCnt="8"/>
      <dgm:spPr/>
    </dgm:pt>
    <dgm:pt modelId="{013AD8A8-899B-489B-82FB-B089EF73F59F}" type="pres">
      <dgm:prSet presAssocID="{3D4B6F59-BEF5-467C-A9A6-BF60E0825488}" presName="connTx" presStyleLbl="parChTrans1D4" presStyleIdx="0" presStyleCnt="8"/>
      <dgm:spPr/>
    </dgm:pt>
    <dgm:pt modelId="{C865992C-6B04-47E4-A1CF-66AD90F9F232}" type="pres">
      <dgm:prSet presAssocID="{C468313F-5BBB-4A68-900B-68893BE2F84D}" presName="root2" presStyleCnt="0"/>
      <dgm:spPr/>
    </dgm:pt>
    <dgm:pt modelId="{9B783709-7805-40DE-B2FC-142D97C58A92}" type="pres">
      <dgm:prSet presAssocID="{C468313F-5BBB-4A68-900B-68893BE2F84D}" presName="LevelTwoTextNode" presStyleLbl="node4" presStyleIdx="0" presStyleCnt="8" custLinFactY="-61285" custLinFactNeighborX="-3757" custLinFactNeighborY="-100000">
        <dgm:presLayoutVars>
          <dgm:chPref val="3"/>
        </dgm:presLayoutVars>
      </dgm:prSet>
      <dgm:spPr/>
    </dgm:pt>
    <dgm:pt modelId="{415C1BFD-2565-4725-8001-9D133F892C5C}" type="pres">
      <dgm:prSet presAssocID="{C468313F-5BBB-4A68-900B-68893BE2F84D}" presName="level3hierChild" presStyleCnt="0"/>
      <dgm:spPr/>
    </dgm:pt>
    <dgm:pt modelId="{E12C13B1-1137-41EB-8636-93D40632304E}" type="pres">
      <dgm:prSet presAssocID="{ED0C040E-D463-48FC-95E7-5548567DAFBD}" presName="conn2-1" presStyleLbl="parChTrans1D4" presStyleIdx="1" presStyleCnt="8"/>
      <dgm:spPr/>
    </dgm:pt>
    <dgm:pt modelId="{D191352C-DDFA-4305-B8B8-CB7D6099DD09}" type="pres">
      <dgm:prSet presAssocID="{ED0C040E-D463-48FC-95E7-5548567DAFBD}" presName="connTx" presStyleLbl="parChTrans1D4" presStyleIdx="1" presStyleCnt="8"/>
      <dgm:spPr/>
    </dgm:pt>
    <dgm:pt modelId="{375B643C-AAEF-40EB-A1F3-520972234690}" type="pres">
      <dgm:prSet presAssocID="{E6E3873D-A44B-43EA-A986-DB770D648FF9}" presName="root2" presStyleCnt="0"/>
      <dgm:spPr/>
    </dgm:pt>
    <dgm:pt modelId="{9231891F-6D7B-4B3D-A0F0-D4936D57DE91}" type="pres">
      <dgm:prSet presAssocID="{E6E3873D-A44B-43EA-A986-DB770D648FF9}" presName="LevelTwoTextNode" presStyleLbl="node4" presStyleIdx="1" presStyleCnt="8" custLinFactY="-61285" custLinFactNeighborX="-2645" custLinFactNeighborY="-100000">
        <dgm:presLayoutVars>
          <dgm:chPref val="3"/>
        </dgm:presLayoutVars>
      </dgm:prSet>
      <dgm:spPr/>
    </dgm:pt>
    <dgm:pt modelId="{F066F533-D7F6-40A9-9792-91B1D6B6A137}" type="pres">
      <dgm:prSet presAssocID="{E6E3873D-A44B-43EA-A986-DB770D648FF9}" presName="level3hierChild" presStyleCnt="0"/>
      <dgm:spPr/>
    </dgm:pt>
    <dgm:pt modelId="{426ECE25-9A28-46CD-9A1F-924C5DF46A30}" type="pres">
      <dgm:prSet presAssocID="{207EC2CD-BFC4-48C7-8B6F-E693F4E99F9B}" presName="conn2-1" presStyleLbl="parChTrans1D4" presStyleIdx="2" presStyleCnt="8"/>
      <dgm:spPr/>
    </dgm:pt>
    <dgm:pt modelId="{AFE01EF1-EBB3-423D-84A2-A37E76E18563}" type="pres">
      <dgm:prSet presAssocID="{207EC2CD-BFC4-48C7-8B6F-E693F4E99F9B}" presName="connTx" presStyleLbl="parChTrans1D4" presStyleIdx="2" presStyleCnt="8"/>
      <dgm:spPr/>
    </dgm:pt>
    <dgm:pt modelId="{5A40D2A9-81C6-4608-B10E-D0FFFA1E8927}" type="pres">
      <dgm:prSet presAssocID="{69ADB3CE-1D3C-45ED-9497-6B236CBF7C8B}" presName="root2" presStyleCnt="0"/>
      <dgm:spPr/>
    </dgm:pt>
    <dgm:pt modelId="{6A12E9C0-15D5-4527-9628-08E6BE6664E4}" type="pres">
      <dgm:prSet presAssocID="{69ADB3CE-1D3C-45ED-9497-6B236CBF7C8B}" presName="LevelTwoTextNode" presStyleLbl="node4" presStyleIdx="2" presStyleCnt="8" custLinFactY="-17224" custLinFactNeighborX="-1533" custLinFactNeighborY="-100000">
        <dgm:presLayoutVars>
          <dgm:chPref val="3"/>
        </dgm:presLayoutVars>
      </dgm:prSet>
      <dgm:spPr/>
    </dgm:pt>
    <dgm:pt modelId="{57B0B2F7-A9F3-40B1-8DB7-A279F2D5A6CB}" type="pres">
      <dgm:prSet presAssocID="{69ADB3CE-1D3C-45ED-9497-6B236CBF7C8B}" presName="level3hierChild" presStyleCnt="0"/>
      <dgm:spPr/>
    </dgm:pt>
    <dgm:pt modelId="{1BC9E05E-412D-4ECD-BE49-DD5EE4A4E242}" type="pres">
      <dgm:prSet presAssocID="{EE804DFA-A99B-48E9-A8DC-3C3F73FBACA3}" presName="conn2-1" presStyleLbl="parChTrans1D4" presStyleIdx="3" presStyleCnt="8"/>
      <dgm:spPr/>
    </dgm:pt>
    <dgm:pt modelId="{01F2A4CB-9BF4-4CE2-B04D-5704971741F1}" type="pres">
      <dgm:prSet presAssocID="{EE804DFA-A99B-48E9-A8DC-3C3F73FBACA3}" presName="connTx" presStyleLbl="parChTrans1D4" presStyleIdx="3" presStyleCnt="8"/>
      <dgm:spPr/>
    </dgm:pt>
    <dgm:pt modelId="{7D926A21-BC24-4B56-A983-2236B101FD7F}" type="pres">
      <dgm:prSet presAssocID="{6F0FBA41-96C3-443E-9F43-F468E98F7680}" presName="root2" presStyleCnt="0"/>
      <dgm:spPr/>
    </dgm:pt>
    <dgm:pt modelId="{BBA265A7-5738-4F6A-A3A1-FCD2D90F7F64}" type="pres">
      <dgm:prSet presAssocID="{6F0FBA41-96C3-443E-9F43-F468E98F7680}" presName="LevelTwoTextNode" presStyleLbl="node4" presStyleIdx="3" presStyleCnt="8" custLinFactY="-17224" custLinFactNeighborX="7093" custLinFactNeighborY="-100000">
        <dgm:presLayoutVars>
          <dgm:chPref val="3"/>
        </dgm:presLayoutVars>
      </dgm:prSet>
      <dgm:spPr/>
    </dgm:pt>
    <dgm:pt modelId="{C836D4C0-F423-4BFB-B297-DB0F9F3134F3}" type="pres">
      <dgm:prSet presAssocID="{6F0FBA41-96C3-443E-9F43-F468E98F7680}" presName="level3hierChild" presStyleCnt="0"/>
      <dgm:spPr/>
    </dgm:pt>
    <dgm:pt modelId="{0AEAB822-C083-4D20-881D-C3A4CF9F1997}" type="pres">
      <dgm:prSet presAssocID="{0211729D-F75F-4A88-9EF7-2AC9C2049860}" presName="conn2-1" presStyleLbl="parChTrans1D4" presStyleIdx="4" presStyleCnt="8"/>
      <dgm:spPr/>
    </dgm:pt>
    <dgm:pt modelId="{E13215EF-E9AC-4F06-BBA2-64D71BCAC764}" type="pres">
      <dgm:prSet presAssocID="{0211729D-F75F-4A88-9EF7-2AC9C2049860}" presName="connTx" presStyleLbl="parChTrans1D4" presStyleIdx="4" presStyleCnt="8"/>
      <dgm:spPr/>
    </dgm:pt>
    <dgm:pt modelId="{802C044E-9B7D-4A9A-9B80-4BB2C4A8F8BE}" type="pres">
      <dgm:prSet presAssocID="{CFBADA52-B37C-48AD-9339-53EEC098ED7E}" presName="root2" presStyleCnt="0"/>
      <dgm:spPr/>
    </dgm:pt>
    <dgm:pt modelId="{9A8DF963-AF61-4B1C-A9CA-AECDFA9231F2}" type="pres">
      <dgm:prSet presAssocID="{CFBADA52-B37C-48AD-9339-53EEC098ED7E}" presName="LevelTwoTextNode" presStyleLbl="node4" presStyleIdx="4" presStyleCnt="8">
        <dgm:presLayoutVars>
          <dgm:chPref val="3"/>
        </dgm:presLayoutVars>
      </dgm:prSet>
      <dgm:spPr/>
    </dgm:pt>
    <dgm:pt modelId="{6FF566DE-40A0-47D8-9D96-6C865436401B}" type="pres">
      <dgm:prSet presAssocID="{CFBADA52-B37C-48AD-9339-53EEC098ED7E}" presName="level3hierChild" presStyleCnt="0"/>
      <dgm:spPr/>
    </dgm:pt>
    <dgm:pt modelId="{942DDB9F-6861-431E-AAC0-9D52DDA9A925}" type="pres">
      <dgm:prSet presAssocID="{233C9B5B-594D-480F-B1D5-8B141B7BE862}" presName="conn2-1" presStyleLbl="parChTrans1D4" presStyleIdx="5" presStyleCnt="8"/>
      <dgm:spPr/>
    </dgm:pt>
    <dgm:pt modelId="{A0ABF69A-D672-478B-B1F8-CE1FDAF2097C}" type="pres">
      <dgm:prSet presAssocID="{233C9B5B-594D-480F-B1D5-8B141B7BE862}" presName="connTx" presStyleLbl="parChTrans1D4" presStyleIdx="5" presStyleCnt="8"/>
      <dgm:spPr/>
    </dgm:pt>
    <dgm:pt modelId="{1C085833-7C2D-4FBD-B7D0-7664ECC983E5}" type="pres">
      <dgm:prSet presAssocID="{B69564B6-0020-4982-89FD-8C3759333D6E}" presName="root2" presStyleCnt="0"/>
      <dgm:spPr/>
    </dgm:pt>
    <dgm:pt modelId="{BDF542EA-C933-41DF-95C3-24E90A622AE3}" type="pres">
      <dgm:prSet presAssocID="{B69564B6-0020-4982-89FD-8C3759333D6E}" presName="LevelTwoTextNode" presStyleLbl="node4" presStyleIdx="5" presStyleCnt="8">
        <dgm:presLayoutVars>
          <dgm:chPref val="3"/>
        </dgm:presLayoutVars>
      </dgm:prSet>
      <dgm:spPr/>
    </dgm:pt>
    <dgm:pt modelId="{A7B0F63D-A1B9-4D4C-9BAE-5050FE221B49}" type="pres">
      <dgm:prSet presAssocID="{B69564B6-0020-4982-89FD-8C3759333D6E}" presName="level3hierChild" presStyleCnt="0"/>
      <dgm:spPr/>
    </dgm:pt>
    <dgm:pt modelId="{366BFDD2-D5CB-4332-B3CA-F0DEB60D0BB7}" type="pres">
      <dgm:prSet presAssocID="{48DA3FB4-78EE-4890-A36C-785E4BA9AB08}" presName="conn2-1" presStyleLbl="parChTrans1D4" presStyleIdx="6" presStyleCnt="8"/>
      <dgm:spPr/>
    </dgm:pt>
    <dgm:pt modelId="{DFD3C6C2-6840-42B3-B88E-B6B5BB4D6426}" type="pres">
      <dgm:prSet presAssocID="{48DA3FB4-78EE-4890-A36C-785E4BA9AB08}" presName="connTx" presStyleLbl="parChTrans1D4" presStyleIdx="6" presStyleCnt="8"/>
      <dgm:spPr/>
    </dgm:pt>
    <dgm:pt modelId="{2780A576-7911-4146-8F22-8040EAB6C94B}" type="pres">
      <dgm:prSet presAssocID="{4E156886-8B67-44BC-AD6A-4C9033BA2290}" presName="root2" presStyleCnt="0"/>
      <dgm:spPr/>
    </dgm:pt>
    <dgm:pt modelId="{55B04F47-B9AA-4CD7-9A6E-B1C106DD177D}" type="pres">
      <dgm:prSet presAssocID="{4E156886-8B67-44BC-AD6A-4C9033BA2290}" presName="LevelTwoTextNode" presStyleLbl="node4" presStyleIdx="6" presStyleCnt="8">
        <dgm:presLayoutVars>
          <dgm:chPref val="3"/>
        </dgm:presLayoutVars>
      </dgm:prSet>
      <dgm:spPr/>
    </dgm:pt>
    <dgm:pt modelId="{18DE6C5E-C03C-46CC-9328-898D7D52CAED}" type="pres">
      <dgm:prSet presAssocID="{4E156886-8B67-44BC-AD6A-4C9033BA2290}" presName="level3hierChild" presStyleCnt="0"/>
      <dgm:spPr/>
    </dgm:pt>
    <dgm:pt modelId="{3E41EFF0-D14B-4DEA-98AF-1055BDBEC751}" type="pres">
      <dgm:prSet presAssocID="{B12548DB-816C-4031-9168-62369FF978E7}" presName="conn2-1" presStyleLbl="parChTrans1D4" presStyleIdx="7" presStyleCnt="8"/>
      <dgm:spPr/>
    </dgm:pt>
    <dgm:pt modelId="{04B9EA97-95BF-400F-A041-D5D4ACFB635E}" type="pres">
      <dgm:prSet presAssocID="{B12548DB-816C-4031-9168-62369FF978E7}" presName="connTx" presStyleLbl="parChTrans1D4" presStyleIdx="7" presStyleCnt="8"/>
      <dgm:spPr/>
    </dgm:pt>
    <dgm:pt modelId="{69645B42-8D64-450D-B5C8-086313552CDF}" type="pres">
      <dgm:prSet presAssocID="{DB8AFEFD-E155-47BD-8946-690CE0D28F94}" presName="root2" presStyleCnt="0"/>
      <dgm:spPr/>
    </dgm:pt>
    <dgm:pt modelId="{69D3801C-9C46-477A-B46E-E8E48FD0C382}" type="pres">
      <dgm:prSet presAssocID="{DB8AFEFD-E155-47BD-8946-690CE0D28F94}" presName="LevelTwoTextNode" presStyleLbl="node4" presStyleIdx="7" presStyleCnt="8">
        <dgm:presLayoutVars>
          <dgm:chPref val="3"/>
        </dgm:presLayoutVars>
      </dgm:prSet>
      <dgm:spPr/>
    </dgm:pt>
    <dgm:pt modelId="{0CD4E586-5D1D-4244-968C-57BFA184F88B}" type="pres">
      <dgm:prSet presAssocID="{DB8AFEFD-E155-47BD-8946-690CE0D28F94}" presName="level3hierChild" presStyleCnt="0"/>
      <dgm:spPr/>
    </dgm:pt>
    <dgm:pt modelId="{BD94EBDC-37F3-44DF-8F02-049D2174EBA9}" type="pres">
      <dgm:prSet presAssocID="{1FC38E6B-A17B-4EAA-B42B-E5937AB70F71}" presName="conn2-1" presStyleLbl="parChTrans1D2" presStyleIdx="1" presStyleCnt="2"/>
      <dgm:spPr/>
    </dgm:pt>
    <dgm:pt modelId="{BAD3009A-130B-4A49-BF42-0E3D94E5DE75}" type="pres">
      <dgm:prSet presAssocID="{1FC38E6B-A17B-4EAA-B42B-E5937AB70F71}" presName="connTx" presStyleLbl="parChTrans1D2" presStyleIdx="1" presStyleCnt="2"/>
      <dgm:spPr/>
    </dgm:pt>
    <dgm:pt modelId="{493AAB41-ECEF-4532-BF47-7F3EE05B3C8D}" type="pres">
      <dgm:prSet presAssocID="{29C79F75-3B87-4635-838B-EAA752DFB135}" presName="root2" presStyleCnt="0"/>
      <dgm:spPr/>
    </dgm:pt>
    <dgm:pt modelId="{3DC089E3-67EF-49E7-8AB6-BB85317AFA4B}" type="pres">
      <dgm:prSet presAssocID="{29C79F75-3B87-4635-838B-EAA752DFB135}" presName="LevelTwoTextNode" presStyleLbl="node2" presStyleIdx="1" presStyleCnt="2">
        <dgm:presLayoutVars>
          <dgm:chPref val="3"/>
        </dgm:presLayoutVars>
      </dgm:prSet>
      <dgm:spPr/>
    </dgm:pt>
    <dgm:pt modelId="{70AFA82D-5CD7-4490-A89E-FC74DAD6AFE9}" type="pres">
      <dgm:prSet presAssocID="{29C79F75-3B87-4635-838B-EAA752DFB135}" presName="level3hierChild" presStyleCnt="0"/>
      <dgm:spPr/>
    </dgm:pt>
    <dgm:pt modelId="{9833E2F2-21BE-43D0-A6D6-F97E1E34A6A4}" type="pres">
      <dgm:prSet presAssocID="{8D4F2C8B-D4F9-422D-BC30-920BAF567065}" presName="conn2-1" presStyleLbl="parChTrans1D3" presStyleIdx="1" presStyleCnt="2"/>
      <dgm:spPr/>
    </dgm:pt>
    <dgm:pt modelId="{B44ED8AB-CBD7-4DB1-B5E8-F79577EB5F9C}" type="pres">
      <dgm:prSet presAssocID="{8D4F2C8B-D4F9-422D-BC30-920BAF567065}" presName="connTx" presStyleLbl="parChTrans1D3" presStyleIdx="1" presStyleCnt="2"/>
      <dgm:spPr/>
    </dgm:pt>
    <dgm:pt modelId="{4ECFB598-8155-4E1D-8B51-26CDB1242A51}" type="pres">
      <dgm:prSet presAssocID="{17969F25-9099-4C48-8332-DADF9D3779A1}" presName="root2" presStyleCnt="0"/>
      <dgm:spPr/>
    </dgm:pt>
    <dgm:pt modelId="{08C4CB74-10EB-4E8C-9321-B2B24D0D3C36}" type="pres">
      <dgm:prSet presAssocID="{17969F25-9099-4C48-8332-DADF9D3779A1}" presName="LevelTwoTextNode" presStyleLbl="node3" presStyleIdx="1" presStyleCnt="2" custLinFactY="76907" custLinFactNeighborX="1851" custLinFactNeighborY="100000">
        <dgm:presLayoutVars>
          <dgm:chPref val="3"/>
        </dgm:presLayoutVars>
      </dgm:prSet>
      <dgm:spPr/>
    </dgm:pt>
    <dgm:pt modelId="{48FD4E7E-7855-4CBC-8867-BAF5238B108A}" type="pres">
      <dgm:prSet presAssocID="{17969F25-9099-4C48-8332-DADF9D3779A1}" presName="level3hierChild" presStyleCnt="0"/>
      <dgm:spPr/>
    </dgm:pt>
  </dgm:ptLst>
  <dgm:cxnLst>
    <dgm:cxn modelId="{1B0FA916-6C07-4C8B-A401-73B4F0D5D7E1}" srcId="{CFBADA52-B37C-48AD-9339-53EEC098ED7E}" destId="{B69564B6-0020-4982-89FD-8C3759333D6E}" srcOrd="0" destOrd="0" parTransId="{233C9B5B-594D-480F-B1D5-8B141B7BE862}" sibTransId="{A08D62DA-66FF-4083-AFC4-C25B71E9D2E9}"/>
    <dgm:cxn modelId="{DEE49418-E141-49B8-A001-8F01960C46CF}" srcId="{E28645A4-7788-4FB0-9A3E-FA81722F4530}" destId="{03265A11-4F6F-497E-923A-DEF53B8AA40A}" srcOrd="0" destOrd="0" parTransId="{294BACB0-5324-464B-BC10-2F0A50743440}" sibTransId="{B33AFFA3-2797-4047-8C07-D3DAEBDA04C3}"/>
    <dgm:cxn modelId="{C7AF8A1B-89F6-40CC-A46C-1779D1BC7D3B}" srcId="{E6E3873D-A44B-43EA-A986-DB770D648FF9}" destId="{CFBADA52-B37C-48AD-9339-53EEC098ED7E}" srcOrd="1" destOrd="0" parTransId="{0211729D-F75F-4A88-9EF7-2AC9C2049860}" sibTransId="{C1239436-9AF9-42B2-9B29-C6072F974A76}"/>
    <dgm:cxn modelId="{6F0B1A20-C326-448C-9C29-E029F1E65E61}" srcId="{DEA9FE97-A8D5-45E0-858D-447AA677B91F}" destId="{E28645A4-7788-4FB0-9A3E-FA81722F4530}" srcOrd="0" destOrd="0" parTransId="{79F87829-5AC7-44C3-AF37-A41030906FEE}" sibTransId="{436E2C17-1650-48FE-B357-C4644AFB5A56}"/>
    <dgm:cxn modelId="{4D93B626-652D-4687-8919-D24AE728DCE7}" srcId="{03265A11-4F6F-497E-923A-DEF53B8AA40A}" destId="{4E156886-8B67-44BC-AD6A-4C9033BA2290}" srcOrd="1" destOrd="0" parTransId="{48DA3FB4-78EE-4890-A36C-785E4BA9AB08}" sibTransId="{715989ED-3E43-4889-BAD8-573BDDDA458C}"/>
    <dgm:cxn modelId="{F47A6B29-19D7-4CD8-BB22-4300321AD1E6}" type="presOf" srcId="{C468313F-5BBB-4A68-900B-68893BE2F84D}" destId="{9B783709-7805-40DE-B2FC-142D97C58A92}" srcOrd="0" destOrd="0" presId="urn:microsoft.com/office/officeart/2005/8/layout/hierarchy2"/>
    <dgm:cxn modelId="{44A10E2B-73E7-4BAB-B4D0-942A6FC64C88}" type="presOf" srcId="{EE804DFA-A99B-48E9-A8DC-3C3F73FBACA3}" destId="{01F2A4CB-9BF4-4CE2-B04D-5704971741F1}" srcOrd="1" destOrd="0" presId="urn:microsoft.com/office/officeart/2005/8/layout/hierarchy2"/>
    <dgm:cxn modelId="{B5B64F2E-9DBE-4D95-BB9F-F2E557893133}" srcId="{C468313F-5BBB-4A68-900B-68893BE2F84D}" destId="{E6E3873D-A44B-43EA-A986-DB770D648FF9}" srcOrd="0" destOrd="0" parTransId="{ED0C040E-D463-48FC-95E7-5548567DAFBD}" sibTransId="{071EE1DF-F315-439B-ABB7-F35BE297BE19}"/>
    <dgm:cxn modelId="{29853737-5E81-4D3E-9864-6F506AD17BA2}" type="presOf" srcId="{03265A11-4F6F-497E-923A-DEF53B8AA40A}" destId="{462203A8-7FF3-468C-B7ED-366F879B9686}" srcOrd="0" destOrd="0" presId="urn:microsoft.com/office/officeart/2005/8/layout/hierarchy2"/>
    <dgm:cxn modelId="{463FE941-2E2D-47CD-BDBC-236C80CC7A6B}" type="presOf" srcId="{1D7DC5C7-3E75-4894-8971-53FF78DC4948}" destId="{0A8167A6-4154-4A4B-AD6B-7977721271A2}" srcOrd="0" destOrd="0" presId="urn:microsoft.com/office/officeart/2005/8/layout/hierarchy2"/>
    <dgm:cxn modelId="{FC994346-51AB-4665-8425-B3F483ACB728}" type="presOf" srcId="{6F0FBA41-96C3-443E-9F43-F468E98F7680}" destId="{BBA265A7-5738-4F6A-A3A1-FCD2D90F7F64}" srcOrd="0" destOrd="0" presId="urn:microsoft.com/office/officeart/2005/8/layout/hierarchy2"/>
    <dgm:cxn modelId="{102A304B-DB42-4F86-9C03-2A80DC4774FB}" type="presOf" srcId="{B12548DB-816C-4031-9168-62369FF978E7}" destId="{04B9EA97-95BF-400F-A041-D5D4ACFB635E}" srcOrd="1" destOrd="0" presId="urn:microsoft.com/office/officeart/2005/8/layout/hierarchy2"/>
    <dgm:cxn modelId="{B26F944E-5E64-4A61-ACBD-B0984B4CEF16}" type="presOf" srcId="{E28645A4-7788-4FB0-9A3E-FA81722F4530}" destId="{572C756B-6453-40C8-A87A-FBE3742F84E3}" srcOrd="0" destOrd="0" presId="urn:microsoft.com/office/officeart/2005/8/layout/hierarchy2"/>
    <dgm:cxn modelId="{1AD3894F-8AE4-41BD-84DC-D8E87E30BDE7}" type="presOf" srcId="{233C9B5B-594D-480F-B1D5-8B141B7BE862}" destId="{942DDB9F-6861-431E-AAC0-9D52DDA9A925}" srcOrd="0" destOrd="0" presId="urn:microsoft.com/office/officeart/2005/8/layout/hierarchy2"/>
    <dgm:cxn modelId="{8BEDF04F-F8D5-4CD2-B306-885754933FD6}" type="presOf" srcId="{4E156886-8B67-44BC-AD6A-4C9033BA2290}" destId="{55B04F47-B9AA-4CD7-9A6E-B1C106DD177D}" srcOrd="0" destOrd="0" presId="urn:microsoft.com/office/officeart/2005/8/layout/hierarchy2"/>
    <dgm:cxn modelId="{73E1EC51-DF85-4215-8448-CD5020F2F3E7}" srcId="{E6E3873D-A44B-43EA-A986-DB770D648FF9}" destId="{69ADB3CE-1D3C-45ED-9497-6B236CBF7C8B}" srcOrd="0" destOrd="0" parTransId="{207EC2CD-BFC4-48C7-8B6F-E693F4E99F9B}" sibTransId="{DC502C58-937C-48C0-9513-AC7B3AA2F43D}"/>
    <dgm:cxn modelId="{C1D8505C-21DF-4A35-B6BD-7B46F7669CCE}" type="presOf" srcId="{29C79F75-3B87-4635-838B-EAA752DFB135}" destId="{3DC089E3-67EF-49E7-8AB6-BB85317AFA4B}" srcOrd="0" destOrd="0" presId="urn:microsoft.com/office/officeart/2005/8/layout/hierarchy2"/>
    <dgm:cxn modelId="{91E0E161-1DDC-4561-B459-CC170CFE7182}" srcId="{4E156886-8B67-44BC-AD6A-4C9033BA2290}" destId="{DB8AFEFD-E155-47BD-8946-690CE0D28F94}" srcOrd="0" destOrd="0" parTransId="{B12548DB-816C-4031-9168-62369FF978E7}" sibTransId="{B1DFF1D2-D4BA-4EC4-994A-221D59CF0C4F}"/>
    <dgm:cxn modelId="{24DDAC66-B3DF-49F8-A05B-6F555BF91184}" type="presOf" srcId="{DEA9FE97-A8D5-45E0-858D-447AA677B91F}" destId="{8FAE29E7-E49F-4B2A-B427-99D65925D1F2}" srcOrd="0" destOrd="0" presId="urn:microsoft.com/office/officeart/2005/8/layout/hierarchy2"/>
    <dgm:cxn modelId="{5866C566-4EC5-4E35-88C8-258336F5173A}" type="presOf" srcId="{0211729D-F75F-4A88-9EF7-2AC9C2049860}" destId="{E13215EF-E9AC-4F06-BBA2-64D71BCAC764}" srcOrd="1" destOrd="0" presId="urn:microsoft.com/office/officeart/2005/8/layout/hierarchy2"/>
    <dgm:cxn modelId="{99E6AA6B-3119-46C3-9AEC-5EF6B1F8620D}" type="presOf" srcId="{48DA3FB4-78EE-4890-A36C-785E4BA9AB08}" destId="{DFD3C6C2-6840-42B3-B88E-B6B5BB4D6426}" srcOrd="1" destOrd="0" presId="urn:microsoft.com/office/officeart/2005/8/layout/hierarchy2"/>
    <dgm:cxn modelId="{4984F870-EE21-440E-A20D-3A324B66DE2E}" type="presOf" srcId="{E6E3873D-A44B-43EA-A986-DB770D648FF9}" destId="{9231891F-6D7B-4B3D-A0F0-D4936D57DE91}" srcOrd="0" destOrd="0" presId="urn:microsoft.com/office/officeart/2005/8/layout/hierarchy2"/>
    <dgm:cxn modelId="{0CDC1371-9E27-4E8A-98E4-2C6F80BBA889}" type="presOf" srcId="{0211729D-F75F-4A88-9EF7-2AC9C2049860}" destId="{0AEAB822-C083-4D20-881D-C3A4CF9F1997}" srcOrd="0" destOrd="0" presId="urn:microsoft.com/office/officeart/2005/8/layout/hierarchy2"/>
    <dgm:cxn modelId="{CF755875-7648-4263-B9E8-B1FDF20470E2}" srcId="{29C79F75-3B87-4635-838B-EAA752DFB135}" destId="{17969F25-9099-4C48-8332-DADF9D3779A1}" srcOrd="0" destOrd="0" parTransId="{8D4F2C8B-D4F9-422D-BC30-920BAF567065}" sibTransId="{50411DBA-5EB0-4E0E-8E34-C19EDC067F69}"/>
    <dgm:cxn modelId="{58ECDC75-427D-49D5-89CA-0220A54F75ED}" type="presOf" srcId="{1FC38E6B-A17B-4EAA-B42B-E5937AB70F71}" destId="{BAD3009A-130B-4A49-BF42-0E3D94E5DE75}" srcOrd="1" destOrd="0" presId="urn:microsoft.com/office/officeart/2005/8/layout/hierarchy2"/>
    <dgm:cxn modelId="{378E938B-F3EB-40CA-A4AC-0566B2F4F642}" type="presOf" srcId="{294BACB0-5324-464B-BC10-2F0A50743440}" destId="{B2E01620-4683-4281-8659-8EBFFEE2C630}" srcOrd="1" destOrd="0" presId="urn:microsoft.com/office/officeart/2005/8/layout/hierarchy2"/>
    <dgm:cxn modelId="{FDB4DF8B-B05E-4A94-8616-B0CD9A3DB8B0}" type="presOf" srcId="{1FC38E6B-A17B-4EAA-B42B-E5937AB70F71}" destId="{BD94EBDC-37F3-44DF-8F02-049D2174EBA9}" srcOrd="0" destOrd="0" presId="urn:microsoft.com/office/officeart/2005/8/layout/hierarchy2"/>
    <dgm:cxn modelId="{9727BD91-AE4C-4150-9B9B-739A309CA52C}" type="presOf" srcId="{B69564B6-0020-4982-89FD-8C3759333D6E}" destId="{BDF542EA-C933-41DF-95C3-24E90A622AE3}" srcOrd="0" destOrd="0" presId="urn:microsoft.com/office/officeart/2005/8/layout/hierarchy2"/>
    <dgm:cxn modelId="{6B16B094-9C33-47C8-B4E4-51428161F974}" type="presOf" srcId="{233C9B5B-594D-480F-B1D5-8B141B7BE862}" destId="{A0ABF69A-D672-478B-B1F8-CE1FDAF2097C}" srcOrd="1" destOrd="0" presId="urn:microsoft.com/office/officeart/2005/8/layout/hierarchy2"/>
    <dgm:cxn modelId="{4692F994-5336-4312-9F57-DC0CD465F11A}" srcId="{03265A11-4F6F-497E-923A-DEF53B8AA40A}" destId="{C468313F-5BBB-4A68-900B-68893BE2F84D}" srcOrd="0" destOrd="0" parTransId="{3D4B6F59-BEF5-467C-A9A6-BF60E0825488}" sibTransId="{2AA81147-664C-4775-8B2E-93EEBD733640}"/>
    <dgm:cxn modelId="{6D65A596-ED16-42A2-87D4-21697D84C3B6}" type="presOf" srcId="{8D4F2C8B-D4F9-422D-BC30-920BAF567065}" destId="{9833E2F2-21BE-43D0-A6D6-F97E1E34A6A4}" srcOrd="0" destOrd="0" presId="urn:microsoft.com/office/officeart/2005/8/layout/hierarchy2"/>
    <dgm:cxn modelId="{60976A97-B2AD-433B-8DF2-D1279B7CB12F}" type="presOf" srcId="{294BACB0-5324-464B-BC10-2F0A50743440}" destId="{2BDB2B48-649A-4F8D-B8B4-DA8C87C97D6E}" srcOrd="0" destOrd="0" presId="urn:microsoft.com/office/officeart/2005/8/layout/hierarchy2"/>
    <dgm:cxn modelId="{0B68A99A-1778-436C-B812-16D03DEAC537}" type="presOf" srcId="{3D4B6F59-BEF5-467C-A9A6-BF60E0825488}" destId="{45743E90-41C8-4B0A-A8F7-D3B173CA8717}" srcOrd="0" destOrd="0" presId="urn:microsoft.com/office/officeart/2005/8/layout/hierarchy2"/>
    <dgm:cxn modelId="{FFEEE89A-47A4-4460-AD44-955603C6E325}" type="presOf" srcId="{207EC2CD-BFC4-48C7-8B6F-E693F4E99F9B}" destId="{426ECE25-9A28-46CD-9A1F-924C5DF46A30}" srcOrd="0" destOrd="0" presId="urn:microsoft.com/office/officeart/2005/8/layout/hierarchy2"/>
    <dgm:cxn modelId="{108C269B-C6AC-4626-B0FF-21A66DCE9DEF}" type="presOf" srcId="{B12548DB-816C-4031-9168-62369FF978E7}" destId="{3E41EFF0-D14B-4DEA-98AF-1055BDBEC751}" srcOrd="0" destOrd="0" presId="urn:microsoft.com/office/officeart/2005/8/layout/hierarchy2"/>
    <dgm:cxn modelId="{0194E69D-BB47-4088-B24A-4121E00E529A}" type="presOf" srcId="{CFBADA52-B37C-48AD-9339-53EEC098ED7E}" destId="{9A8DF963-AF61-4B1C-A9CA-AECDFA9231F2}" srcOrd="0" destOrd="0" presId="urn:microsoft.com/office/officeart/2005/8/layout/hierarchy2"/>
    <dgm:cxn modelId="{A8FED69E-ACFB-46FB-97A0-8B7A643CE2B7}" type="presOf" srcId="{17969F25-9099-4C48-8332-DADF9D3779A1}" destId="{08C4CB74-10EB-4E8C-9321-B2B24D0D3C36}" srcOrd="0" destOrd="0" presId="urn:microsoft.com/office/officeart/2005/8/layout/hierarchy2"/>
    <dgm:cxn modelId="{09E0C9A6-9B76-4E88-9D4B-708BCA05F3FB}" type="presOf" srcId="{79F87829-5AC7-44C3-AF37-A41030906FEE}" destId="{EFB7A230-7FB5-4DC9-A8FE-6A180C087403}" srcOrd="0" destOrd="0" presId="urn:microsoft.com/office/officeart/2005/8/layout/hierarchy2"/>
    <dgm:cxn modelId="{9E481FAF-A49D-4669-80BF-288C7A08DB09}" type="presOf" srcId="{8D4F2C8B-D4F9-422D-BC30-920BAF567065}" destId="{B44ED8AB-CBD7-4DB1-B5E8-F79577EB5F9C}" srcOrd="1" destOrd="0" presId="urn:microsoft.com/office/officeart/2005/8/layout/hierarchy2"/>
    <dgm:cxn modelId="{43518BAF-351C-449B-9CF8-FFF807E3F922}" type="presOf" srcId="{ED0C040E-D463-48FC-95E7-5548567DAFBD}" destId="{E12C13B1-1137-41EB-8636-93D40632304E}" srcOrd="0" destOrd="0" presId="urn:microsoft.com/office/officeart/2005/8/layout/hierarchy2"/>
    <dgm:cxn modelId="{465E5AB1-CF77-44DF-9BA2-40D27EE6D4F4}" type="presOf" srcId="{69ADB3CE-1D3C-45ED-9497-6B236CBF7C8B}" destId="{6A12E9C0-15D5-4527-9628-08E6BE6664E4}" srcOrd="0" destOrd="0" presId="urn:microsoft.com/office/officeart/2005/8/layout/hierarchy2"/>
    <dgm:cxn modelId="{B2C6D1BC-D943-40DD-B8D8-5337A88953A4}" srcId="{69ADB3CE-1D3C-45ED-9497-6B236CBF7C8B}" destId="{6F0FBA41-96C3-443E-9F43-F468E98F7680}" srcOrd="0" destOrd="0" parTransId="{EE804DFA-A99B-48E9-A8DC-3C3F73FBACA3}" sibTransId="{0353FC9A-6AD7-49B1-8BCB-DA5616EAE033}"/>
    <dgm:cxn modelId="{B9F3EDC0-003C-44CE-A266-6A784E199BED}" srcId="{DEA9FE97-A8D5-45E0-858D-447AA677B91F}" destId="{29C79F75-3B87-4635-838B-EAA752DFB135}" srcOrd="1" destOrd="0" parTransId="{1FC38E6B-A17B-4EAA-B42B-E5937AB70F71}" sibTransId="{3D58FBB7-1D62-427E-8578-87EDC144CE13}"/>
    <dgm:cxn modelId="{8EE018C6-6BF7-48E5-9DA4-09BD660F862E}" type="presOf" srcId="{3D4B6F59-BEF5-467C-A9A6-BF60E0825488}" destId="{013AD8A8-899B-489B-82FB-B089EF73F59F}" srcOrd="1" destOrd="0" presId="urn:microsoft.com/office/officeart/2005/8/layout/hierarchy2"/>
    <dgm:cxn modelId="{7BA739CE-FED5-4702-8F83-29ED14DD6C0F}" type="presOf" srcId="{DB8AFEFD-E155-47BD-8946-690CE0D28F94}" destId="{69D3801C-9C46-477A-B46E-E8E48FD0C382}" srcOrd="0" destOrd="0" presId="urn:microsoft.com/office/officeart/2005/8/layout/hierarchy2"/>
    <dgm:cxn modelId="{C96053D6-9788-4D7F-84AC-08BC1C5BF203}" srcId="{1D7DC5C7-3E75-4894-8971-53FF78DC4948}" destId="{DEA9FE97-A8D5-45E0-858D-447AA677B91F}" srcOrd="0" destOrd="0" parTransId="{C9E5A135-3E1A-4D1A-AB43-4C165064A7C0}" sibTransId="{D300AFB0-07C7-422D-A787-714480460D4B}"/>
    <dgm:cxn modelId="{B4B544EC-5B65-4BD8-B2E8-F82FC0159DDB}" type="presOf" srcId="{79F87829-5AC7-44C3-AF37-A41030906FEE}" destId="{D5CC1BDE-5B60-49F0-9C58-9ABF98D6BFFA}" srcOrd="1" destOrd="0" presId="urn:microsoft.com/office/officeart/2005/8/layout/hierarchy2"/>
    <dgm:cxn modelId="{B7984FED-5415-4D90-A22C-CA275A447383}" type="presOf" srcId="{EE804DFA-A99B-48E9-A8DC-3C3F73FBACA3}" destId="{1BC9E05E-412D-4ECD-BE49-DD5EE4A4E242}" srcOrd="0" destOrd="0" presId="urn:microsoft.com/office/officeart/2005/8/layout/hierarchy2"/>
    <dgm:cxn modelId="{737645F0-DD1C-4AF6-B4E8-AD661F224311}" type="presOf" srcId="{48DA3FB4-78EE-4890-A36C-785E4BA9AB08}" destId="{366BFDD2-D5CB-4332-B3CA-F0DEB60D0BB7}" srcOrd="0" destOrd="0" presId="urn:microsoft.com/office/officeart/2005/8/layout/hierarchy2"/>
    <dgm:cxn modelId="{9F7E45FD-7EF2-4DEC-8C85-E46ECEFE95F3}" type="presOf" srcId="{207EC2CD-BFC4-48C7-8B6F-E693F4E99F9B}" destId="{AFE01EF1-EBB3-423D-84A2-A37E76E18563}" srcOrd="1" destOrd="0" presId="urn:microsoft.com/office/officeart/2005/8/layout/hierarchy2"/>
    <dgm:cxn modelId="{F82F83FE-D06A-4BDB-8980-163A8DD6A14F}" type="presOf" srcId="{ED0C040E-D463-48FC-95E7-5548567DAFBD}" destId="{D191352C-DDFA-4305-B8B8-CB7D6099DD09}" srcOrd="1" destOrd="0" presId="urn:microsoft.com/office/officeart/2005/8/layout/hierarchy2"/>
    <dgm:cxn modelId="{0F006B13-75B0-4D91-8CBA-68D6339827AF}" type="presParOf" srcId="{0A8167A6-4154-4A4B-AD6B-7977721271A2}" destId="{4EF32F79-844A-40D0-AFCF-B8F039BDBF75}" srcOrd="0" destOrd="0" presId="urn:microsoft.com/office/officeart/2005/8/layout/hierarchy2"/>
    <dgm:cxn modelId="{CB6A97DB-2798-4733-B15E-9942BA3342BD}" type="presParOf" srcId="{4EF32F79-844A-40D0-AFCF-B8F039BDBF75}" destId="{8FAE29E7-E49F-4B2A-B427-99D65925D1F2}" srcOrd="0" destOrd="0" presId="urn:microsoft.com/office/officeart/2005/8/layout/hierarchy2"/>
    <dgm:cxn modelId="{2D440D0A-7A80-47B7-8B21-8A4FB5B44C8E}" type="presParOf" srcId="{4EF32F79-844A-40D0-AFCF-B8F039BDBF75}" destId="{88FB677A-C90F-4873-A735-5DDC72019D1E}" srcOrd="1" destOrd="0" presId="urn:microsoft.com/office/officeart/2005/8/layout/hierarchy2"/>
    <dgm:cxn modelId="{B1A9B931-BC79-4945-B327-4E9ED42D6011}" type="presParOf" srcId="{88FB677A-C90F-4873-A735-5DDC72019D1E}" destId="{EFB7A230-7FB5-4DC9-A8FE-6A180C087403}" srcOrd="0" destOrd="0" presId="urn:microsoft.com/office/officeart/2005/8/layout/hierarchy2"/>
    <dgm:cxn modelId="{D3EE3209-6DC4-4045-AF69-B862116B00C0}" type="presParOf" srcId="{EFB7A230-7FB5-4DC9-A8FE-6A180C087403}" destId="{D5CC1BDE-5B60-49F0-9C58-9ABF98D6BFFA}" srcOrd="0" destOrd="0" presId="urn:microsoft.com/office/officeart/2005/8/layout/hierarchy2"/>
    <dgm:cxn modelId="{484C52A4-DBE3-4738-A69D-639240E4534E}" type="presParOf" srcId="{88FB677A-C90F-4873-A735-5DDC72019D1E}" destId="{F2EF4EAF-0FB2-48DB-8CC8-1BA2299AC0E7}" srcOrd="1" destOrd="0" presId="urn:microsoft.com/office/officeart/2005/8/layout/hierarchy2"/>
    <dgm:cxn modelId="{F8FE2DA8-E100-42CB-8FDE-0B2E6F44AB71}" type="presParOf" srcId="{F2EF4EAF-0FB2-48DB-8CC8-1BA2299AC0E7}" destId="{572C756B-6453-40C8-A87A-FBE3742F84E3}" srcOrd="0" destOrd="0" presId="urn:microsoft.com/office/officeart/2005/8/layout/hierarchy2"/>
    <dgm:cxn modelId="{CFD9D65D-45C2-4482-960E-9AA6BEF487B9}" type="presParOf" srcId="{F2EF4EAF-0FB2-48DB-8CC8-1BA2299AC0E7}" destId="{B98EF863-E7C3-4FB5-BB10-933D2EF0B85C}" srcOrd="1" destOrd="0" presId="urn:microsoft.com/office/officeart/2005/8/layout/hierarchy2"/>
    <dgm:cxn modelId="{1101A7A4-B529-4972-98B9-DBE2DBF1A873}" type="presParOf" srcId="{B98EF863-E7C3-4FB5-BB10-933D2EF0B85C}" destId="{2BDB2B48-649A-4F8D-B8B4-DA8C87C97D6E}" srcOrd="0" destOrd="0" presId="urn:microsoft.com/office/officeart/2005/8/layout/hierarchy2"/>
    <dgm:cxn modelId="{6DF1582A-D41C-4113-A179-E503F84D91E8}" type="presParOf" srcId="{2BDB2B48-649A-4F8D-B8B4-DA8C87C97D6E}" destId="{B2E01620-4683-4281-8659-8EBFFEE2C630}" srcOrd="0" destOrd="0" presId="urn:microsoft.com/office/officeart/2005/8/layout/hierarchy2"/>
    <dgm:cxn modelId="{5ADD6053-640F-4E96-B5CF-A76C675A934F}" type="presParOf" srcId="{B98EF863-E7C3-4FB5-BB10-933D2EF0B85C}" destId="{0CAAD5A0-3580-4E32-8301-3E52CF7918D7}" srcOrd="1" destOrd="0" presId="urn:microsoft.com/office/officeart/2005/8/layout/hierarchy2"/>
    <dgm:cxn modelId="{FD446ED9-E13E-4A4E-A88A-98F9F0EDCBC3}" type="presParOf" srcId="{0CAAD5A0-3580-4E32-8301-3E52CF7918D7}" destId="{462203A8-7FF3-468C-B7ED-366F879B9686}" srcOrd="0" destOrd="0" presId="urn:microsoft.com/office/officeart/2005/8/layout/hierarchy2"/>
    <dgm:cxn modelId="{5CD68DF8-2597-486A-B48D-D4EABFB223BE}" type="presParOf" srcId="{0CAAD5A0-3580-4E32-8301-3E52CF7918D7}" destId="{A02E5463-48F4-4149-AAB9-EE839857516D}" srcOrd="1" destOrd="0" presId="urn:microsoft.com/office/officeart/2005/8/layout/hierarchy2"/>
    <dgm:cxn modelId="{FCA77948-76D7-4920-971A-A2BECBC50563}" type="presParOf" srcId="{A02E5463-48F4-4149-AAB9-EE839857516D}" destId="{45743E90-41C8-4B0A-A8F7-D3B173CA8717}" srcOrd="0" destOrd="0" presId="urn:microsoft.com/office/officeart/2005/8/layout/hierarchy2"/>
    <dgm:cxn modelId="{18A0FF66-73F7-434E-9197-6D6BFA9D88B4}" type="presParOf" srcId="{45743E90-41C8-4B0A-A8F7-D3B173CA8717}" destId="{013AD8A8-899B-489B-82FB-B089EF73F59F}" srcOrd="0" destOrd="0" presId="urn:microsoft.com/office/officeart/2005/8/layout/hierarchy2"/>
    <dgm:cxn modelId="{6E5CE7CC-A503-42A9-A997-E10305E31C2D}" type="presParOf" srcId="{A02E5463-48F4-4149-AAB9-EE839857516D}" destId="{C865992C-6B04-47E4-A1CF-66AD90F9F232}" srcOrd="1" destOrd="0" presId="urn:microsoft.com/office/officeart/2005/8/layout/hierarchy2"/>
    <dgm:cxn modelId="{6BA450A6-8825-4DB7-B859-B2CEABA383A4}" type="presParOf" srcId="{C865992C-6B04-47E4-A1CF-66AD90F9F232}" destId="{9B783709-7805-40DE-B2FC-142D97C58A92}" srcOrd="0" destOrd="0" presId="urn:microsoft.com/office/officeart/2005/8/layout/hierarchy2"/>
    <dgm:cxn modelId="{6522722B-EBA6-4D8F-9002-C14E70F6F582}" type="presParOf" srcId="{C865992C-6B04-47E4-A1CF-66AD90F9F232}" destId="{415C1BFD-2565-4725-8001-9D133F892C5C}" srcOrd="1" destOrd="0" presId="urn:microsoft.com/office/officeart/2005/8/layout/hierarchy2"/>
    <dgm:cxn modelId="{E581127E-5DB6-49D6-9C38-42DBA478B6B7}" type="presParOf" srcId="{415C1BFD-2565-4725-8001-9D133F892C5C}" destId="{E12C13B1-1137-41EB-8636-93D40632304E}" srcOrd="0" destOrd="0" presId="urn:microsoft.com/office/officeart/2005/8/layout/hierarchy2"/>
    <dgm:cxn modelId="{EAEA16F0-3278-4A2E-8584-7FD44C0EB338}" type="presParOf" srcId="{E12C13B1-1137-41EB-8636-93D40632304E}" destId="{D191352C-DDFA-4305-B8B8-CB7D6099DD09}" srcOrd="0" destOrd="0" presId="urn:microsoft.com/office/officeart/2005/8/layout/hierarchy2"/>
    <dgm:cxn modelId="{0651EDB4-E816-442B-AD2C-A32F5BB25F2A}" type="presParOf" srcId="{415C1BFD-2565-4725-8001-9D133F892C5C}" destId="{375B643C-AAEF-40EB-A1F3-520972234690}" srcOrd="1" destOrd="0" presId="urn:microsoft.com/office/officeart/2005/8/layout/hierarchy2"/>
    <dgm:cxn modelId="{24F06B24-F141-4DE6-B2E2-6480754985C5}" type="presParOf" srcId="{375B643C-AAEF-40EB-A1F3-520972234690}" destId="{9231891F-6D7B-4B3D-A0F0-D4936D57DE91}" srcOrd="0" destOrd="0" presId="urn:microsoft.com/office/officeart/2005/8/layout/hierarchy2"/>
    <dgm:cxn modelId="{BEBAB789-D3DA-4182-991D-A8B1CC9FFC66}" type="presParOf" srcId="{375B643C-AAEF-40EB-A1F3-520972234690}" destId="{F066F533-D7F6-40A9-9792-91B1D6B6A137}" srcOrd="1" destOrd="0" presId="urn:microsoft.com/office/officeart/2005/8/layout/hierarchy2"/>
    <dgm:cxn modelId="{6F251409-86A3-4D21-A1D4-28CB8BF44380}" type="presParOf" srcId="{F066F533-D7F6-40A9-9792-91B1D6B6A137}" destId="{426ECE25-9A28-46CD-9A1F-924C5DF46A30}" srcOrd="0" destOrd="0" presId="urn:microsoft.com/office/officeart/2005/8/layout/hierarchy2"/>
    <dgm:cxn modelId="{892A5C2F-45ED-4E4D-96EE-7778C5D775EA}" type="presParOf" srcId="{426ECE25-9A28-46CD-9A1F-924C5DF46A30}" destId="{AFE01EF1-EBB3-423D-84A2-A37E76E18563}" srcOrd="0" destOrd="0" presId="urn:microsoft.com/office/officeart/2005/8/layout/hierarchy2"/>
    <dgm:cxn modelId="{EE6266B6-9C45-4503-AC04-BCCF67AB4EFD}" type="presParOf" srcId="{F066F533-D7F6-40A9-9792-91B1D6B6A137}" destId="{5A40D2A9-81C6-4608-B10E-D0FFFA1E8927}" srcOrd="1" destOrd="0" presId="urn:microsoft.com/office/officeart/2005/8/layout/hierarchy2"/>
    <dgm:cxn modelId="{39F3CDFD-FE0C-4FBC-8277-5C0750EC19B0}" type="presParOf" srcId="{5A40D2A9-81C6-4608-B10E-D0FFFA1E8927}" destId="{6A12E9C0-15D5-4527-9628-08E6BE6664E4}" srcOrd="0" destOrd="0" presId="urn:microsoft.com/office/officeart/2005/8/layout/hierarchy2"/>
    <dgm:cxn modelId="{0F69FEB8-44D0-4936-8AB0-3C2D1642F939}" type="presParOf" srcId="{5A40D2A9-81C6-4608-B10E-D0FFFA1E8927}" destId="{57B0B2F7-A9F3-40B1-8DB7-A279F2D5A6CB}" srcOrd="1" destOrd="0" presId="urn:microsoft.com/office/officeart/2005/8/layout/hierarchy2"/>
    <dgm:cxn modelId="{5BE1BC17-A8AC-4D8A-86B2-5879FEBD94BF}" type="presParOf" srcId="{57B0B2F7-A9F3-40B1-8DB7-A279F2D5A6CB}" destId="{1BC9E05E-412D-4ECD-BE49-DD5EE4A4E242}" srcOrd="0" destOrd="0" presId="urn:microsoft.com/office/officeart/2005/8/layout/hierarchy2"/>
    <dgm:cxn modelId="{C4E542B7-4A06-417A-A3F0-3D44E9A073CE}" type="presParOf" srcId="{1BC9E05E-412D-4ECD-BE49-DD5EE4A4E242}" destId="{01F2A4CB-9BF4-4CE2-B04D-5704971741F1}" srcOrd="0" destOrd="0" presId="urn:microsoft.com/office/officeart/2005/8/layout/hierarchy2"/>
    <dgm:cxn modelId="{4F11C049-FFA4-4A28-BBFF-77782E22891A}" type="presParOf" srcId="{57B0B2F7-A9F3-40B1-8DB7-A279F2D5A6CB}" destId="{7D926A21-BC24-4B56-A983-2236B101FD7F}" srcOrd="1" destOrd="0" presId="urn:microsoft.com/office/officeart/2005/8/layout/hierarchy2"/>
    <dgm:cxn modelId="{991A7DDF-3706-48AA-AFF5-C37BF8DC1681}" type="presParOf" srcId="{7D926A21-BC24-4B56-A983-2236B101FD7F}" destId="{BBA265A7-5738-4F6A-A3A1-FCD2D90F7F64}" srcOrd="0" destOrd="0" presId="urn:microsoft.com/office/officeart/2005/8/layout/hierarchy2"/>
    <dgm:cxn modelId="{FC19A86B-F00A-44B0-AF26-4819A7345B4E}" type="presParOf" srcId="{7D926A21-BC24-4B56-A983-2236B101FD7F}" destId="{C836D4C0-F423-4BFB-B297-DB0F9F3134F3}" srcOrd="1" destOrd="0" presId="urn:microsoft.com/office/officeart/2005/8/layout/hierarchy2"/>
    <dgm:cxn modelId="{3BDC224A-BB54-487A-B4D8-EB063AC64B79}" type="presParOf" srcId="{F066F533-D7F6-40A9-9792-91B1D6B6A137}" destId="{0AEAB822-C083-4D20-881D-C3A4CF9F1997}" srcOrd="2" destOrd="0" presId="urn:microsoft.com/office/officeart/2005/8/layout/hierarchy2"/>
    <dgm:cxn modelId="{7C7F1C64-D66B-4618-80DA-0E8BD30983EE}" type="presParOf" srcId="{0AEAB822-C083-4D20-881D-C3A4CF9F1997}" destId="{E13215EF-E9AC-4F06-BBA2-64D71BCAC764}" srcOrd="0" destOrd="0" presId="urn:microsoft.com/office/officeart/2005/8/layout/hierarchy2"/>
    <dgm:cxn modelId="{1C153314-D8CD-4299-B79A-D3C448B74820}" type="presParOf" srcId="{F066F533-D7F6-40A9-9792-91B1D6B6A137}" destId="{802C044E-9B7D-4A9A-9B80-4BB2C4A8F8BE}" srcOrd="3" destOrd="0" presId="urn:microsoft.com/office/officeart/2005/8/layout/hierarchy2"/>
    <dgm:cxn modelId="{AF90CCDF-8E11-4160-9B74-4E9C26E6845B}" type="presParOf" srcId="{802C044E-9B7D-4A9A-9B80-4BB2C4A8F8BE}" destId="{9A8DF963-AF61-4B1C-A9CA-AECDFA9231F2}" srcOrd="0" destOrd="0" presId="urn:microsoft.com/office/officeart/2005/8/layout/hierarchy2"/>
    <dgm:cxn modelId="{F5D37E03-1328-421E-97DB-89379ED1E9B2}" type="presParOf" srcId="{802C044E-9B7D-4A9A-9B80-4BB2C4A8F8BE}" destId="{6FF566DE-40A0-47D8-9D96-6C865436401B}" srcOrd="1" destOrd="0" presId="urn:microsoft.com/office/officeart/2005/8/layout/hierarchy2"/>
    <dgm:cxn modelId="{856F5561-559C-495B-A2E5-A31FF48745AD}" type="presParOf" srcId="{6FF566DE-40A0-47D8-9D96-6C865436401B}" destId="{942DDB9F-6861-431E-AAC0-9D52DDA9A925}" srcOrd="0" destOrd="0" presId="urn:microsoft.com/office/officeart/2005/8/layout/hierarchy2"/>
    <dgm:cxn modelId="{1B56DE5F-5332-45D7-8134-47E582EAD3CE}" type="presParOf" srcId="{942DDB9F-6861-431E-AAC0-9D52DDA9A925}" destId="{A0ABF69A-D672-478B-B1F8-CE1FDAF2097C}" srcOrd="0" destOrd="0" presId="urn:microsoft.com/office/officeart/2005/8/layout/hierarchy2"/>
    <dgm:cxn modelId="{C62A12D2-05C2-4C22-A31A-8A8C776B9DB9}" type="presParOf" srcId="{6FF566DE-40A0-47D8-9D96-6C865436401B}" destId="{1C085833-7C2D-4FBD-B7D0-7664ECC983E5}" srcOrd="1" destOrd="0" presId="urn:microsoft.com/office/officeart/2005/8/layout/hierarchy2"/>
    <dgm:cxn modelId="{136DCD1E-F4CC-494F-84BA-860EBF1FC226}" type="presParOf" srcId="{1C085833-7C2D-4FBD-B7D0-7664ECC983E5}" destId="{BDF542EA-C933-41DF-95C3-24E90A622AE3}" srcOrd="0" destOrd="0" presId="urn:microsoft.com/office/officeart/2005/8/layout/hierarchy2"/>
    <dgm:cxn modelId="{07C0E9BB-0DEB-4DF5-BA73-960129E878F4}" type="presParOf" srcId="{1C085833-7C2D-4FBD-B7D0-7664ECC983E5}" destId="{A7B0F63D-A1B9-4D4C-9BAE-5050FE221B49}" srcOrd="1" destOrd="0" presId="urn:microsoft.com/office/officeart/2005/8/layout/hierarchy2"/>
    <dgm:cxn modelId="{DA78AF65-955F-4396-A625-F8D70699BC20}" type="presParOf" srcId="{A02E5463-48F4-4149-AAB9-EE839857516D}" destId="{366BFDD2-D5CB-4332-B3CA-F0DEB60D0BB7}" srcOrd="2" destOrd="0" presId="urn:microsoft.com/office/officeart/2005/8/layout/hierarchy2"/>
    <dgm:cxn modelId="{0AD9FFC8-87C2-4468-8E9E-4AB3A6E6CF6D}" type="presParOf" srcId="{366BFDD2-D5CB-4332-B3CA-F0DEB60D0BB7}" destId="{DFD3C6C2-6840-42B3-B88E-B6B5BB4D6426}" srcOrd="0" destOrd="0" presId="urn:microsoft.com/office/officeart/2005/8/layout/hierarchy2"/>
    <dgm:cxn modelId="{B95B9544-8A15-4E61-9808-882DCC4C4E53}" type="presParOf" srcId="{A02E5463-48F4-4149-AAB9-EE839857516D}" destId="{2780A576-7911-4146-8F22-8040EAB6C94B}" srcOrd="3" destOrd="0" presId="urn:microsoft.com/office/officeart/2005/8/layout/hierarchy2"/>
    <dgm:cxn modelId="{ACFD2DD2-F356-4053-85D0-BE83F0BF3428}" type="presParOf" srcId="{2780A576-7911-4146-8F22-8040EAB6C94B}" destId="{55B04F47-B9AA-4CD7-9A6E-B1C106DD177D}" srcOrd="0" destOrd="0" presId="urn:microsoft.com/office/officeart/2005/8/layout/hierarchy2"/>
    <dgm:cxn modelId="{9E392E65-A9F8-4B67-93E0-2DD542DFA2F9}" type="presParOf" srcId="{2780A576-7911-4146-8F22-8040EAB6C94B}" destId="{18DE6C5E-C03C-46CC-9328-898D7D52CAED}" srcOrd="1" destOrd="0" presId="urn:microsoft.com/office/officeart/2005/8/layout/hierarchy2"/>
    <dgm:cxn modelId="{85FA1E9E-22B5-4A36-ACA3-7F882304F6C8}" type="presParOf" srcId="{18DE6C5E-C03C-46CC-9328-898D7D52CAED}" destId="{3E41EFF0-D14B-4DEA-98AF-1055BDBEC751}" srcOrd="0" destOrd="0" presId="urn:microsoft.com/office/officeart/2005/8/layout/hierarchy2"/>
    <dgm:cxn modelId="{8D079152-08A1-4250-AF59-3378044F3AB3}" type="presParOf" srcId="{3E41EFF0-D14B-4DEA-98AF-1055BDBEC751}" destId="{04B9EA97-95BF-400F-A041-D5D4ACFB635E}" srcOrd="0" destOrd="0" presId="urn:microsoft.com/office/officeart/2005/8/layout/hierarchy2"/>
    <dgm:cxn modelId="{CFDA3CFC-D20E-4A73-99B2-42586DDFB430}" type="presParOf" srcId="{18DE6C5E-C03C-46CC-9328-898D7D52CAED}" destId="{69645B42-8D64-450D-B5C8-086313552CDF}" srcOrd="1" destOrd="0" presId="urn:microsoft.com/office/officeart/2005/8/layout/hierarchy2"/>
    <dgm:cxn modelId="{D5FEB5BB-4971-4902-A6DB-331E7C46DC33}" type="presParOf" srcId="{69645B42-8D64-450D-B5C8-086313552CDF}" destId="{69D3801C-9C46-477A-B46E-E8E48FD0C382}" srcOrd="0" destOrd="0" presId="urn:microsoft.com/office/officeart/2005/8/layout/hierarchy2"/>
    <dgm:cxn modelId="{E84DE9B2-0BEE-41C9-B63C-68E7A2B7EBA9}" type="presParOf" srcId="{69645B42-8D64-450D-B5C8-086313552CDF}" destId="{0CD4E586-5D1D-4244-968C-57BFA184F88B}" srcOrd="1" destOrd="0" presId="urn:microsoft.com/office/officeart/2005/8/layout/hierarchy2"/>
    <dgm:cxn modelId="{691C1C63-8748-4F18-9161-5F872D1421F8}" type="presParOf" srcId="{88FB677A-C90F-4873-A735-5DDC72019D1E}" destId="{BD94EBDC-37F3-44DF-8F02-049D2174EBA9}" srcOrd="2" destOrd="0" presId="urn:microsoft.com/office/officeart/2005/8/layout/hierarchy2"/>
    <dgm:cxn modelId="{B3A979B4-1D43-4851-B8B7-BC4D1062EE53}" type="presParOf" srcId="{BD94EBDC-37F3-44DF-8F02-049D2174EBA9}" destId="{BAD3009A-130B-4A49-BF42-0E3D94E5DE75}" srcOrd="0" destOrd="0" presId="urn:microsoft.com/office/officeart/2005/8/layout/hierarchy2"/>
    <dgm:cxn modelId="{36F3CE05-8123-4421-9BE4-405149D9ACBD}" type="presParOf" srcId="{88FB677A-C90F-4873-A735-5DDC72019D1E}" destId="{493AAB41-ECEF-4532-BF47-7F3EE05B3C8D}" srcOrd="3" destOrd="0" presId="urn:microsoft.com/office/officeart/2005/8/layout/hierarchy2"/>
    <dgm:cxn modelId="{59612E3B-E2B2-44E5-B57E-2165C940703C}" type="presParOf" srcId="{493AAB41-ECEF-4532-BF47-7F3EE05B3C8D}" destId="{3DC089E3-67EF-49E7-8AB6-BB85317AFA4B}" srcOrd="0" destOrd="0" presId="urn:microsoft.com/office/officeart/2005/8/layout/hierarchy2"/>
    <dgm:cxn modelId="{F6E8820D-3612-4F6F-9440-8E9D407D38E1}" type="presParOf" srcId="{493AAB41-ECEF-4532-BF47-7F3EE05B3C8D}" destId="{70AFA82D-5CD7-4490-A89E-FC74DAD6AFE9}" srcOrd="1" destOrd="0" presId="urn:microsoft.com/office/officeart/2005/8/layout/hierarchy2"/>
    <dgm:cxn modelId="{B4D67570-D382-4ACC-9F99-9EBCF3DF6C1E}" type="presParOf" srcId="{70AFA82D-5CD7-4490-A89E-FC74DAD6AFE9}" destId="{9833E2F2-21BE-43D0-A6D6-F97E1E34A6A4}" srcOrd="0" destOrd="0" presId="urn:microsoft.com/office/officeart/2005/8/layout/hierarchy2"/>
    <dgm:cxn modelId="{B67B29F6-DE37-435E-9CC6-A48DD89B408F}" type="presParOf" srcId="{9833E2F2-21BE-43D0-A6D6-F97E1E34A6A4}" destId="{B44ED8AB-CBD7-4DB1-B5E8-F79577EB5F9C}" srcOrd="0" destOrd="0" presId="urn:microsoft.com/office/officeart/2005/8/layout/hierarchy2"/>
    <dgm:cxn modelId="{78E8F1EC-A402-401D-B81E-ECB4EA5767F2}" type="presParOf" srcId="{70AFA82D-5CD7-4490-A89E-FC74DAD6AFE9}" destId="{4ECFB598-8155-4E1D-8B51-26CDB1242A51}" srcOrd="1" destOrd="0" presId="urn:microsoft.com/office/officeart/2005/8/layout/hierarchy2"/>
    <dgm:cxn modelId="{97419119-C649-4D4D-A337-FB13A5F91AA4}" type="presParOf" srcId="{4ECFB598-8155-4E1D-8B51-26CDB1242A51}" destId="{08C4CB74-10EB-4E8C-9321-B2B24D0D3C36}" srcOrd="0" destOrd="0" presId="urn:microsoft.com/office/officeart/2005/8/layout/hierarchy2"/>
    <dgm:cxn modelId="{611E8ADA-4092-40B4-96AB-D0E21C2C274C}" type="presParOf" srcId="{4ECFB598-8155-4E1D-8B51-26CDB1242A51}" destId="{48FD4E7E-7855-4CBC-8867-BAF5238B108A}"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7DC5C7-3E75-4894-8971-53FF78DC4948}" type="doc">
      <dgm:prSet loTypeId="urn:microsoft.com/office/officeart/2005/8/layout/hierarchy2" loCatId="hierarchy" qsTypeId="urn:microsoft.com/office/officeart/2005/8/quickstyle/simple3" qsCatId="simple" csTypeId="urn:microsoft.com/office/officeart/2005/8/colors/colorful2" csCatId="colorful" phldr="1"/>
      <dgm:spPr/>
      <dgm:t>
        <a:bodyPr/>
        <a:lstStyle/>
        <a:p>
          <a:endParaRPr lang="en-US"/>
        </a:p>
      </dgm:t>
    </dgm:pt>
    <dgm:pt modelId="{DEA9FE97-A8D5-45E0-858D-447AA677B91F}">
      <dgm:prSet phldrT="[Text]"/>
      <dgm:spPr/>
      <dgm:t>
        <a:bodyPr/>
        <a:lstStyle/>
        <a:p>
          <a:r>
            <a:rPr lang="en-US" b="1" i="0" dirty="0"/>
            <a:t>Market Conditions</a:t>
          </a:r>
          <a:endParaRPr lang="en-US" b="1" dirty="0">
            <a:solidFill>
              <a:schemeClr val="accent5"/>
            </a:solidFill>
          </a:endParaRPr>
        </a:p>
      </dgm:t>
    </dgm:pt>
    <dgm:pt modelId="{C9E5A135-3E1A-4D1A-AB43-4C165064A7C0}" type="parTrans" cxnId="{C96053D6-9788-4D7F-84AC-08BC1C5BF203}">
      <dgm:prSet/>
      <dgm:spPr/>
      <dgm:t>
        <a:bodyPr/>
        <a:lstStyle/>
        <a:p>
          <a:endParaRPr lang="en-US" b="1">
            <a:solidFill>
              <a:schemeClr val="accent5"/>
            </a:solidFill>
          </a:endParaRPr>
        </a:p>
      </dgm:t>
    </dgm:pt>
    <dgm:pt modelId="{D300AFB0-07C7-422D-A787-714480460D4B}" type="sibTrans" cxnId="{C96053D6-9788-4D7F-84AC-08BC1C5BF203}">
      <dgm:prSet/>
      <dgm:spPr/>
      <dgm:t>
        <a:bodyPr/>
        <a:lstStyle/>
        <a:p>
          <a:endParaRPr lang="en-US" b="1">
            <a:solidFill>
              <a:schemeClr val="accent5"/>
            </a:solidFill>
          </a:endParaRPr>
        </a:p>
      </dgm:t>
    </dgm:pt>
    <dgm:pt modelId="{E28645A4-7788-4FB0-9A3E-FA81722F4530}">
      <dgm:prSet phldrT="[Text]"/>
      <dgm:spPr/>
      <dgm:t>
        <a:bodyPr/>
        <a:lstStyle/>
        <a:p>
          <a:r>
            <a:rPr lang="en-US" b="1" i="0" dirty="0"/>
            <a:t>Bullish</a:t>
          </a:r>
          <a:endParaRPr lang="en-US" b="1" dirty="0">
            <a:solidFill>
              <a:schemeClr val="accent5"/>
            </a:solidFill>
          </a:endParaRPr>
        </a:p>
      </dgm:t>
    </dgm:pt>
    <dgm:pt modelId="{79F87829-5AC7-44C3-AF37-A41030906FEE}" type="parTrans" cxnId="{6F0B1A20-C326-448C-9C29-E029F1E65E61}">
      <dgm:prSet/>
      <dgm:spPr/>
      <dgm:t>
        <a:bodyPr/>
        <a:lstStyle/>
        <a:p>
          <a:endParaRPr lang="en-US" b="1">
            <a:solidFill>
              <a:schemeClr val="accent5"/>
            </a:solidFill>
          </a:endParaRPr>
        </a:p>
      </dgm:t>
    </dgm:pt>
    <dgm:pt modelId="{436E2C17-1650-48FE-B357-C4644AFB5A56}" type="sibTrans" cxnId="{6F0B1A20-C326-448C-9C29-E029F1E65E61}">
      <dgm:prSet/>
      <dgm:spPr/>
      <dgm:t>
        <a:bodyPr/>
        <a:lstStyle/>
        <a:p>
          <a:endParaRPr lang="en-US" b="1">
            <a:solidFill>
              <a:schemeClr val="accent5"/>
            </a:solidFill>
          </a:endParaRPr>
        </a:p>
      </dgm:t>
    </dgm:pt>
    <dgm:pt modelId="{29C79F75-3B87-4635-838B-EAA752DFB135}">
      <dgm:prSet phldrT="[Text]"/>
      <dgm:spPr/>
      <dgm:t>
        <a:bodyPr/>
        <a:lstStyle/>
        <a:p>
          <a:r>
            <a:rPr lang="en-US" b="1" i="0" dirty="0"/>
            <a:t>Bearish</a:t>
          </a:r>
          <a:endParaRPr lang="en-US" b="1" dirty="0">
            <a:solidFill>
              <a:schemeClr val="accent5"/>
            </a:solidFill>
          </a:endParaRPr>
        </a:p>
      </dgm:t>
    </dgm:pt>
    <dgm:pt modelId="{1FC38E6B-A17B-4EAA-B42B-E5937AB70F71}" type="parTrans" cxnId="{B9F3EDC0-003C-44CE-A266-6A784E199BED}">
      <dgm:prSet/>
      <dgm:spPr/>
      <dgm:t>
        <a:bodyPr/>
        <a:lstStyle/>
        <a:p>
          <a:endParaRPr lang="en-US" b="1">
            <a:solidFill>
              <a:schemeClr val="accent5"/>
            </a:solidFill>
          </a:endParaRPr>
        </a:p>
      </dgm:t>
    </dgm:pt>
    <dgm:pt modelId="{3D58FBB7-1D62-427E-8578-87EDC144CE13}" type="sibTrans" cxnId="{B9F3EDC0-003C-44CE-A266-6A784E199BED}">
      <dgm:prSet/>
      <dgm:spPr/>
      <dgm:t>
        <a:bodyPr/>
        <a:lstStyle/>
        <a:p>
          <a:endParaRPr lang="en-US" b="1">
            <a:solidFill>
              <a:schemeClr val="accent5"/>
            </a:solidFill>
          </a:endParaRPr>
        </a:p>
      </dgm:t>
    </dgm:pt>
    <dgm:pt modelId="{17969F25-9099-4C48-8332-DADF9D3779A1}">
      <dgm:prSet/>
      <dgm:spPr/>
      <dgm:t>
        <a:bodyPr/>
        <a:lstStyle/>
        <a:p>
          <a:r>
            <a:rPr lang="en-US" b="1" dirty="0">
              <a:solidFill>
                <a:schemeClr val="accent5"/>
              </a:solidFill>
            </a:rPr>
            <a:t>Unstable </a:t>
          </a:r>
        </a:p>
      </dgm:t>
    </dgm:pt>
    <dgm:pt modelId="{8D4F2C8B-D4F9-422D-BC30-920BAF567065}" type="parTrans" cxnId="{CF755875-7648-4263-B9E8-B1FDF20470E2}">
      <dgm:prSet/>
      <dgm:spPr/>
      <dgm:t>
        <a:bodyPr/>
        <a:lstStyle/>
        <a:p>
          <a:endParaRPr lang="en-US" b="1">
            <a:solidFill>
              <a:schemeClr val="accent5"/>
            </a:solidFill>
          </a:endParaRPr>
        </a:p>
      </dgm:t>
    </dgm:pt>
    <dgm:pt modelId="{50411DBA-5EB0-4E0E-8E34-C19EDC067F69}" type="sibTrans" cxnId="{CF755875-7648-4263-B9E8-B1FDF20470E2}">
      <dgm:prSet/>
      <dgm:spPr/>
      <dgm:t>
        <a:bodyPr/>
        <a:lstStyle/>
        <a:p>
          <a:endParaRPr lang="en-US" b="1">
            <a:solidFill>
              <a:schemeClr val="accent5"/>
            </a:solidFill>
          </a:endParaRPr>
        </a:p>
      </dgm:t>
    </dgm:pt>
    <dgm:pt modelId="{C468313F-5BBB-4A68-900B-68893BE2F84D}">
      <dgm:prSet/>
      <dgm:spPr/>
      <dgm:t>
        <a:bodyPr/>
        <a:lstStyle/>
        <a:p>
          <a:r>
            <a:rPr lang="en-US" b="1" dirty="0">
              <a:solidFill>
                <a:schemeClr val="accent5"/>
              </a:solidFill>
            </a:rPr>
            <a:t>Positive </a:t>
          </a:r>
        </a:p>
      </dgm:t>
    </dgm:pt>
    <dgm:pt modelId="{3D4B6F59-BEF5-467C-A9A6-BF60E0825488}" type="parTrans" cxnId="{4692F994-5336-4312-9F57-DC0CD465F11A}">
      <dgm:prSet/>
      <dgm:spPr/>
      <dgm:t>
        <a:bodyPr/>
        <a:lstStyle/>
        <a:p>
          <a:endParaRPr lang="en-US" b="1">
            <a:solidFill>
              <a:schemeClr val="accent5"/>
            </a:solidFill>
          </a:endParaRPr>
        </a:p>
      </dgm:t>
    </dgm:pt>
    <dgm:pt modelId="{2AA81147-664C-4775-8B2E-93EEBD733640}" type="sibTrans" cxnId="{4692F994-5336-4312-9F57-DC0CD465F11A}">
      <dgm:prSet/>
      <dgm:spPr/>
      <dgm:t>
        <a:bodyPr/>
        <a:lstStyle/>
        <a:p>
          <a:endParaRPr lang="en-US" b="1">
            <a:solidFill>
              <a:schemeClr val="accent5"/>
            </a:solidFill>
          </a:endParaRPr>
        </a:p>
      </dgm:t>
    </dgm:pt>
    <dgm:pt modelId="{E6E3873D-A44B-43EA-A986-DB770D648FF9}">
      <dgm:prSet/>
      <dgm:spPr/>
      <dgm:t>
        <a:bodyPr/>
        <a:lstStyle/>
        <a:p>
          <a:r>
            <a:rPr lang="en-US" b="1" i="0" dirty="0"/>
            <a:t>Invest</a:t>
          </a:r>
          <a:endParaRPr lang="en-US" b="1" dirty="0">
            <a:solidFill>
              <a:schemeClr val="accent5"/>
            </a:solidFill>
          </a:endParaRPr>
        </a:p>
      </dgm:t>
    </dgm:pt>
    <dgm:pt modelId="{ED0C040E-D463-48FC-95E7-5548567DAFBD}" type="parTrans" cxnId="{B5B64F2E-9DBE-4D95-BB9F-F2E557893133}">
      <dgm:prSet/>
      <dgm:spPr/>
      <dgm:t>
        <a:bodyPr/>
        <a:lstStyle/>
        <a:p>
          <a:endParaRPr lang="en-US" b="1">
            <a:solidFill>
              <a:schemeClr val="accent5"/>
            </a:solidFill>
          </a:endParaRPr>
        </a:p>
      </dgm:t>
    </dgm:pt>
    <dgm:pt modelId="{071EE1DF-F315-439B-ABB7-F35BE297BE19}" type="sibTrans" cxnId="{B5B64F2E-9DBE-4D95-BB9F-F2E557893133}">
      <dgm:prSet/>
      <dgm:spPr/>
      <dgm:t>
        <a:bodyPr/>
        <a:lstStyle/>
        <a:p>
          <a:endParaRPr lang="en-US" b="1">
            <a:solidFill>
              <a:schemeClr val="accent5"/>
            </a:solidFill>
          </a:endParaRPr>
        </a:p>
      </dgm:t>
    </dgm:pt>
    <dgm:pt modelId="{4BA393C0-D74C-4F33-89C0-FD90E2BEA5DD}">
      <dgm:prSet/>
      <dgm:spPr/>
      <dgm:t>
        <a:bodyPr/>
        <a:lstStyle/>
        <a:p>
          <a:r>
            <a:rPr lang="en-US" b="1" dirty="0"/>
            <a:t>Stable </a:t>
          </a:r>
        </a:p>
      </dgm:t>
    </dgm:pt>
    <dgm:pt modelId="{EC083568-01AD-410A-887D-7E9BA5ACA3C9}" type="parTrans" cxnId="{69571422-D1FC-4A8F-BC21-A70D020559B7}">
      <dgm:prSet/>
      <dgm:spPr/>
      <dgm:t>
        <a:bodyPr/>
        <a:lstStyle/>
        <a:p>
          <a:endParaRPr lang="en-US" b="1"/>
        </a:p>
      </dgm:t>
    </dgm:pt>
    <dgm:pt modelId="{EA50243C-B7C8-43CA-A0D5-056682748C18}" type="sibTrans" cxnId="{69571422-D1FC-4A8F-BC21-A70D020559B7}">
      <dgm:prSet/>
      <dgm:spPr/>
      <dgm:t>
        <a:bodyPr/>
        <a:lstStyle/>
        <a:p>
          <a:endParaRPr lang="en-US" b="1"/>
        </a:p>
      </dgm:t>
    </dgm:pt>
    <dgm:pt modelId="{4F03ABD0-4CDD-46B5-AECF-31A8E382FEA2}">
      <dgm:prSet/>
      <dgm:spPr/>
      <dgm:t>
        <a:bodyPr/>
        <a:lstStyle/>
        <a:p>
          <a:r>
            <a:rPr lang="en-US" b="1" i="0" dirty="0"/>
            <a:t>Do not   invest         </a:t>
          </a:r>
          <a:endParaRPr lang="en-US" b="1" dirty="0"/>
        </a:p>
      </dgm:t>
    </dgm:pt>
    <dgm:pt modelId="{28BE65E9-5818-42D3-AE63-B3FA7BE7B093}" type="parTrans" cxnId="{797C2875-FBEE-4074-87D5-AB5D363AC570}">
      <dgm:prSet/>
      <dgm:spPr/>
      <dgm:t>
        <a:bodyPr/>
        <a:lstStyle/>
        <a:p>
          <a:endParaRPr lang="en-US" b="1"/>
        </a:p>
      </dgm:t>
    </dgm:pt>
    <dgm:pt modelId="{1139E153-9096-4B51-8845-725AA25B490C}" type="sibTrans" cxnId="{797C2875-FBEE-4074-87D5-AB5D363AC570}">
      <dgm:prSet/>
      <dgm:spPr/>
      <dgm:t>
        <a:bodyPr/>
        <a:lstStyle/>
        <a:p>
          <a:endParaRPr lang="en-US" b="1"/>
        </a:p>
      </dgm:t>
    </dgm:pt>
    <dgm:pt modelId="{F0292CA1-4087-4DB7-888D-02A12E350CFA}">
      <dgm:prSet/>
      <dgm:spPr/>
      <dgm:t>
        <a:bodyPr/>
        <a:lstStyle/>
        <a:p>
          <a:r>
            <a:rPr lang="en-US" b="1" i="0" dirty="0"/>
            <a:t>Invest</a:t>
          </a:r>
          <a:endParaRPr lang="en-US" b="1" dirty="0"/>
        </a:p>
      </dgm:t>
    </dgm:pt>
    <dgm:pt modelId="{EC94D0A3-A38F-4B80-B9E4-D22E454757BB}" type="parTrans" cxnId="{80FA0DBE-E2F5-4BFF-9910-0AE2E100C971}">
      <dgm:prSet/>
      <dgm:spPr/>
      <dgm:t>
        <a:bodyPr/>
        <a:lstStyle/>
        <a:p>
          <a:endParaRPr lang="en-US" b="1"/>
        </a:p>
      </dgm:t>
    </dgm:pt>
    <dgm:pt modelId="{8CECEDF6-1BE3-44BC-8071-07B3F31968E0}" type="sibTrans" cxnId="{80FA0DBE-E2F5-4BFF-9910-0AE2E100C971}">
      <dgm:prSet/>
      <dgm:spPr/>
      <dgm:t>
        <a:bodyPr/>
        <a:lstStyle/>
        <a:p>
          <a:endParaRPr lang="en-US" b="1"/>
        </a:p>
      </dgm:t>
    </dgm:pt>
    <dgm:pt modelId="{7A9B64C3-6FC4-4F52-AFEA-45C037F32B69}">
      <dgm:prSet/>
      <dgm:spPr/>
      <dgm:t>
        <a:bodyPr/>
        <a:lstStyle/>
        <a:p>
          <a:r>
            <a:rPr lang="en-US" b="1" i="0" dirty="0"/>
            <a:t>Do not   invest         </a:t>
          </a:r>
          <a:endParaRPr lang="en-US" b="1" dirty="0"/>
        </a:p>
      </dgm:t>
    </dgm:pt>
    <dgm:pt modelId="{FF2EC639-B6D3-4AB4-973C-EBFF192A37FD}" type="parTrans" cxnId="{13B3CD35-8A1B-438A-9D94-F2C539B80DBA}">
      <dgm:prSet/>
      <dgm:spPr/>
      <dgm:t>
        <a:bodyPr/>
        <a:lstStyle/>
        <a:p>
          <a:endParaRPr lang="en-US" b="1"/>
        </a:p>
      </dgm:t>
    </dgm:pt>
    <dgm:pt modelId="{ABE292CD-8E20-4F54-A98B-91C4EEEDD114}" type="sibTrans" cxnId="{13B3CD35-8A1B-438A-9D94-F2C539B80DBA}">
      <dgm:prSet/>
      <dgm:spPr/>
      <dgm:t>
        <a:bodyPr/>
        <a:lstStyle/>
        <a:p>
          <a:endParaRPr lang="en-US" b="1"/>
        </a:p>
      </dgm:t>
    </dgm:pt>
    <dgm:pt modelId="{61E7F68B-3153-450E-A00B-6F84D9CF9D00}">
      <dgm:prSet/>
      <dgm:spPr/>
      <dgm:t>
        <a:bodyPr/>
        <a:lstStyle/>
        <a:p>
          <a:r>
            <a:rPr lang="en-US" b="1" dirty="0"/>
            <a:t>Negative </a:t>
          </a:r>
        </a:p>
      </dgm:t>
    </dgm:pt>
    <dgm:pt modelId="{FB145DE8-DA26-489D-A568-E257BA5199D7}" type="sibTrans" cxnId="{99FC395E-50CC-487E-8BFB-BE5C87CA8776}">
      <dgm:prSet/>
      <dgm:spPr/>
      <dgm:t>
        <a:bodyPr/>
        <a:lstStyle/>
        <a:p>
          <a:endParaRPr lang="en-US" b="1"/>
        </a:p>
      </dgm:t>
    </dgm:pt>
    <dgm:pt modelId="{09D27CB3-7A81-4D35-9600-8D093740DE7C}" type="parTrans" cxnId="{99FC395E-50CC-487E-8BFB-BE5C87CA8776}">
      <dgm:prSet/>
      <dgm:spPr/>
      <dgm:t>
        <a:bodyPr/>
        <a:lstStyle/>
        <a:p>
          <a:endParaRPr lang="en-US" b="1"/>
        </a:p>
      </dgm:t>
    </dgm:pt>
    <dgm:pt modelId="{0A8167A6-4154-4A4B-AD6B-7977721271A2}" type="pres">
      <dgm:prSet presAssocID="{1D7DC5C7-3E75-4894-8971-53FF78DC4948}" presName="diagram" presStyleCnt="0">
        <dgm:presLayoutVars>
          <dgm:chPref val="1"/>
          <dgm:dir/>
          <dgm:animOne val="branch"/>
          <dgm:animLvl val="lvl"/>
          <dgm:resizeHandles val="exact"/>
        </dgm:presLayoutVars>
      </dgm:prSet>
      <dgm:spPr/>
    </dgm:pt>
    <dgm:pt modelId="{4EF32F79-844A-40D0-AFCF-B8F039BDBF75}" type="pres">
      <dgm:prSet presAssocID="{DEA9FE97-A8D5-45E0-858D-447AA677B91F}" presName="root1" presStyleCnt="0"/>
      <dgm:spPr/>
    </dgm:pt>
    <dgm:pt modelId="{8FAE29E7-E49F-4B2A-B427-99D65925D1F2}" type="pres">
      <dgm:prSet presAssocID="{DEA9FE97-A8D5-45E0-858D-447AA677B91F}" presName="LevelOneTextNode" presStyleLbl="node0" presStyleIdx="0" presStyleCnt="1">
        <dgm:presLayoutVars>
          <dgm:chPref val="3"/>
        </dgm:presLayoutVars>
      </dgm:prSet>
      <dgm:spPr/>
    </dgm:pt>
    <dgm:pt modelId="{88FB677A-C90F-4873-A735-5DDC72019D1E}" type="pres">
      <dgm:prSet presAssocID="{DEA9FE97-A8D5-45E0-858D-447AA677B91F}" presName="level2hierChild" presStyleCnt="0"/>
      <dgm:spPr/>
    </dgm:pt>
    <dgm:pt modelId="{EFB7A230-7FB5-4DC9-A8FE-6A180C087403}" type="pres">
      <dgm:prSet presAssocID="{79F87829-5AC7-44C3-AF37-A41030906FEE}" presName="conn2-1" presStyleLbl="parChTrans1D2" presStyleIdx="0" presStyleCnt="2"/>
      <dgm:spPr/>
    </dgm:pt>
    <dgm:pt modelId="{D5CC1BDE-5B60-49F0-9C58-9ABF98D6BFFA}" type="pres">
      <dgm:prSet presAssocID="{79F87829-5AC7-44C3-AF37-A41030906FEE}" presName="connTx" presStyleLbl="parChTrans1D2" presStyleIdx="0" presStyleCnt="2"/>
      <dgm:spPr/>
    </dgm:pt>
    <dgm:pt modelId="{F2EF4EAF-0FB2-48DB-8CC8-1BA2299AC0E7}" type="pres">
      <dgm:prSet presAssocID="{E28645A4-7788-4FB0-9A3E-FA81722F4530}" presName="root2" presStyleCnt="0"/>
      <dgm:spPr/>
    </dgm:pt>
    <dgm:pt modelId="{572C756B-6453-40C8-A87A-FBE3742F84E3}" type="pres">
      <dgm:prSet presAssocID="{E28645A4-7788-4FB0-9A3E-FA81722F4530}" presName="LevelTwoTextNode" presStyleLbl="node2" presStyleIdx="0" presStyleCnt="2">
        <dgm:presLayoutVars>
          <dgm:chPref val="3"/>
        </dgm:presLayoutVars>
      </dgm:prSet>
      <dgm:spPr/>
    </dgm:pt>
    <dgm:pt modelId="{B98EF863-E7C3-4FB5-BB10-933D2EF0B85C}" type="pres">
      <dgm:prSet presAssocID="{E28645A4-7788-4FB0-9A3E-FA81722F4530}" presName="level3hierChild" presStyleCnt="0"/>
      <dgm:spPr/>
    </dgm:pt>
    <dgm:pt modelId="{C88531B5-6F9D-4B3F-A7A1-83B5040BF2FC}" type="pres">
      <dgm:prSet presAssocID="{09D27CB3-7A81-4D35-9600-8D093740DE7C}" presName="conn2-1" presStyleLbl="parChTrans1D3" presStyleIdx="0" presStyleCnt="4"/>
      <dgm:spPr/>
    </dgm:pt>
    <dgm:pt modelId="{8DBE445F-A65E-48C7-9108-17154A67FCD4}" type="pres">
      <dgm:prSet presAssocID="{09D27CB3-7A81-4D35-9600-8D093740DE7C}" presName="connTx" presStyleLbl="parChTrans1D3" presStyleIdx="0" presStyleCnt="4"/>
      <dgm:spPr/>
    </dgm:pt>
    <dgm:pt modelId="{497F3C9E-B371-443A-877F-F5A68ED81243}" type="pres">
      <dgm:prSet presAssocID="{61E7F68B-3153-450E-A00B-6F84D9CF9D00}" presName="root2" presStyleCnt="0"/>
      <dgm:spPr/>
    </dgm:pt>
    <dgm:pt modelId="{0E798628-3593-4EF4-912A-D58FE41F64E8}" type="pres">
      <dgm:prSet presAssocID="{61E7F68B-3153-450E-A00B-6F84D9CF9D00}" presName="LevelTwoTextNode" presStyleLbl="node3" presStyleIdx="0" presStyleCnt="4" custLinFactNeighborX="-8846" custLinFactNeighborY="90188">
        <dgm:presLayoutVars>
          <dgm:chPref val="3"/>
        </dgm:presLayoutVars>
      </dgm:prSet>
      <dgm:spPr/>
    </dgm:pt>
    <dgm:pt modelId="{B1B3E367-869B-4DF4-9A05-7DF431088E5C}" type="pres">
      <dgm:prSet presAssocID="{61E7F68B-3153-450E-A00B-6F84D9CF9D00}" presName="level3hierChild" presStyleCnt="0"/>
      <dgm:spPr/>
    </dgm:pt>
    <dgm:pt modelId="{DF7D9FF3-E06A-46D2-B01B-3196BEB59424}" type="pres">
      <dgm:prSet presAssocID="{28BE65E9-5818-42D3-AE63-B3FA7BE7B093}" presName="conn2-1" presStyleLbl="parChTrans1D4" presStyleIdx="0" presStyleCnt="4"/>
      <dgm:spPr/>
    </dgm:pt>
    <dgm:pt modelId="{D29B01A7-C4A7-451C-8472-CCA2CFDAD1A4}" type="pres">
      <dgm:prSet presAssocID="{28BE65E9-5818-42D3-AE63-B3FA7BE7B093}" presName="connTx" presStyleLbl="parChTrans1D4" presStyleIdx="0" presStyleCnt="4"/>
      <dgm:spPr/>
    </dgm:pt>
    <dgm:pt modelId="{226161FF-B170-4F00-B5B6-276FF0C1A742}" type="pres">
      <dgm:prSet presAssocID="{4F03ABD0-4CDD-46B5-AECF-31A8E382FEA2}" presName="root2" presStyleCnt="0"/>
      <dgm:spPr/>
    </dgm:pt>
    <dgm:pt modelId="{A8418CD2-0F8A-408D-84CE-D0F882144DF7}" type="pres">
      <dgm:prSet presAssocID="{4F03ABD0-4CDD-46B5-AECF-31A8E382FEA2}" presName="LevelTwoTextNode" presStyleLbl="node4" presStyleIdx="0" presStyleCnt="4" custLinFactNeighborX="3968" custLinFactNeighborY="90643">
        <dgm:presLayoutVars>
          <dgm:chPref val="3"/>
        </dgm:presLayoutVars>
      </dgm:prSet>
      <dgm:spPr/>
    </dgm:pt>
    <dgm:pt modelId="{F071C4DF-8573-4199-89E0-4A9197192549}" type="pres">
      <dgm:prSet presAssocID="{4F03ABD0-4CDD-46B5-AECF-31A8E382FEA2}" presName="level3hierChild" presStyleCnt="0"/>
      <dgm:spPr/>
    </dgm:pt>
    <dgm:pt modelId="{45743E90-41C8-4B0A-A8F7-D3B173CA8717}" type="pres">
      <dgm:prSet presAssocID="{3D4B6F59-BEF5-467C-A9A6-BF60E0825488}" presName="conn2-1" presStyleLbl="parChTrans1D3" presStyleIdx="1" presStyleCnt="4"/>
      <dgm:spPr/>
    </dgm:pt>
    <dgm:pt modelId="{013AD8A8-899B-489B-82FB-B089EF73F59F}" type="pres">
      <dgm:prSet presAssocID="{3D4B6F59-BEF5-467C-A9A6-BF60E0825488}" presName="connTx" presStyleLbl="parChTrans1D3" presStyleIdx="1" presStyleCnt="4"/>
      <dgm:spPr/>
    </dgm:pt>
    <dgm:pt modelId="{C865992C-6B04-47E4-A1CF-66AD90F9F232}" type="pres">
      <dgm:prSet presAssocID="{C468313F-5BBB-4A68-900B-68893BE2F84D}" presName="root2" presStyleCnt="0"/>
      <dgm:spPr/>
    </dgm:pt>
    <dgm:pt modelId="{9B783709-7805-40DE-B2FC-142D97C58A92}" type="pres">
      <dgm:prSet presAssocID="{C468313F-5BBB-4A68-900B-68893BE2F84D}" presName="LevelTwoTextNode" presStyleLbl="node3" presStyleIdx="1" presStyleCnt="4" custLinFactY="-61285" custLinFactNeighborX="-3757" custLinFactNeighborY="-100000">
        <dgm:presLayoutVars>
          <dgm:chPref val="3"/>
        </dgm:presLayoutVars>
      </dgm:prSet>
      <dgm:spPr/>
    </dgm:pt>
    <dgm:pt modelId="{415C1BFD-2565-4725-8001-9D133F892C5C}" type="pres">
      <dgm:prSet presAssocID="{C468313F-5BBB-4A68-900B-68893BE2F84D}" presName="level3hierChild" presStyleCnt="0"/>
      <dgm:spPr/>
    </dgm:pt>
    <dgm:pt modelId="{E12C13B1-1137-41EB-8636-93D40632304E}" type="pres">
      <dgm:prSet presAssocID="{ED0C040E-D463-48FC-95E7-5548567DAFBD}" presName="conn2-1" presStyleLbl="parChTrans1D4" presStyleIdx="1" presStyleCnt="4"/>
      <dgm:spPr/>
    </dgm:pt>
    <dgm:pt modelId="{D191352C-DDFA-4305-B8B8-CB7D6099DD09}" type="pres">
      <dgm:prSet presAssocID="{ED0C040E-D463-48FC-95E7-5548567DAFBD}" presName="connTx" presStyleLbl="parChTrans1D4" presStyleIdx="1" presStyleCnt="4"/>
      <dgm:spPr/>
    </dgm:pt>
    <dgm:pt modelId="{375B643C-AAEF-40EB-A1F3-520972234690}" type="pres">
      <dgm:prSet presAssocID="{E6E3873D-A44B-43EA-A986-DB770D648FF9}" presName="root2" presStyleCnt="0"/>
      <dgm:spPr/>
    </dgm:pt>
    <dgm:pt modelId="{9231891F-6D7B-4B3D-A0F0-D4936D57DE91}" type="pres">
      <dgm:prSet presAssocID="{E6E3873D-A44B-43EA-A986-DB770D648FF9}" presName="LevelTwoTextNode" presStyleLbl="node4" presStyleIdx="1" presStyleCnt="4" custLinFactY="-61285" custLinFactNeighborX="-2645" custLinFactNeighborY="-100000">
        <dgm:presLayoutVars>
          <dgm:chPref val="3"/>
        </dgm:presLayoutVars>
      </dgm:prSet>
      <dgm:spPr/>
    </dgm:pt>
    <dgm:pt modelId="{F066F533-D7F6-40A9-9792-91B1D6B6A137}" type="pres">
      <dgm:prSet presAssocID="{E6E3873D-A44B-43EA-A986-DB770D648FF9}" presName="level3hierChild" presStyleCnt="0"/>
      <dgm:spPr/>
    </dgm:pt>
    <dgm:pt modelId="{BD94EBDC-37F3-44DF-8F02-049D2174EBA9}" type="pres">
      <dgm:prSet presAssocID="{1FC38E6B-A17B-4EAA-B42B-E5937AB70F71}" presName="conn2-1" presStyleLbl="parChTrans1D2" presStyleIdx="1" presStyleCnt="2"/>
      <dgm:spPr/>
    </dgm:pt>
    <dgm:pt modelId="{BAD3009A-130B-4A49-BF42-0E3D94E5DE75}" type="pres">
      <dgm:prSet presAssocID="{1FC38E6B-A17B-4EAA-B42B-E5937AB70F71}" presName="connTx" presStyleLbl="parChTrans1D2" presStyleIdx="1" presStyleCnt="2"/>
      <dgm:spPr/>
    </dgm:pt>
    <dgm:pt modelId="{493AAB41-ECEF-4532-BF47-7F3EE05B3C8D}" type="pres">
      <dgm:prSet presAssocID="{29C79F75-3B87-4635-838B-EAA752DFB135}" presName="root2" presStyleCnt="0"/>
      <dgm:spPr/>
    </dgm:pt>
    <dgm:pt modelId="{3DC089E3-67EF-49E7-8AB6-BB85317AFA4B}" type="pres">
      <dgm:prSet presAssocID="{29C79F75-3B87-4635-838B-EAA752DFB135}" presName="LevelTwoTextNode" presStyleLbl="node2" presStyleIdx="1" presStyleCnt="2" custLinFactNeighborX="1028" custLinFactNeighborY="-47587">
        <dgm:presLayoutVars>
          <dgm:chPref val="3"/>
        </dgm:presLayoutVars>
      </dgm:prSet>
      <dgm:spPr/>
    </dgm:pt>
    <dgm:pt modelId="{70AFA82D-5CD7-4490-A89E-FC74DAD6AFE9}" type="pres">
      <dgm:prSet presAssocID="{29C79F75-3B87-4635-838B-EAA752DFB135}" presName="level3hierChild" presStyleCnt="0"/>
      <dgm:spPr/>
    </dgm:pt>
    <dgm:pt modelId="{9833E2F2-21BE-43D0-A6D6-F97E1E34A6A4}" type="pres">
      <dgm:prSet presAssocID="{8D4F2C8B-D4F9-422D-BC30-920BAF567065}" presName="conn2-1" presStyleLbl="parChTrans1D3" presStyleIdx="2" presStyleCnt="4"/>
      <dgm:spPr/>
    </dgm:pt>
    <dgm:pt modelId="{B44ED8AB-CBD7-4DB1-B5E8-F79577EB5F9C}" type="pres">
      <dgm:prSet presAssocID="{8D4F2C8B-D4F9-422D-BC30-920BAF567065}" presName="connTx" presStyleLbl="parChTrans1D3" presStyleIdx="2" presStyleCnt="4"/>
      <dgm:spPr/>
    </dgm:pt>
    <dgm:pt modelId="{4ECFB598-8155-4E1D-8B51-26CDB1242A51}" type="pres">
      <dgm:prSet presAssocID="{17969F25-9099-4C48-8332-DADF9D3779A1}" presName="root2" presStyleCnt="0"/>
      <dgm:spPr/>
    </dgm:pt>
    <dgm:pt modelId="{08C4CB74-10EB-4E8C-9321-B2B24D0D3C36}" type="pres">
      <dgm:prSet presAssocID="{17969F25-9099-4C48-8332-DADF9D3779A1}" presName="LevelTwoTextNode" presStyleLbl="node3" presStyleIdx="2" presStyleCnt="4" custLinFactY="35328" custLinFactNeighborX="-8846" custLinFactNeighborY="100000">
        <dgm:presLayoutVars>
          <dgm:chPref val="3"/>
        </dgm:presLayoutVars>
      </dgm:prSet>
      <dgm:spPr/>
    </dgm:pt>
    <dgm:pt modelId="{48FD4E7E-7855-4CBC-8867-BAF5238B108A}" type="pres">
      <dgm:prSet presAssocID="{17969F25-9099-4C48-8332-DADF9D3779A1}" presName="level3hierChild" presStyleCnt="0"/>
      <dgm:spPr/>
    </dgm:pt>
    <dgm:pt modelId="{2053811C-83F9-41BA-9825-1B260B66EF53}" type="pres">
      <dgm:prSet presAssocID="{FF2EC639-B6D3-4AB4-973C-EBFF192A37FD}" presName="conn2-1" presStyleLbl="parChTrans1D4" presStyleIdx="2" presStyleCnt="4"/>
      <dgm:spPr/>
    </dgm:pt>
    <dgm:pt modelId="{0A3A3325-FE48-4BF0-9F8D-31529D70ACE1}" type="pres">
      <dgm:prSet presAssocID="{FF2EC639-B6D3-4AB4-973C-EBFF192A37FD}" presName="connTx" presStyleLbl="parChTrans1D4" presStyleIdx="2" presStyleCnt="4"/>
      <dgm:spPr/>
    </dgm:pt>
    <dgm:pt modelId="{71E7A55A-5281-4750-8B92-932E70E828D2}" type="pres">
      <dgm:prSet presAssocID="{7A9B64C3-6FC4-4F52-AFEA-45C037F32B69}" presName="root2" presStyleCnt="0"/>
      <dgm:spPr/>
    </dgm:pt>
    <dgm:pt modelId="{1CADE6E5-62D1-4C2A-9E2F-0FB1147C9AA6}" type="pres">
      <dgm:prSet presAssocID="{7A9B64C3-6FC4-4F52-AFEA-45C037F32B69}" presName="LevelTwoTextNode" presStyleLbl="node4" presStyleIdx="2" presStyleCnt="4" custLinFactY="41587" custLinFactNeighborX="-1785" custLinFactNeighborY="100000">
        <dgm:presLayoutVars>
          <dgm:chPref val="3"/>
        </dgm:presLayoutVars>
      </dgm:prSet>
      <dgm:spPr/>
    </dgm:pt>
    <dgm:pt modelId="{46482BDD-CC8B-4179-B7E5-87C23ABC95D0}" type="pres">
      <dgm:prSet presAssocID="{7A9B64C3-6FC4-4F52-AFEA-45C037F32B69}" presName="level3hierChild" presStyleCnt="0"/>
      <dgm:spPr/>
    </dgm:pt>
    <dgm:pt modelId="{5A92F41D-DFAD-4718-9B98-44416C48F42F}" type="pres">
      <dgm:prSet presAssocID="{EC083568-01AD-410A-887D-7E9BA5ACA3C9}" presName="conn2-1" presStyleLbl="parChTrans1D3" presStyleIdx="3" presStyleCnt="4"/>
      <dgm:spPr/>
    </dgm:pt>
    <dgm:pt modelId="{06207BC0-E597-436E-BCC0-1EFD9DC51C39}" type="pres">
      <dgm:prSet presAssocID="{EC083568-01AD-410A-887D-7E9BA5ACA3C9}" presName="connTx" presStyleLbl="parChTrans1D3" presStyleIdx="3" presStyleCnt="4"/>
      <dgm:spPr/>
    </dgm:pt>
    <dgm:pt modelId="{06806403-8218-4971-B02B-A801283D9F75}" type="pres">
      <dgm:prSet presAssocID="{4BA393C0-D74C-4F33-89C0-FD90E2BEA5DD}" presName="root2" presStyleCnt="0"/>
      <dgm:spPr/>
    </dgm:pt>
    <dgm:pt modelId="{B92A229C-EE1A-47DF-AF41-39DB5BE21BD9}" type="pres">
      <dgm:prSet presAssocID="{4BA393C0-D74C-4F33-89C0-FD90E2BEA5DD}" presName="LevelTwoTextNode" presStyleLbl="node3" presStyleIdx="3" presStyleCnt="4" custLinFactY="-13515" custLinFactNeighborX="-8846" custLinFactNeighborY="-100000">
        <dgm:presLayoutVars>
          <dgm:chPref val="3"/>
        </dgm:presLayoutVars>
      </dgm:prSet>
      <dgm:spPr/>
    </dgm:pt>
    <dgm:pt modelId="{6A48F210-5FF0-4245-9F3E-87D06F7BB371}" type="pres">
      <dgm:prSet presAssocID="{4BA393C0-D74C-4F33-89C0-FD90E2BEA5DD}" presName="level3hierChild" presStyleCnt="0"/>
      <dgm:spPr/>
    </dgm:pt>
    <dgm:pt modelId="{C842A8EA-C224-4096-8484-698103B7CB46}" type="pres">
      <dgm:prSet presAssocID="{EC94D0A3-A38F-4B80-B9E4-D22E454757BB}" presName="conn2-1" presStyleLbl="parChTrans1D4" presStyleIdx="3" presStyleCnt="4"/>
      <dgm:spPr/>
    </dgm:pt>
    <dgm:pt modelId="{93265043-0D1A-4E53-83D2-D5C62E9153C3}" type="pres">
      <dgm:prSet presAssocID="{EC94D0A3-A38F-4B80-B9E4-D22E454757BB}" presName="connTx" presStyleLbl="parChTrans1D4" presStyleIdx="3" presStyleCnt="4"/>
      <dgm:spPr/>
    </dgm:pt>
    <dgm:pt modelId="{177EE9C0-6118-4678-96E9-3B83A18D0E9C}" type="pres">
      <dgm:prSet presAssocID="{F0292CA1-4087-4DB7-888D-02A12E350CFA}" presName="root2" presStyleCnt="0"/>
      <dgm:spPr/>
    </dgm:pt>
    <dgm:pt modelId="{A29172E6-12F9-45CF-8AD1-4BA6642C8928}" type="pres">
      <dgm:prSet presAssocID="{F0292CA1-4087-4DB7-888D-02A12E350CFA}" presName="LevelTwoTextNode" presStyleLbl="node4" presStyleIdx="3" presStyleCnt="4" custLinFactY="-13515" custLinFactNeighborX="-132" custLinFactNeighborY="-100000">
        <dgm:presLayoutVars>
          <dgm:chPref val="3"/>
        </dgm:presLayoutVars>
      </dgm:prSet>
      <dgm:spPr/>
    </dgm:pt>
    <dgm:pt modelId="{F8AF955F-F92D-42B5-8CA6-4A481935290C}" type="pres">
      <dgm:prSet presAssocID="{F0292CA1-4087-4DB7-888D-02A12E350CFA}" presName="level3hierChild" presStyleCnt="0"/>
      <dgm:spPr/>
    </dgm:pt>
  </dgm:ptLst>
  <dgm:cxnLst>
    <dgm:cxn modelId="{A055DA02-D4C9-4327-977C-47EAB82347E3}" type="presOf" srcId="{09D27CB3-7A81-4D35-9600-8D093740DE7C}" destId="{C88531B5-6F9D-4B3F-A7A1-83B5040BF2FC}" srcOrd="0" destOrd="0" presId="urn:microsoft.com/office/officeart/2005/8/layout/hierarchy2"/>
    <dgm:cxn modelId="{01C05C0E-933C-4C3A-A80E-2E93DA5D367C}" type="presOf" srcId="{4BA393C0-D74C-4F33-89C0-FD90E2BEA5DD}" destId="{B92A229C-EE1A-47DF-AF41-39DB5BE21BD9}" srcOrd="0" destOrd="0" presId="urn:microsoft.com/office/officeart/2005/8/layout/hierarchy2"/>
    <dgm:cxn modelId="{67EB9510-328B-4055-B228-0B57A456E04E}" type="presOf" srcId="{EC94D0A3-A38F-4B80-B9E4-D22E454757BB}" destId="{C842A8EA-C224-4096-8484-698103B7CB46}" srcOrd="0" destOrd="0" presId="urn:microsoft.com/office/officeart/2005/8/layout/hierarchy2"/>
    <dgm:cxn modelId="{6F0B1A20-C326-448C-9C29-E029F1E65E61}" srcId="{DEA9FE97-A8D5-45E0-858D-447AA677B91F}" destId="{E28645A4-7788-4FB0-9A3E-FA81722F4530}" srcOrd="0" destOrd="0" parTransId="{79F87829-5AC7-44C3-AF37-A41030906FEE}" sibTransId="{436E2C17-1650-48FE-B357-C4644AFB5A56}"/>
    <dgm:cxn modelId="{69571422-D1FC-4A8F-BC21-A70D020559B7}" srcId="{29C79F75-3B87-4635-838B-EAA752DFB135}" destId="{4BA393C0-D74C-4F33-89C0-FD90E2BEA5DD}" srcOrd="1" destOrd="0" parTransId="{EC083568-01AD-410A-887D-7E9BA5ACA3C9}" sibTransId="{EA50243C-B7C8-43CA-A0D5-056682748C18}"/>
    <dgm:cxn modelId="{B5B64F2E-9DBE-4D95-BB9F-F2E557893133}" srcId="{C468313F-5BBB-4A68-900B-68893BE2F84D}" destId="{E6E3873D-A44B-43EA-A986-DB770D648FF9}" srcOrd="0" destOrd="0" parTransId="{ED0C040E-D463-48FC-95E7-5548567DAFBD}" sibTransId="{071EE1DF-F315-439B-ABB7-F35BE297BE19}"/>
    <dgm:cxn modelId="{13B3CD35-8A1B-438A-9D94-F2C539B80DBA}" srcId="{17969F25-9099-4C48-8332-DADF9D3779A1}" destId="{7A9B64C3-6FC4-4F52-AFEA-45C037F32B69}" srcOrd="0" destOrd="0" parTransId="{FF2EC639-B6D3-4AB4-973C-EBFF192A37FD}" sibTransId="{ABE292CD-8E20-4F54-A98B-91C4EEEDD114}"/>
    <dgm:cxn modelId="{F6D8373A-D8B9-4B48-9B83-D6D336C54812}" type="presOf" srcId="{4F03ABD0-4CDD-46B5-AECF-31A8E382FEA2}" destId="{A8418CD2-0F8A-408D-84CE-D0F882144DF7}" srcOrd="0" destOrd="0" presId="urn:microsoft.com/office/officeart/2005/8/layout/hierarchy2"/>
    <dgm:cxn modelId="{B692433E-2AD2-417C-AD7C-4804C0961C7D}" type="presOf" srcId="{FF2EC639-B6D3-4AB4-973C-EBFF192A37FD}" destId="{2053811C-83F9-41BA-9825-1B260B66EF53}" srcOrd="0" destOrd="0" presId="urn:microsoft.com/office/officeart/2005/8/layout/hierarchy2"/>
    <dgm:cxn modelId="{463FE941-2E2D-47CD-BDBC-236C80CC7A6B}" type="presOf" srcId="{1D7DC5C7-3E75-4894-8971-53FF78DC4948}" destId="{0A8167A6-4154-4A4B-AD6B-7977721271A2}" srcOrd="0" destOrd="0" presId="urn:microsoft.com/office/officeart/2005/8/layout/hierarchy2"/>
    <dgm:cxn modelId="{008A7A44-9B45-4517-BF1A-78D4D76C9654}" type="presOf" srcId="{EC083568-01AD-410A-887D-7E9BA5ACA3C9}" destId="{06207BC0-E597-436E-BCC0-1EFD9DC51C39}" srcOrd="1" destOrd="0" presId="urn:microsoft.com/office/officeart/2005/8/layout/hierarchy2"/>
    <dgm:cxn modelId="{8203024B-0B21-48DF-9AF7-439ABCEF8BDF}" type="presOf" srcId="{ED0C040E-D463-48FC-95E7-5548567DAFBD}" destId="{D191352C-DDFA-4305-B8B8-CB7D6099DD09}" srcOrd="1" destOrd="0" presId="urn:microsoft.com/office/officeart/2005/8/layout/hierarchy2"/>
    <dgm:cxn modelId="{B26F944E-5E64-4A61-ACBD-B0984B4CEF16}" type="presOf" srcId="{E28645A4-7788-4FB0-9A3E-FA81722F4530}" destId="{572C756B-6453-40C8-A87A-FBE3742F84E3}" srcOrd="0" destOrd="0" presId="urn:microsoft.com/office/officeart/2005/8/layout/hierarchy2"/>
    <dgm:cxn modelId="{91C74850-42C3-42C6-BE66-4FD6A84D5AA3}" type="presOf" srcId="{61E7F68B-3153-450E-A00B-6F84D9CF9D00}" destId="{0E798628-3593-4EF4-912A-D58FE41F64E8}" srcOrd="0" destOrd="0" presId="urn:microsoft.com/office/officeart/2005/8/layout/hierarchy2"/>
    <dgm:cxn modelId="{A8C8745A-AFAC-4F83-81F2-D7A227E8533C}" type="presOf" srcId="{EC94D0A3-A38F-4B80-B9E4-D22E454757BB}" destId="{93265043-0D1A-4E53-83D2-D5C62E9153C3}" srcOrd="1" destOrd="0" presId="urn:microsoft.com/office/officeart/2005/8/layout/hierarchy2"/>
    <dgm:cxn modelId="{DD4D8E5A-3071-435F-9BC7-521CEC89C7AE}" type="presOf" srcId="{ED0C040E-D463-48FC-95E7-5548567DAFBD}" destId="{E12C13B1-1137-41EB-8636-93D40632304E}" srcOrd="0" destOrd="0" presId="urn:microsoft.com/office/officeart/2005/8/layout/hierarchy2"/>
    <dgm:cxn modelId="{DA37F35B-EF85-44B6-82F7-D5881BE7A4A1}" type="presOf" srcId="{09D27CB3-7A81-4D35-9600-8D093740DE7C}" destId="{8DBE445F-A65E-48C7-9108-17154A67FCD4}" srcOrd="1" destOrd="0" presId="urn:microsoft.com/office/officeart/2005/8/layout/hierarchy2"/>
    <dgm:cxn modelId="{C1D8505C-21DF-4A35-B6BD-7B46F7669CCE}" type="presOf" srcId="{29C79F75-3B87-4635-838B-EAA752DFB135}" destId="{3DC089E3-67EF-49E7-8AB6-BB85317AFA4B}" srcOrd="0" destOrd="0" presId="urn:microsoft.com/office/officeart/2005/8/layout/hierarchy2"/>
    <dgm:cxn modelId="{99FC395E-50CC-487E-8BFB-BE5C87CA8776}" srcId="{E28645A4-7788-4FB0-9A3E-FA81722F4530}" destId="{61E7F68B-3153-450E-A00B-6F84D9CF9D00}" srcOrd="0" destOrd="0" parTransId="{09D27CB3-7A81-4D35-9600-8D093740DE7C}" sibTransId="{FB145DE8-DA26-489D-A568-E257BA5199D7}"/>
    <dgm:cxn modelId="{24DDAC66-B3DF-49F8-A05B-6F555BF91184}" type="presOf" srcId="{DEA9FE97-A8D5-45E0-858D-447AA677B91F}" destId="{8FAE29E7-E49F-4B2A-B427-99D65925D1F2}" srcOrd="0" destOrd="0" presId="urn:microsoft.com/office/officeart/2005/8/layout/hierarchy2"/>
    <dgm:cxn modelId="{797C2875-FBEE-4074-87D5-AB5D363AC570}" srcId="{61E7F68B-3153-450E-A00B-6F84D9CF9D00}" destId="{4F03ABD0-4CDD-46B5-AECF-31A8E382FEA2}" srcOrd="0" destOrd="0" parTransId="{28BE65E9-5818-42D3-AE63-B3FA7BE7B093}" sibTransId="{1139E153-9096-4B51-8845-725AA25B490C}"/>
    <dgm:cxn modelId="{CF755875-7648-4263-B9E8-B1FDF20470E2}" srcId="{29C79F75-3B87-4635-838B-EAA752DFB135}" destId="{17969F25-9099-4C48-8332-DADF9D3779A1}" srcOrd="0" destOrd="0" parTransId="{8D4F2C8B-D4F9-422D-BC30-920BAF567065}" sibTransId="{50411DBA-5EB0-4E0E-8E34-C19EDC067F69}"/>
    <dgm:cxn modelId="{58ECDC75-427D-49D5-89CA-0220A54F75ED}" type="presOf" srcId="{1FC38E6B-A17B-4EAA-B42B-E5937AB70F71}" destId="{BAD3009A-130B-4A49-BF42-0E3D94E5DE75}" srcOrd="1" destOrd="0" presId="urn:microsoft.com/office/officeart/2005/8/layout/hierarchy2"/>
    <dgm:cxn modelId="{837C137B-6E8A-4D52-95FC-FFD50822787B}" type="presOf" srcId="{3D4B6F59-BEF5-467C-A9A6-BF60E0825488}" destId="{013AD8A8-899B-489B-82FB-B089EF73F59F}" srcOrd="1" destOrd="0" presId="urn:microsoft.com/office/officeart/2005/8/layout/hierarchy2"/>
    <dgm:cxn modelId="{1E81027D-240A-4CC2-8E21-E487BBDD1B8A}" type="presOf" srcId="{28BE65E9-5818-42D3-AE63-B3FA7BE7B093}" destId="{DF7D9FF3-E06A-46D2-B01B-3196BEB59424}" srcOrd="0" destOrd="0" presId="urn:microsoft.com/office/officeart/2005/8/layout/hierarchy2"/>
    <dgm:cxn modelId="{9921FF8A-FBF8-45E5-8D70-AA6D51CFCA10}" type="presOf" srcId="{E6E3873D-A44B-43EA-A986-DB770D648FF9}" destId="{9231891F-6D7B-4B3D-A0F0-D4936D57DE91}" srcOrd="0" destOrd="0" presId="urn:microsoft.com/office/officeart/2005/8/layout/hierarchy2"/>
    <dgm:cxn modelId="{FDB4DF8B-B05E-4A94-8616-B0CD9A3DB8B0}" type="presOf" srcId="{1FC38E6B-A17B-4EAA-B42B-E5937AB70F71}" destId="{BD94EBDC-37F3-44DF-8F02-049D2174EBA9}" srcOrd="0" destOrd="0" presId="urn:microsoft.com/office/officeart/2005/8/layout/hierarchy2"/>
    <dgm:cxn modelId="{C889788D-9E80-46A4-9431-19A29BE42DCC}" type="presOf" srcId="{FF2EC639-B6D3-4AB4-973C-EBFF192A37FD}" destId="{0A3A3325-FE48-4BF0-9F8D-31529D70ACE1}" srcOrd="1" destOrd="0" presId="urn:microsoft.com/office/officeart/2005/8/layout/hierarchy2"/>
    <dgm:cxn modelId="{4692F994-5336-4312-9F57-DC0CD465F11A}" srcId="{E28645A4-7788-4FB0-9A3E-FA81722F4530}" destId="{C468313F-5BBB-4A68-900B-68893BE2F84D}" srcOrd="1" destOrd="0" parTransId="{3D4B6F59-BEF5-467C-A9A6-BF60E0825488}" sibTransId="{2AA81147-664C-4775-8B2E-93EEBD733640}"/>
    <dgm:cxn modelId="{6D65A596-ED16-42A2-87D4-21697D84C3B6}" type="presOf" srcId="{8D4F2C8B-D4F9-422D-BC30-920BAF567065}" destId="{9833E2F2-21BE-43D0-A6D6-F97E1E34A6A4}" srcOrd="0" destOrd="0" presId="urn:microsoft.com/office/officeart/2005/8/layout/hierarchy2"/>
    <dgm:cxn modelId="{A8FED69E-ACFB-46FB-97A0-8B7A643CE2B7}" type="presOf" srcId="{17969F25-9099-4C48-8332-DADF9D3779A1}" destId="{08C4CB74-10EB-4E8C-9321-B2B24D0D3C36}" srcOrd="0" destOrd="0" presId="urn:microsoft.com/office/officeart/2005/8/layout/hierarchy2"/>
    <dgm:cxn modelId="{09E0C9A6-9B76-4E88-9D4B-708BCA05F3FB}" type="presOf" srcId="{79F87829-5AC7-44C3-AF37-A41030906FEE}" destId="{EFB7A230-7FB5-4DC9-A8FE-6A180C087403}" srcOrd="0" destOrd="0" presId="urn:microsoft.com/office/officeart/2005/8/layout/hierarchy2"/>
    <dgm:cxn modelId="{C03C23AD-B9F0-4FBE-9F2A-07B5870ACC82}" type="presOf" srcId="{C468313F-5BBB-4A68-900B-68893BE2F84D}" destId="{9B783709-7805-40DE-B2FC-142D97C58A92}" srcOrd="0" destOrd="0" presId="urn:microsoft.com/office/officeart/2005/8/layout/hierarchy2"/>
    <dgm:cxn modelId="{ABBDDEAD-3262-43E2-9209-BC7C569F4948}" type="presOf" srcId="{28BE65E9-5818-42D3-AE63-B3FA7BE7B093}" destId="{D29B01A7-C4A7-451C-8472-CCA2CFDAD1A4}" srcOrd="1" destOrd="0" presId="urn:microsoft.com/office/officeart/2005/8/layout/hierarchy2"/>
    <dgm:cxn modelId="{9E481FAF-A49D-4669-80BF-288C7A08DB09}" type="presOf" srcId="{8D4F2C8B-D4F9-422D-BC30-920BAF567065}" destId="{B44ED8AB-CBD7-4DB1-B5E8-F79577EB5F9C}" srcOrd="1" destOrd="0" presId="urn:microsoft.com/office/officeart/2005/8/layout/hierarchy2"/>
    <dgm:cxn modelId="{80FA0DBE-E2F5-4BFF-9910-0AE2E100C971}" srcId="{4BA393C0-D74C-4F33-89C0-FD90E2BEA5DD}" destId="{F0292CA1-4087-4DB7-888D-02A12E350CFA}" srcOrd="0" destOrd="0" parTransId="{EC94D0A3-A38F-4B80-B9E4-D22E454757BB}" sibTransId="{8CECEDF6-1BE3-44BC-8071-07B3F31968E0}"/>
    <dgm:cxn modelId="{B9F3EDC0-003C-44CE-A266-6A784E199BED}" srcId="{DEA9FE97-A8D5-45E0-858D-447AA677B91F}" destId="{29C79F75-3B87-4635-838B-EAA752DFB135}" srcOrd="1" destOrd="0" parTransId="{1FC38E6B-A17B-4EAA-B42B-E5937AB70F71}" sibTransId="{3D58FBB7-1D62-427E-8578-87EDC144CE13}"/>
    <dgm:cxn modelId="{7D0067C3-3765-4512-9512-CB96B474A2D6}" type="presOf" srcId="{F0292CA1-4087-4DB7-888D-02A12E350CFA}" destId="{A29172E6-12F9-45CF-8AD1-4BA6642C8928}" srcOrd="0" destOrd="0" presId="urn:microsoft.com/office/officeart/2005/8/layout/hierarchy2"/>
    <dgm:cxn modelId="{3DA865C8-621A-422F-9F85-764051BE5CE6}" type="presOf" srcId="{7A9B64C3-6FC4-4F52-AFEA-45C037F32B69}" destId="{1CADE6E5-62D1-4C2A-9E2F-0FB1147C9AA6}" srcOrd="0" destOrd="0" presId="urn:microsoft.com/office/officeart/2005/8/layout/hierarchy2"/>
    <dgm:cxn modelId="{C96053D6-9788-4D7F-84AC-08BC1C5BF203}" srcId="{1D7DC5C7-3E75-4894-8971-53FF78DC4948}" destId="{DEA9FE97-A8D5-45E0-858D-447AA677B91F}" srcOrd="0" destOrd="0" parTransId="{C9E5A135-3E1A-4D1A-AB43-4C165064A7C0}" sibTransId="{D300AFB0-07C7-422D-A787-714480460D4B}"/>
    <dgm:cxn modelId="{4C931FE3-3B5D-4D93-9A98-32AE1F6A6753}" type="presOf" srcId="{3D4B6F59-BEF5-467C-A9A6-BF60E0825488}" destId="{45743E90-41C8-4B0A-A8F7-D3B173CA8717}" srcOrd="0" destOrd="0" presId="urn:microsoft.com/office/officeart/2005/8/layout/hierarchy2"/>
    <dgm:cxn modelId="{8C14DDE5-9B2A-4846-8EA4-263C406CFC05}" type="presOf" srcId="{EC083568-01AD-410A-887D-7E9BA5ACA3C9}" destId="{5A92F41D-DFAD-4718-9B98-44416C48F42F}" srcOrd="0" destOrd="0" presId="urn:microsoft.com/office/officeart/2005/8/layout/hierarchy2"/>
    <dgm:cxn modelId="{B4B544EC-5B65-4BD8-B2E8-F82FC0159DDB}" type="presOf" srcId="{79F87829-5AC7-44C3-AF37-A41030906FEE}" destId="{D5CC1BDE-5B60-49F0-9C58-9ABF98D6BFFA}" srcOrd="1" destOrd="0" presId="urn:microsoft.com/office/officeart/2005/8/layout/hierarchy2"/>
    <dgm:cxn modelId="{0F006B13-75B0-4D91-8CBA-68D6339827AF}" type="presParOf" srcId="{0A8167A6-4154-4A4B-AD6B-7977721271A2}" destId="{4EF32F79-844A-40D0-AFCF-B8F039BDBF75}" srcOrd="0" destOrd="0" presId="urn:microsoft.com/office/officeart/2005/8/layout/hierarchy2"/>
    <dgm:cxn modelId="{CB6A97DB-2798-4733-B15E-9942BA3342BD}" type="presParOf" srcId="{4EF32F79-844A-40D0-AFCF-B8F039BDBF75}" destId="{8FAE29E7-E49F-4B2A-B427-99D65925D1F2}" srcOrd="0" destOrd="0" presId="urn:microsoft.com/office/officeart/2005/8/layout/hierarchy2"/>
    <dgm:cxn modelId="{2D440D0A-7A80-47B7-8B21-8A4FB5B44C8E}" type="presParOf" srcId="{4EF32F79-844A-40D0-AFCF-B8F039BDBF75}" destId="{88FB677A-C90F-4873-A735-5DDC72019D1E}" srcOrd="1" destOrd="0" presId="urn:microsoft.com/office/officeart/2005/8/layout/hierarchy2"/>
    <dgm:cxn modelId="{B1A9B931-BC79-4945-B327-4E9ED42D6011}" type="presParOf" srcId="{88FB677A-C90F-4873-A735-5DDC72019D1E}" destId="{EFB7A230-7FB5-4DC9-A8FE-6A180C087403}" srcOrd="0" destOrd="0" presId="urn:microsoft.com/office/officeart/2005/8/layout/hierarchy2"/>
    <dgm:cxn modelId="{D3EE3209-6DC4-4045-AF69-B862116B00C0}" type="presParOf" srcId="{EFB7A230-7FB5-4DC9-A8FE-6A180C087403}" destId="{D5CC1BDE-5B60-49F0-9C58-9ABF98D6BFFA}" srcOrd="0" destOrd="0" presId="urn:microsoft.com/office/officeart/2005/8/layout/hierarchy2"/>
    <dgm:cxn modelId="{484C52A4-DBE3-4738-A69D-639240E4534E}" type="presParOf" srcId="{88FB677A-C90F-4873-A735-5DDC72019D1E}" destId="{F2EF4EAF-0FB2-48DB-8CC8-1BA2299AC0E7}" srcOrd="1" destOrd="0" presId="urn:microsoft.com/office/officeart/2005/8/layout/hierarchy2"/>
    <dgm:cxn modelId="{F8FE2DA8-E100-42CB-8FDE-0B2E6F44AB71}" type="presParOf" srcId="{F2EF4EAF-0FB2-48DB-8CC8-1BA2299AC0E7}" destId="{572C756B-6453-40C8-A87A-FBE3742F84E3}" srcOrd="0" destOrd="0" presId="urn:microsoft.com/office/officeart/2005/8/layout/hierarchy2"/>
    <dgm:cxn modelId="{CFD9D65D-45C2-4482-960E-9AA6BEF487B9}" type="presParOf" srcId="{F2EF4EAF-0FB2-48DB-8CC8-1BA2299AC0E7}" destId="{B98EF863-E7C3-4FB5-BB10-933D2EF0B85C}" srcOrd="1" destOrd="0" presId="urn:microsoft.com/office/officeart/2005/8/layout/hierarchy2"/>
    <dgm:cxn modelId="{AE22EC2E-8AF2-4659-9FDE-2883AB13018B}" type="presParOf" srcId="{B98EF863-E7C3-4FB5-BB10-933D2EF0B85C}" destId="{C88531B5-6F9D-4B3F-A7A1-83B5040BF2FC}" srcOrd="0" destOrd="0" presId="urn:microsoft.com/office/officeart/2005/8/layout/hierarchy2"/>
    <dgm:cxn modelId="{CC4BFB4D-A9F7-436D-8BE4-9647D04C910D}" type="presParOf" srcId="{C88531B5-6F9D-4B3F-A7A1-83B5040BF2FC}" destId="{8DBE445F-A65E-48C7-9108-17154A67FCD4}" srcOrd="0" destOrd="0" presId="urn:microsoft.com/office/officeart/2005/8/layout/hierarchy2"/>
    <dgm:cxn modelId="{6831E22B-CECC-4701-B180-31D284991B22}" type="presParOf" srcId="{B98EF863-E7C3-4FB5-BB10-933D2EF0B85C}" destId="{497F3C9E-B371-443A-877F-F5A68ED81243}" srcOrd="1" destOrd="0" presId="urn:microsoft.com/office/officeart/2005/8/layout/hierarchy2"/>
    <dgm:cxn modelId="{56467394-337B-46D6-B1DB-437E3F3D16A1}" type="presParOf" srcId="{497F3C9E-B371-443A-877F-F5A68ED81243}" destId="{0E798628-3593-4EF4-912A-D58FE41F64E8}" srcOrd="0" destOrd="0" presId="urn:microsoft.com/office/officeart/2005/8/layout/hierarchy2"/>
    <dgm:cxn modelId="{5F7439F0-3634-4453-B6F7-06FD891219CE}" type="presParOf" srcId="{497F3C9E-B371-443A-877F-F5A68ED81243}" destId="{B1B3E367-869B-4DF4-9A05-7DF431088E5C}" srcOrd="1" destOrd="0" presId="urn:microsoft.com/office/officeart/2005/8/layout/hierarchy2"/>
    <dgm:cxn modelId="{43849A59-67D1-4AED-A320-F4BD34FC0C08}" type="presParOf" srcId="{B1B3E367-869B-4DF4-9A05-7DF431088E5C}" destId="{DF7D9FF3-E06A-46D2-B01B-3196BEB59424}" srcOrd="0" destOrd="0" presId="urn:microsoft.com/office/officeart/2005/8/layout/hierarchy2"/>
    <dgm:cxn modelId="{7A33D15D-E983-4FBF-941E-5EE91714AFE6}" type="presParOf" srcId="{DF7D9FF3-E06A-46D2-B01B-3196BEB59424}" destId="{D29B01A7-C4A7-451C-8472-CCA2CFDAD1A4}" srcOrd="0" destOrd="0" presId="urn:microsoft.com/office/officeart/2005/8/layout/hierarchy2"/>
    <dgm:cxn modelId="{07779528-484B-47D7-9E5A-698105960793}" type="presParOf" srcId="{B1B3E367-869B-4DF4-9A05-7DF431088E5C}" destId="{226161FF-B170-4F00-B5B6-276FF0C1A742}" srcOrd="1" destOrd="0" presId="urn:microsoft.com/office/officeart/2005/8/layout/hierarchy2"/>
    <dgm:cxn modelId="{2A5820D7-0646-4B57-AE14-2FFA879534FC}" type="presParOf" srcId="{226161FF-B170-4F00-B5B6-276FF0C1A742}" destId="{A8418CD2-0F8A-408D-84CE-D0F882144DF7}" srcOrd="0" destOrd="0" presId="urn:microsoft.com/office/officeart/2005/8/layout/hierarchy2"/>
    <dgm:cxn modelId="{5CF46F40-156B-4B9F-8747-96D2C22735D5}" type="presParOf" srcId="{226161FF-B170-4F00-B5B6-276FF0C1A742}" destId="{F071C4DF-8573-4199-89E0-4A9197192549}" srcOrd="1" destOrd="0" presId="urn:microsoft.com/office/officeart/2005/8/layout/hierarchy2"/>
    <dgm:cxn modelId="{A70B5779-8C8C-4ED3-B998-97F75EAEB2E2}" type="presParOf" srcId="{B98EF863-E7C3-4FB5-BB10-933D2EF0B85C}" destId="{45743E90-41C8-4B0A-A8F7-D3B173CA8717}" srcOrd="2" destOrd="0" presId="urn:microsoft.com/office/officeart/2005/8/layout/hierarchy2"/>
    <dgm:cxn modelId="{57092630-3885-4513-90A9-52DC3ECB788D}" type="presParOf" srcId="{45743E90-41C8-4B0A-A8F7-D3B173CA8717}" destId="{013AD8A8-899B-489B-82FB-B089EF73F59F}" srcOrd="0" destOrd="0" presId="urn:microsoft.com/office/officeart/2005/8/layout/hierarchy2"/>
    <dgm:cxn modelId="{B8A52C53-7F59-4165-85FA-6943F7BC13BA}" type="presParOf" srcId="{B98EF863-E7C3-4FB5-BB10-933D2EF0B85C}" destId="{C865992C-6B04-47E4-A1CF-66AD90F9F232}" srcOrd="3" destOrd="0" presId="urn:microsoft.com/office/officeart/2005/8/layout/hierarchy2"/>
    <dgm:cxn modelId="{00C9ED17-79FE-457B-8B23-B01CD5730279}" type="presParOf" srcId="{C865992C-6B04-47E4-A1CF-66AD90F9F232}" destId="{9B783709-7805-40DE-B2FC-142D97C58A92}" srcOrd="0" destOrd="0" presId="urn:microsoft.com/office/officeart/2005/8/layout/hierarchy2"/>
    <dgm:cxn modelId="{E328E10F-639A-4452-B515-9DA8A0AC32E2}" type="presParOf" srcId="{C865992C-6B04-47E4-A1CF-66AD90F9F232}" destId="{415C1BFD-2565-4725-8001-9D133F892C5C}" srcOrd="1" destOrd="0" presId="urn:microsoft.com/office/officeart/2005/8/layout/hierarchy2"/>
    <dgm:cxn modelId="{61FB1E07-2E34-4E4F-8A70-F14DF363A389}" type="presParOf" srcId="{415C1BFD-2565-4725-8001-9D133F892C5C}" destId="{E12C13B1-1137-41EB-8636-93D40632304E}" srcOrd="0" destOrd="0" presId="urn:microsoft.com/office/officeart/2005/8/layout/hierarchy2"/>
    <dgm:cxn modelId="{0BD13D6D-5464-4D07-9D7D-FB5916D4694A}" type="presParOf" srcId="{E12C13B1-1137-41EB-8636-93D40632304E}" destId="{D191352C-DDFA-4305-B8B8-CB7D6099DD09}" srcOrd="0" destOrd="0" presId="urn:microsoft.com/office/officeart/2005/8/layout/hierarchy2"/>
    <dgm:cxn modelId="{0EB38AD2-9D76-44A2-8582-8FEB7FDC3334}" type="presParOf" srcId="{415C1BFD-2565-4725-8001-9D133F892C5C}" destId="{375B643C-AAEF-40EB-A1F3-520972234690}" srcOrd="1" destOrd="0" presId="urn:microsoft.com/office/officeart/2005/8/layout/hierarchy2"/>
    <dgm:cxn modelId="{500E78C0-41CE-4589-AC66-17F5B6B3E645}" type="presParOf" srcId="{375B643C-AAEF-40EB-A1F3-520972234690}" destId="{9231891F-6D7B-4B3D-A0F0-D4936D57DE91}" srcOrd="0" destOrd="0" presId="urn:microsoft.com/office/officeart/2005/8/layout/hierarchy2"/>
    <dgm:cxn modelId="{23C1DFC1-70F4-4C9D-A307-CE8C31FCB2E4}" type="presParOf" srcId="{375B643C-AAEF-40EB-A1F3-520972234690}" destId="{F066F533-D7F6-40A9-9792-91B1D6B6A137}" srcOrd="1" destOrd="0" presId="urn:microsoft.com/office/officeart/2005/8/layout/hierarchy2"/>
    <dgm:cxn modelId="{691C1C63-8748-4F18-9161-5F872D1421F8}" type="presParOf" srcId="{88FB677A-C90F-4873-A735-5DDC72019D1E}" destId="{BD94EBDC-37F3-44DF-8F02-049D2174EBA9}" srcOrd="2" destOrd="0" presId="urn:microsoft.com/office/officeart/2005/8/layout/hierarchy2"/>
    <dgm:cxn modelId="{B3A979B4-1D43-4851-B8B7-BC4D1062EE53}" type="presParOf" srcId="{BD94EBDC-37F3-44DF-8F02-049D2174EBA9}" destId="{BAD3009A-130B-4A49-BF42-0E3D94E5DE75}" srcOrd="0" destOrd="0" presId="urn:microsoft.com/office/officeart/2005/8/layout/hierarchy2"/>
    <dgm:cxn modelId="{36F3CE05-8123-4421-9BE4-405149D9ACBD}" type="presParOf" srcId="{88FB677A-C90F-4873-A735-5DDC72019D1E}" destId="{493AAB41-ECEF-4532-BF47-7F3EE05B3C8D}" srcOrd="3" destOrd="0" presId="urn:microsoft.com/office/officeart/2005/8/layout/hierarchy2"/>
    <dgm:cxn modelId="{59612E3B-E2B2-44E5-B57E-2165C940703C}" type="presParOf" srcId="{493AAB41-ECEF-4532-BF47-7F3EE05B3C8D}" destId="{3DC089E3-67EF-49E7-8AB6-BB85317AFA4B}" srcOrd="0" destOrd="0" presId="urn:microsoft.com/office/officeart/2005/8/layout/hierarchy2"/>
    <dgm:cxn modelId="{F6E8820D-3612-4F6F-9440-8E9D407D38E1}" type="presParOf" srcId="{493AAB41-ECEF-4532-BF47-7F3EE05B3C8D}" destId="{70AFA82D-5CD7-4490-A89E-FC74DAD6AFE9}" srcOrd="1" destOrd="0" presId="urn:microsoft.com/office/officeart/2005/8/layout/hierarchy2"/>
    <dgm:cxn modelId="{B4D67570-D382-4ACC-9F99-9EBCF3DF6C1E}" type="presParOf" srcId="{70AFA82D-5CD7-4490-A89E-FC74DAD6AFE9}" destId="{9833E2F2-21BE-43D0-A6D6-F97E1E34A6A4}" srcOrd="0" destOrd="0" presId="urn:microsoft.com/office/officeart/2005/8/layout/hierarchy2"/>
    <dgm:cxn modelId="{B67B29F6-DE37-435E-9CC6-A48DD89B408F}" type="presParOf" srcId="{9833E2F2-21BE-43D0-A6D6-F97E1E34A6A4}" destId="{B44ED8AB-CBD7-4DB1-B5E8-F79577EB5F9C}" srcOrd="0" destOrd="0" presId="urn:microsoft.com/office/officeart/2005/8/layout/hierarchy2"/>
    <dgm:cxn modelId="{78E8F1EC-A402-401D-B81E-ECB4EA5767F2}" type="presParOf" srcId="{70AFA82D-5CD7-4490-A89E-FC74DAD6AFE9}" destId="{4ECFB598-8155-4E1D-8B51-26CDB1242A51}" srcOrd="1" destOrd="0" presId="urn:microsoft.com/office/officeart/2005/8/layout/hierarchy2"/>
    <dgm:cxn modelId="{97419119-C649-4D4D-A337-FB13A5F91AA4}" type="presParOf" srcId="{4ECFB598-8155-4E1D-8B51-26CDB1242A51}" destId="{08C4CB74-10EB-4E8C-9321-B2B24D0D3C36}" srcOrd="0" destOrd="0" presId="urn:microsoft.com/office/officeart/2005/8/layout/hierarchy2"/>
    <dgm:cxn modelId="{611E8ADA-4092-40B4-96AB-D0E21C2C274C}" type="presParOf" srcId="{4ECFB598-8155-4E1D-8B51-26CDB1242A51}" destId="{48FD4E7E-7855-4CBC-8867-BAF5238B108A}" srcOrd="1" destOrd="0" presId="urn:microsoft.com/office/officeart/2005/8/layout/hierarchy2"/>
    <dgm:cxn modelId="{4821BD2C-2982-4B65-827E-0170D16D42C1}" type="presParOf" srcId="{48FD4E7E-7855-4CBC-8867-BAF5238B108A}" destId="{2053811C-83F9-41BA-9825-1B260B66EF53}" srcOrd="0" destOrd="0" presId="urn:microsoft.com/office/officeart/2005/8/layout/hierarchy2"/>
    <dgm:cxn modelId="{A1B9AC0C-F242-473A-83A3-DE41632A8BA2}" type="presParOf" srcId="{2053811C-83F9-41BA-9825-1B260B66EF53}" destId="{0A3A3325-FE48-4BF0-9F8D-31529D70ACE1}" srcOrd="0" destOrd="0" presId="urn:microsoft.com/office/officeart/2005/8/layout/hierarchy2"/>
    <dgm:cxn modelId="{41B07DE9-4F96-4E11-AD9C-39B521D10856}" type="presParOf" srcId="{48FD4E7E-7855-4CBC-8867-BAF5238B108A}" destId="{71E7A55A-5281-4750-8B92-932E70E828D2}" srcOrd="1" destOrd="0" presId="urn:microsoft.com/office/officeart/2005/8/layout/hierarchy2"/>
    <dgm:cxn modelId="{893807F0-7926-4CA3-A477-E4713D4DFF4D}" type="presParOf" srcId="{71E7A55A-5281-4750-8B92-932E70E828D2}" destId="{1CADE6E5-62D1-4C2A-9E2F-0FB1147C9AA6}" srcOrd="0" destOrd="0" presId="urn:microsoft.com/office/officeart/2005/8/layout/hierarchy2"/>
    <dgm:cxn modelId="{79421405-6DA4-4369-8394-F8E26E3246BC}" type="presParOf" srcId="{71E7A55A-5281-4750-8B92-932E70E828D2}" destId="{46482BDD-CC8B-4179-B7E5-87C23ABC95D0}" srcOrd="1" destOrd="0" presId="urn:microsoft.com/office/officeart/2005/8/layout/hierarchy2"/>
    <dgm:cxn modelId="{7E609FEB-5558-4151-B6DA-A960CDE25ECA}" type="presParOf" srcId="{70AFA82D-5CD7-4490-A89E-FC74DAD6AFE9}" destId="{5A92F41D-DFAD-4718-9B98-44416C48F42F}" srcOrd="2" destOrd="0" presId="urn:microsoft.com/office/officeart/2005/8/layout/hierarchy2"/>
    <dgm:cxn modelId="{C20C751D-C308-400F-95E5-B5AE65B6660F}" type="presParOf" srcId="{5A92F41D-DFAD-4718-9B98-44416C48F42F}" destId="{06207BC0-E597-436E-BCC0-1EFD9DC51C39}" srcOrd="0" destOrd="0" presId="urn:microsoft.com/office/officeart/2005/8/layout/hierarchy2"/>
    <dgm:cxn modelId="{5AF4FFDD-D354-4D55-BFD9-220FE89F46BF}" type="presParOf" srcId="{70AFA82D-5CD7-4490-A89E-FC74DAD6AFE9}" destId="{06806403-8218-4971-B02B-A801283D9F75}" srcOrd="3" destOrd="0" presId="urn:microsoft.com/office/officeart/2005/8/layout/hierarchy2"/>
    <dgm:cxn modelId="{D1F533A9-899E-4710-9F12-B24F890FB6E9}" type="presParOf" srcId="{06806403-8218-4971-B02B-A801283D9F75}" destId="{B92A229C-EE1A-47DF-AF41-39DB5BE21BD9}" srcOrd="0" destOrd="0" presId="urn:microsoft.com/office/officeart/2005/8/layout/hierarchy2"/>
    <dgm:cxn modelId="{F601372C-B798-4A78-907B-7ABFF74F7E4C}" type="presParOf" srcId="{06806403-8218-4971-B02B-A801283D9F75}" destId="{6A48F210-5FF0-4245-9F3E-87D06F7BB371}" srcOrd="1" destOrd="0" presId="urn:microsoft.com/office/officeart/2005/8/layout/hierarchy2"/>
    <dgm:cxn modelId="{75004F59-6687-4E73-BAEE-4ECAC77D4EBB}" type="presParOf" srcId="{6A48F210-5FF0-4245-9F3E-87D06F7BB371}" destId="{C842A8EA-C224-4096-8484-698103B7CB46}" srcOrd="0" destOrd="0" presId="urn:microsoft.com/office/officeart/2005/8/layout/hierarchy2"/>
    <dgm:cxn modelId="{DD7F0A9F-B817-4090-AA25-920E4A25ACBE}" type="presParOf" srcId="{C842A8EA-C224-4096-8484-698103B7CB46}" destId="{93265043-0D1A-4E53-83D2-D5C62E9153C3}" srcOrd="0" destOrd="0" presId="urn:microsoft.com/office/officeart/2005/8/layout/hierarchy2"/>
    <dgm:cxn modelId="{19FA2998-6C86-4C85-AB98-A4F948519BB6}" type="presParOf" srcId="{6A48F210-5FF0-4245-9F3E-87D06F7BB371}" destId="{177EE9C0-6118-4678-96E9-3B83A18D0E9C}" srcOrd="1" destOrd="0" presId="urn:microsoft.com/office/officeart/2005/8/layout/hierarchy2"/>
    <dgm:cxn modelId="{1CDE5168-EB4C-4120-8E0D-7AA8377E8CB4}" type="presParOf" srcId="{177EE9C0-6118-4678-96E9-3B83A18D0E9C}" destId="{A29172E6-12F9-45CF-8AD1-4BA6642C8928}" srcOrd="0" destOrd="0" presId="urn:microsoft.com/office/officeart/2005/8/layout/hierarchy2"/>
    <dgm:cxn modelId="{5D101192-8879-4138-9FE9-8C98DBBFFDB4}" type="presParOf" srcId="{177EE9C0-6118-4678-96E9-3B83A18D0E9C}" destId="{F8AF955F-F92D-42B5-8CA6-4A481935290C}"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E29E7-E49F-4B2A-B427-99D65925D1F2}">
      <dsp:nvSpPr>
        <dsp:cNvPr id="0" name=""/>
        <dsp:cNvSpPr/>
      </dsp:nvSpPr>
      <dsp:spPr>
        <a:xfrm>
          <a:off x="4238" y="3106397"/>
          <a:ext cx="1133991" cy="566995"/>
        </a:xfrm>
        <a:prstGeom prst="roundRect">
          <a:avLst>
            <a:gd name="adj" fmla="val 10000"/>
          </a:avLst>
        </a:prstGeom>
        <a:gradFill rotWithShape="0">
          <a:gsLst>
            <a:gs pos="0">
              <a:schemeClr val="accent1">
                <a:hueOff val="0"/>
                <a:satOff val="0"/>
                <a:lumOff val="0"/>
                <a:alphaOff val="0"/>
                <a:tint val="65000"/>
                <a:lumMod val="110000"/>
              </a:schemeClr>
            </a:gs>
            <a:gs pos="88000">
              <a:schemeClr val="accent1">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Price &lt; $20,000?</a:t>
          </a:r>
        </a:p>
      </dsp:txBody>
      <dsp:txXfrm>
        <a:off x="20845" y="3123004"/>
        <a:ext cx="1100777" cy="533781"/>
      </dsp:txXfrm>
    </dsp:sp>
    <dsp:sp modelId="{EFB7A230-7FB5-4DC9-A8FE-6A180C087403}">
      <dsp:nvSpPr>
        <dsp:cNvPr id="0" name=""/>
        <dsp:cNvSpPr/>
      </dsp:nvSpPr>
      <dsp:spPr>
        <a:xfrm rot="19457599">
          <a:off x="1085725" y="3218556"/>
          <a:ext cx="558606" cy="16655"/>
        </a:xfrm>
        <a:custGeom>
          <a:avLst/>
          <a:gdLst/>
          <a:ahLst/>
          <a:cxnLst/>
          <a:rect l="0" t="0" r="0" b="0"/>
          <a:pathLst>
            <a:path>
              <a:moveTo>
                <a:pt x="0" y="8327"/>
              </a:moveTo>
              <a:lnTo>
                <a:pt x="558606" y="8327"/>
              </a:lnTo>
            </a:path>
          </a:pathLst>
        </a:custGeom>
        <a:noFill/>
        <a:ln w="19050"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1351063" y="3212918"/>
        <a:ext cx="27930" cy="27930"/>
      </dsp:txXfrm>
    </dsp:sp>
    <dsp:sp modelId="{572C756B-6453-40C8-A87A-FBE3742F84E3}">
      <dsp:nvSpPr>
        <dsp:cNvPr id="0" name=""/>
        <dsp:cNvSpPr/>
      </dsp:nvSpPr>
      <dsp:spPr>
        <a:xfrm>
          <a:off x="1591826" y="2780374"/>
          <a:ext cx="1133991" cy="566995"/>
        </a:xfrm>
        <a:prstGeom prst="roundRect">
          <a:avLst>
            <a:gd name="adj" fmla="val 10000"/>
          </a:avLst>
        </a:prstGeom>
        <a:gradFill rotWithShape="0">
          <a:gsLst>
            <a:gs pos="0">
              <a:schemeClr val="accent3">
                <a:hueOff val="0"/>
                <a:satOff val="0"/>
                <a:lumOff val="0"/>
                <a:alphaOff val="0"/>
                <a:tint val="65000"/>
                <a:lumMod val="110000"/>
              </a:schemeClr>
            </a:gs>
            <a:gs pos="88000">
              <a:schemeClr val="accent3">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Yes</a:t>
          </a:r>
        </a:p>
      </dsp:txBody>
      <dsp:txXfrm>
        <a:off x="1608433" y="2796981"/>
        <a:ext cx="1100777" cy="533781"/>
      </dsp:txXfrm>
    </dsp:sp>
    <dsp:sp modelId="{2BDB2B48-649A-4F8D-B8B4-DA8C87C97D6E}">
      <dsp:nvSpPr>
        <dsp:cNvPr id="0" name=""/>
        <dsp:cNvSpPr/>
      </dsp:nvSpPr>
      <dsp:spPr>
        <a:xfrm rot="18632956">
          <a:off x="2598102" y="2778193"/>
          <a:ext cx="730019" cy="16655"/>
        </a:xfrm>
        <a:custGeom>
          <a:avLst/>
          <a:gdLst/>
          <a:ahLst/>
          <a:cxnLst/>
          <a:rect l="0" t="0" r="0" b="0"/>
          <a:pathLst>
            <a:path>
              <a:moveTo>
                <a:pt x="0" y="8327"/>
              </a:moveTo>
              <a:lnTo>
                <a:pt x="730019" y="8327"/>
              </a:lnTo>
            </a:path>
          </a:pathLst>
        </a:custGeom>
        <a:noFill/>
        <a:ln w="19050"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2944861" y="2768270"/>
        <a:ext cx="36500" cy="36500"/>
      </dsp:txXfrm>
    </dsp:sp>
    <dsp:sp modelId="{462203A8-7FF3-468C-B7ED-366F879B9686}">
      <dsp:nvSpPr>
        <dsp:cNvPr id="0" name=""/>
        <dsp:cNvSpPr/>
      </dsp:nvSpPr>
      <dsp:spPr>
        <a:xfrm>
          <a:off x="3200405" y="2225671"/>
          <a:ext cx="1133991" cy="566995"/>
        </a:xfrm>
        <a:prstGeom prst="roundRect">
          <a:avLst>
            <a:gd name="adj" fmla="val 10000"/>
          </a:avLst>
        </a:prstGeom>
        <a:gradFill rotWithShape="0">
          <a:gsLst>
            <a:gs pos="0">
              <a:schemeClr val="accent4">
                <a:hueOff val="0"/>
                <a:satOff val="0"/>
                <a:lumOff val="0"/>
                <a:alphaOff val="0"/>
                <a:tint val="65000"/>
                <a:lumMod val="110000"/>
              </a:schemeClr>
            </a:gs>
            <a:gs pos="88000">
              <a:schemeClr val="accent4">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Fuel Efficiency &gt; 30 MPG? </a:t>
          </a:r>
        </a:p>
      </dsp:txBody>
      <dsp:txXfrm>
        <a:off x="3217012" y="2242278"/>
        <a:ext cx="1100777" cy="533781"/>
      </dsp:txXfrm>
    </dsp:sp>
    <dsp:sp modelId="{45743E90-41C8-4B0A-A8F7-D3B173CA8717}">
      <dsp:nvSpPr>
        <dsp:cNvPr id="0" name=""/>
        <dsp:cNvSpPr/>
      </dsp:nvSpPr>
      <dsp:spPr>
        <a:xfrm rot="17977571">
          <a:off x="4134930" y="2157942"/>
          <a:ext cx="788937" cy="16655"/>
        </a:xfrm>
        <a:custGeom>
          <a:avLst/>
          <a:gdLst/>
          <a:ahLst/>
          <a:cxnLst/>
          <a:rect l="0" t="0" r="0" b="0"/>
          <a:pathLst>
            <a:path>
              <a:moveTo>
                <a:pt x="0" y="8327"/>
              </a:moveTo>
              <a:lnTo>
                <a:pt x="788937" y="8327"/>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4509675" y="2146546"/>
        <a:ext cx="39446" cy="39446"/>
      </dsp:txXfrm>
    </dsp:sp>
    <dsp:sp modelId="{9B783709-7805-40DE-B2FC-142D97C58A92}">
      <dsp:nvSpPr>
        <dsp:cNvPr id="0" name=""/>
        <dsp:cNvSpPr/>
      </dsp:nvSpPr>
      <dsp:spPr>
        <a:xfrm>
          <a:off x="4724399" y="1539872"/>
          <a:ext cx="1133991" cy="56699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Yes</a:t>
          </a:r>
        </a:p>
      </dsp:txBody>
      <dsp:txXfrm>
        <a:off x="4741006" y="1556479"/>
        <a:ext cx="1100777" cy="533781"/>
      </dsp:txXfrm>
    </dsp:sp>
    <dsp:sp modelId="{E12C13B1-1137-41EB-8636-93D40632304E}">
      <dsp:nvSpPr>
        <dsp:cNvPr id="0" name=""/>
        <dsp:cNvSpPr/>
      </dsp:nvSpPr>
      <dsp:spPr>
        <a:xfrm>
          <a:off x="5858391" y="1815042"/>
          <a:ext cx="466206" cy="16655"/>
        </a:xfrm>
        <a:custGeom>
          <a:avLst/>
          <a:gdLst/>
          <a:ahLst/>
          <a:cxnLst/>
          <a:rect l="0" t="0" r="0" b="0"/>
          <a:pathLst>
            <a:path>
              <a:moveTo>
                <a:pt x="0" y="8327"/>
              </a:moveTo>
              <a:lnTo>
                <a:pt x="466206" y="8327"/>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6079840" y="1811715"/>
        <a:ext cx="23310" cy="23310"/>
      </dsp:txXfrm>
    </dsp:sp>
    <dsp:sp modelId="{9231891F-6D7B-4B3D-A0F0-D4936D57DE91}">
      <dsp:nvSpPr>
        <dsp:cNvPr id="0" name=""/>
        <dsp:cNvSpPr/>
      </dsp:nvSpPr>
      <dsp:spPr>
        <a:xfrm>
          <a:off x="6324598" y="1539872"/>
          <a:ext cx="1133991" cy="56699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Safety Ratings &gt; 4 stars? </a:t>
          </a:r>
        </a:p>
      </dsp:txBody>
      <dsp:txXfrm>
        <a:off x="6341205" y="1556479"/>
        <a:ext cx="1100777" cy="533781"/>
      </dsp:txXfrm>
    </dsp:sp>
    <dsp:sp modelId="{426ECE25-9A28-46CD-9A1F-924C5DF46A30}">
      <dsp:nvSpPr>
        <dsp:cNvPr id="0" name=""/>
        <dsp:cNvSpPr/>
      </dsp:nvSpPr>
      <dsp:spPr>
        <a:xfrm rot="21043046">
          <a:off x="7455497" y="1776943"/>
          <a:ext cx="472392" cy="16655"/>
        </a:xfrm>
        <a:custGeom>
          <a:avLst/>
          <a:gdLst/>
          <a:ahLst/>
          <a:cxnLst/>
          <a:rect l="0" t="0" r="0" b="0"/>
          <a:pathLst>
            <a:path>
              <a:moveTo>
                <a:pt x="0" y="8327"/>
              </a:moveTo>
              <a:lnTo>
                <a:pt x="472392" y="8327"/>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7679884" y="1773461"/>
        <a:ext cx="23619" cy="23619"/>
      </dsp:txXfrm>
    </dsp:sp>
    <dsp:sp modelId="{6A12E9C0-15D5-4527-9628-08E6BE6664E4}">
      <dsp:nvSpPr>
        <dsp:cNvPr id="0" name=""/>
        <dsp:cNvSpPr/>
      </dsp:nvSpPr>
      <dsp:spPr>
        <a:xfrm>
          <a:off x="7924797" y="1463673"/>
          <a:ext cx="1133991" cy="56699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yes</a:t>
          </a:r>
        </a:p>
      </dsp:txBody>
      <dsp:txXfrm>
        <a:off x="7941404" y="1480280"/>
        <a:ext cx="1100777" cy="533781"/>
      </dsp:txXfrm>
    </dsp:sp>
    <dsp:sp modelId="{1BC9E05E-412D-4ECD-BE49-DD5EE4A4E242}">
      <dsp:nvSpPr>
        <dsp:cNvPr id="0" name=""/>
        <dsp:cNvSpPr/>
      </dsp:nvSpPr>
      <dsp:spPr>
        <a:xfrm>
          <a:off x="9058789" y="1738844"/>
          <a:ext cx="475219" cy="16655"/>
        </a:xfrm>
        <a:custGeom>
          <a:avLst/>
          <a:gdLst/>
          <a:ahLst/>
          <a:cxnLst/>
          <a:rect l="0" t="0" r="0" b="0"/>
          <a:pathLst>
            <a:path>
              <a:moveTo>
                <a:pt x="0" y="8327"/>
              </a:moveTo>
              <a:lnTo>
                <a:pt x="475219" y="8327"/>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9284518" y="1735291"/>
        <a:ext cx="23760" cy="23760"/>
      </dsp:txXfrm>
    </dsp:sp>
    <dsp:sp modelId="{BBA265A7-5738-4F6A-A3A1-FCD2D90F7F64}">
      <dsp:nvSpPr>
        <dsp:cNvPr id="0" name=""/>
        <dsp:cNvSpPr/>
      </dsp:nvSpPr>
      <dsp:spPr>
        <a:xfrm>
          <a:off x="9534008" y="1463673"/>
          <a:ext cx="1133991" cy="56699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Buy</a:t>
          </a:r>
        </a:p>
      </dsp:txBody>
      <dsp:txXfrm>
        <a:off x="9550615" y="1480280"/>
        <a:ext cx="1100777" cy="533781"/>
      </dsp:txXfrm>
    </dsp:sp>
    <dsp:sp modelId="{0AEAB822-C083-4D20-881D-C3A4CF9F1997}">
      <dsp:nvSpPr>
        <dsp:cNvPr id="0" name=""/>
        <dsp:cNvSpPr/>
      </dsp:nvSpPr>
      <dsp:spPr>
        <a:xfrm rot="4122146">
          <a:off x="7034670" y="2435293"/>
          <a:ext cx="1331429" cy="16655"/>
        </a:xfrm>
        <a:custGeom>
          <a:avLst/>
          <a:gdLst/>
          <a:ahLst/>
          <a:cxnLst/>
          <a:rect l="0" t="0" r="0" b="0"/>
          <a:pathLst>
            <a:path>
              <a:moveTo>
                <a:pt x="0" y="8327"/>
              </a:moveTo>
              <a:lnTo>
                <a:pt x="1331429" y="8327"/>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7667100" y="2410335"/>
        <a:ext cx="66571" cy="66571"/>
      </dsp:txXfrm>
    </dsp:sp>
    <dsp:sp modelId="{9A8DF963-AF61-4B1C-A9CA-AECDFA9231F2}">
      <dsp:nvSpPr>
        <dsp:cNvPr id="0" name=""/>
        <dsp:cNvSpPr/>
      </dsp:nvSpPr>
      <dsp:spPr>
        <a:xfrm>
          <a:off x="7942181" y="2780374"/>
          <a:ext cx="1133991" cy="56699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no</a:t>
          </a:r>
        </a:p>
      </dsp:txBody>
      <dsp:txXfrm>
        <a:off x="7958788" y="2796981"/>
        <a:ext cx="1100777" cy="533781"/>
      </dsp:txXfrm>
    </dsp:sp>
    <dsp:sp modelId="{942DDB9F-6861-431E-AAC0-9D52DDA9A925}">
      <dsp:nvSpPr>
        <dsp:cNvPr id="0" name=""/>
        <dsp:cNvSpPr/>
      </dsp:nvSpPr>
      <dsp:spPr>
        <a:xfrm>
          <a:off x="9076173" y="3055544"/>
          <a:ext cx="453596" cy="16655"/>
        </a:xfrm>
        <a:custGeom>
          <a:avLst/>
          <a:gdLst/>
          <a:ahLst/>
          <a:cxnLst/>
          <a:rect l="0" t="0" r="0" b="0"/>
          <a:pathLst>
            <a:path>
              <a:moveTo>
                <a:pt x="0" y="8327"/>
              </a:moveTo>
              <a:lnTo>
                <a:pt x="453596" y="8327"/>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9291631" y="3052532"/>
        <a:ext cx="22679" cy="22679"/>
      </dsp:txXfrm>
    </dsp:sp>
    <dsp:sp modelId="{BDF542EA-C933-41DF-95C3-24E90A622AE3}">
      <dsp:nvSpPr>
        <dsp:cNvPr id="0" name=""/>
        <dsp:cNvSpPr/>
      </dsp:nvSpPr>
      <dsp:spPr>
        <a:xfrm>
          <a:off x="9529769" y="2780374"/>
          <a:ext cx="1133991" cy="56699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Do not buy</a:t>
          </a:r>
        </a:p>
      </dsp:txBody>
      <dsp:txXfrm>
        <a:off x="9546376" y="2796981"/>
        <a:ext cx="1100777" cy="533781"/>
      </dsp:txXfrm>
    </dsp:sp>
    <dsp:sp modelId="{366BFDD2-D5CB-4332-B3CA-F0DEB60D0BB7}">
      <dsp:nvSpPr>
        <dsp:cNvPr id="0" name=""/>
        <dsp:cNvSpPr/>
      </dsp:nvSpPr>
      <dsp:spPr>
        <a:xfrm rot="3830403">
          <a:off x="4060082" y="2941204"/>
          <a:ext cx="981237" cy="16655"/>
        </a:xfrm>
        <a:custGeom>
          <a:avLst/>
          <a:gdLst/>
          <a:ahLst/>
          <a:cxnLst/>
          <a:rect l="0" t="0" r="0" b="0"/>
          <a:pathLst>
            <a:path>
              <a:moveTo>
                <a:pt x="0" y="8327"/>
              </a:moveTo>
              <a:lnTo>
                <a:pt x="981237" y="8327"/>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4526169" y="2925001"/>
        <a:ext cx="49061" cy="49061"/>
      </dsp:txXfrm>
    </dsp:sp>
    <dsp:sp modelId="{55B04F47-B9AA-4CD7-9A6E-B1C106DD177D}">
      <dsp:nvSpPr>
        <dsp:cNvPr id="0" name=""/>
        <dsp:cNvSpPr/>
      </dsp:nvSpPr>
      <dsp:spPr>
        <a:xfrm>
          <a:off x="4767004" y="3106397"/>
          <a:ext cx="1133991" cy="56699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No</a:t>
          </a:r>
        </a:p>
      </dsp:txBody>
      <dsp:txXfrm>
        <a:off x="4783611" y="3123004"/>
        <a:ext cx="1100777" cy="533781"/>
      </dsp:txXfrm>
    </dsp:sp>
    <dsp:sp modelId="{3E41EFF0-D14B-4DEA-98AF-1055BDBEC751}">
      <dsp:nvSpPr>
        <dsp:cNvPr id="0" name=""/>
        <dsp:cNvSpPr/>
      </dsp:nvSpPr>
      <dsp:spPr>
        <a:xfrm>
          <a:off x="5900995" y="3381567"/>
          <a:ext cx="453596" cy="16655"/>
        </a:xfrm>
        <a:custGeom>
          <a:avLst/>
          <a:gdLst/>
          <a:ahLst/>
          <a:cxnLst/>
          <a:rect l="0" t="0" r="0" b="0"/>
          <a:pathLst>
            <a:path>
              <a:moveTo>
                <a:pt x="0" y="8327"/>
              </a:moveTo>
              <a:lnTo>
                <a:pt x="453596" y="8327"/>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6116454" y="3378555"/>
        <a:ext cx="22679" cy="22679"/>
      </dsp:txXfrm>
    </dsp:sp>
    <dsp:sp modelId="{69D3801C-9C46-477A-B46E-E8E48FD0C382}">
      <dsp:nvSpPr>
        <dsp:cNvPr id="0" name=""/>
        <dsp:cNvSpPr/>
      </dsp:nvSpPr>
      <dsp:spPr>
        <a:xfrm>
          <a:off x="6354592" y="3106397"/>
          <a:ext cx="1133991" cy="56699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Do not buy</a:t>
          </a:r>
        </a:p>
      </dsp:txBody>
      <dsp:txXfrm>
        <a:off x="6371199" y="3123004"/>
        <a:ext cx="1100777" cy="533781"/>
      </dsp:txXfrm>
    </dsp:sp>
    <dsp:sp modelId="{BD94EBDC-37F3-44DF-8F02-049D2174EBA9}">
      <dsp:nvSpPr>
        <dsp:cNvPr id="0" name=""/>
        <dsp:cNvSpPr/>
      </dsp:nvSpPr>
      <dsp:spPr>
        <a:xfrm rot="2142401">
          <a:off x="1085725" y="3544578"/>
          <a:ext cx="558606" cy="16655"/>
        </a:xfrm>
        <a:custGeom>
          <a:avLst/>
          <a:gdLst/>
          <a:ahLst/>
          <a:cxnLst/>
          <a:rect l="0" t="0" r="0" b="0"/>
          <a:pathLst>
            <a:path>
              <a:moveTo>
                <a:pt x="0" y="8327"/>
              </a:moveTo>
              <a:lnTo>
                <a:pt x="558606" y="8327"/>
              </a:lnTo>
            </a:path>
          </a:pathLst>
        </a:custGeom>
        <a:noFill/>
        <a:ln w="19050"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1351063" y="3538941"/>
        <a:ext cx="27930" cy="27930"/>
      </dsp:txXfrm>
    </dsp:sp>
    <dsp:sp modelId="{3DC089E3-67EF-49E7-8AB6-BB85317AFA4B}">
      <dsp:nvSpPr>
        <dsp:cNvPr id="0" name=""/>
        <dsp:cNvSpPr/>
      </dsp:nvSpPr>
      <dsp:spPr>
        <a:xfrm>
          <a:off x="1591826" y="3432419"/>
          <a:ext cx="1133991" cy="566995"/>
        </a:xfrm>
        <a:prstGeom prst="roundRect">
          <a:avLst>
            <a:gd name="adj" fmla="val 10000"/>
          </a:avLst>
        </a:prstGeom>
        <a:gradFill rotWithShape="0">
          <a:gsLst>
            <a:gs pos="0">
              <a:schemeClr val="accent3">
                <a:hueOff val="0"/>
                <a:satOff val="0"/>
                <a:lumOff val="0"/>
                <a:alphaOff val="0"/>
                <a:tint val="65000"/>
                <a:lumMod val="110000"/>
              </a:schemeClr>
            </a:gs>
            <a:gs pos="88000">
              <a:schemeClr val="accent3">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5"/>
              </a:solidFill>
            </a:rPr>
            <a:t>No</a:t>
          </a:r>
        </a:p>
      </dsp:txBody>
      <dsp:txXfrm>
        <a:off x="1608433" y="3449026"/>
        <a:ext cx="1100777" cy="533781"/>
      </dsp:txXfrm>
    </dsp:sp>
    <dsp:sp modelId="{9833E2F2-21BE-43D0-A6D6-F97E1E34A6A4}">
      <dsp:nvSpPr>
        <dsp:cNvPr id="0" name=""/>
        <dsp:cNvSpPr/>
      </dsp:nvSpPr>
      <dsp:spPr>
        <a:xfrm rot="3880754">
          <a:off x="2408280" y="4209117"/>
          <a:ext cx="1109663" cy="16655"/>
        </a:xfrm>
        <a:custGeom>
          <a:avLst/>
          <a:gdLst/>
          <a:ahLst/>
          <a:cxnLst/>
          <a:rect l="0" t="0" r="0" b="0"/>
          <a:pathLst>
            <a:path>
              <a:moveTo>
                <a:pt x="0" y="8327"/>
              </a:moveTo>
              <a:lnTo>
                <a:pt x="1109663" y="8327"/>
              </a:lnTo>
            </a:path>
          </a:pathLst>
        </a:custGeom>
        <a:noFill/>
        <a:ln w="19050"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2935370" y="4189703"/>
        <a:ext cx="55483" cy="55483"/>
      </dsp:txXfrm>
    </dsp:sp>
    <dsp:sp modelId="{08C4CB74-10EB-4E8C-9321-B2B24D0D3C36}">
      <dsp:nvSpPr>
        <dsp:cNvPr id="0" name=""/>
        <dsp:cNvSpPr/>
      </dsp:nvSpPr>
      <dsp:spPr>
        <a:xfrm>
          <a:off x="3200405" y="4435475"/>
          <a:ext cx="1133991" cy="566995"/>
        </a:xfrm>
        <a:prstGeom prst="roundRect">
          <a:avLst>
            <a:gd name="adj" fmla="val 10000"/>
          </a:avLst>
        </a:prstGeom>
        <a:gradFill rotWithShape="0">
          <a:gsLst>
            <a:gs pos="0">
              <a:schemeClr val="accent4">
                <a:hueOff val="0"/>
                <a:satOff val="0"/>
                <a:lumOff val="0"/>
                <a:alphaOff val="0"/>
                <a:tint val="65000"/>
                <a:lumMod val="110000"/>
              </a:schemeClr>
            </a:gs>
            <a:gs pos="88000">
              <a:schemeClr val="accent4">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accent5"/>
              </a:solidFill>
            </a:rPr>
            <a:t>Do not buy</a:t>
          </a:r>
        </a:p>
      </dsp:txBody>
      <dsp:txXfrm>
        <a:off x="3217012" y="4452082"/>
        <a:ext cx="1100777" cy="5337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E29E7-E49F-4B2A-B427-99D65925D1F2}">
      <dsp:nvSpPr>
        <dsp:cNvPr id="0" name=""/>
        <dsp:cNvSpPr/>
      </dsp:nvSpPr>
      <dsp:spPr>
        <a:xfrm>
          <a:off x="2160" y="2029472"/>
          <a:ext cx="1757630" cy="878815"/>
        </a:xfrm>
        <a:prstGeom prst="roundRect">
          <a:avLst>
            <a:gd name="adj" fmla="val 10000"/>
          </a:avLst>
        </a:prstGeom>
        <a:gradFill rotWithShape="0">
          <a:gsLst>
            <a:gs pos="0">
              <a:schemeClr val="accent1">
                <a:hueOff val="0"/>
                <a:satOff val="0"/>
                <a:lumOff val="0"/>
                <a:alphaOff val="0"/>
                <a:tint val="65000"/>
                <a:lumMod val="110000"/>
              </a:schemeClr>
            </a:gs>
            <a:gs pos="88000">
              <a:schemeClr val="accent1">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i="0" kern="1200" dirty="0"/>
            <a:t>Market Conditions</a:t>
          </a:r>
          <a:endParaRPr lang="en-US" sz="2600" b="1" kern="1200" dirty="0">
            <a:solidFill>
              <a:schemeClr val="accent5"/>
            </a:solidFill>
          </a:endParaRPr>
        </a:p>
      </dsp:txBody>
      <dsp:txXfrm>
        <a:off x="27900" y="2055212"/>
        <a:ext cx="1706150" cy="827335"/>
      </dsp:txXfrm>
    </dsp:sp>
    <dsp:sp modelId="{EFB7A230-7FB5-4DC9-A8FE-6A180C087403}">
      <dsp:nvSpPr>
        <dsp:cNvPr id="0" name=""/>
        <dsp:cNvSpPr/>
      </dsp:nvSpPr>
      <dsp:spPr>
        <a:xfrm rot="18289469">
          <a:off x="1495754" y="1947543"/>
          <a:ext cx="1231125" cy="32036"/>
        </a:xfrm>
        <a:custGeom>
          <a:avLst/>
          <a:gdLst/>
          <a:ahLst/>
          <a:cxnLst/>
          <a:rect l="0" t="0" r="0" b="0"/>
          <a:pathLst>
            <a:path>
              <a:moveTo>
                <a:pt x="0" y="16018"/>
              </a:moveTo>
              <a:lnTo>
                <a:pt x="1231125" y="16018"/>
              </a:lnTo>
            </a:path>
          </a:pathLst>
        </a:custGeom>
        <a:noFill/>
        <a:ln w="19050"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2080539" y="1932783"/>
        <a:ext cx="61556" cy="61556"/>
      </dsp:txXfrm>
    </dsp:sp>
    <dsp:sp modelId="{572C756B-6453-40C8-A87A-FBE3742F84E3}">
      <dsp:nvSpPr>
        <dsp:cNvPr id="0" name=""/>
        <dsp:cNvSpPr/>
      </dsp:nvSpPr>
      <dsp:spPr>
        <a:xfrm>
          <a:off x="2462843" y="1018834"/>
          <a:ext cx="1757630" cy="878815"/>
        </a:xfrm>
        <a:prstGeom prst="roundRect">
          <a:avLst>
            <a:gd name="adj" fmla="val 10000"/>
          </a:avLst>
        </a:prstGeom>
        <a:gradFill rotWithShape="0">
          <a:gsLst>
            <a:gs pos="0">
              <a:schemeClr val="accent3">
                <a:hueOff val="0"/>
                <a:satOff val="0"/>
                <a:lumOff val="0"/>
                <a:alphaOff val="0"/>
                <a:tint val="65000"/>
                <a:lumMod val="110000"/>
              </a:schemeClr>
            </a:gs>
            <a:gs pos="88000">
              <a:schemeClr val="accent3">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i="0" kern="1200" dirty="0"/>
            <a:t>Bullish</a:t>
          </a:r>
          <a:endParaRPr lang="en-US" sz="2600" b="1" kern="1200" dirty="0">
            <a:solidFill>
              <a:schemeClr val="accent5"/>
            </a:solidFill>
          </a:endParaRPr>
        </a:p>
      </dsp:txBody>
      <dsp:txXfrm>
        <a:off x="2488583" y="1044574"/>
        <a:ext cx="1706150" cy="827335"/>
      </dsp:txXfrm>
    </dsp:sp>
    <dsp:sp modelId="{C88531B5-6F9D-4B3F-A7A1-83B5040BF2FC}">
      <dsp:nvSpPr>
        <dsp:cNvPr id="0" name=""/>
        <dsp:cNvSpPr/>
      </dsp:nvSpPr>
      <dsp:spPr>
        <a:xfrm rot="1660943">
          <a:off x="4185084" y="1585858"/>
          <a:ext cx="618350" cy="32036"/>
        </a:xfrm>
        <a:custGeom>
          <a:avLst/>
          <a:gdLst/>
          <a:ahLst/>
          <a:cxnLst/>
          <a:rect l="0" t="0" r="0" b="0"/>
          <a:pathLst>
            <a:path>
              <a:moveTo>
                <a:pt x="0" y="16018"/>
              </a:moveTo>
              <a:lnTo>
                <a:pt x="618350" y="16018"/>
              </a:lnTo>
            </a:path>
          </a:pathLst>
        </a:custGeom>
        <a:noFill/>
        <a:ln w="19050"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p>
      </dsp:txBody>
      <dsp:txXfrm>
        <a:off x="4478801" y="1586417"/>
        <a:ext cx="30917" cy="30917"/>
      </dsp:txXfrm>
    </dsp:sp>
    <dsp:sp modelId="{0E798628-3593-4EF4-912A-D58FE41F64E8}">
      <dsp:nvSpPr>
        <dsp:cNvPr id="0" name=""/>
        <dsp:cNvSpPr/>
      </dsp:nvSpPr>
      <dsp:spPr>
        <a:xfrm>
          <a:off x="4768046" y="1306102"/>
          <a:ext cx="1757630" cy="878815"/>
        </a:xfrm>
        <a:prstGeom prst="roundRect">
          <a:avLst>
            <a:gd name="adj" fmla="val 10000"/>
          </a:avLst>
        </a:prstGeom>
        <a:gradFill rotWithShape="0">
          <a:gsLst>
            <a:gs pos="0">
              <a:schemeClr val="accent4">
                <a:hueOff val="0"/>
                <a:satOff val="0"/>
                <a:lumOff val="0"/>
                <a:alphaOff val="0"/>
                <a:tint val="65000"/>
                <a:lumMod val="110000"/>
              </a:schemeClr>
            </a:gs>
            <a:gs pos="88000">
              <a:schemeClr val="accent4">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kern="1200" dirty="0"/>
            <a:t>Negative </a:t>
          </a:r>
        </a:p>
      </dsp:txBody>
      <dsp:txXfrm>
        <a:off x="4793786" y="1331842"/>
        <a:ext cx="1706150" cy="827335"/>
      </dsp:txXfrm>
    </dsp:sp>
    <dsp:sp modelId="{DF7D9FF3-E06A-46D2-B01B-3196BEB59424}">
      <dsp:nvSpPr>
        <dsp:cNvPr id="0" name=""/>
        <dsp:cNvSpPr/>
      </dsp:nvSpPr>
      <dsp:spPr>
        <a:xfrm rot="15971">
          <a:off x="6525671" y="1731490"/>
          <a:ext cx="860702" cy="32036"/>
        </a:xfrm>
        <a:custGeom>
          <a:avLst/>
          <a:gdLst/>
          <a:ahLst/>
          <a:cxnLst/>
          <a:rect l="0" t="0" r="0" b="0"/>
          <a:pathLst>
            <a:path>
              <a:moveTo>
                <a:pt x="0" y="16018"/>
              </a:moveTo>
              <a:lnTo>
                <a:pt x="860702" y="16018"/>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p>
      </dsp:txBody>
      <dsp:txXfrm>
        <a:off x="6934505" y="1725991"/>
        <a:ext cx="43035" cy="43035"/>
      </dsp:txXfrm>
    </dsp:sp>
    <dsp:sp modelId="{A8418CD2-0F8A-408D-84CE-D0F882144DF7}">
      <dsp:nvSpPr>
        <dsp:cNvPr id="0" name=""/>
        <dsp:cNvSpPr/>
      </dsp:nvSpPr>
      <dsp:spPr>
        <a:xfrm>
          <a:off x="7386369" y="1310100"/>
          <a:ext cx="1757630" cy="87881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i="0" kern="1200" dirty="0"/>
            <a:t>Do not   invest         </a:t>
          </a:r>
          <a:endParaRPr lang="en-US" sz="2600" b="1" kern="1200" dirty="0"/>
        </a:p>
      </dsp:txBody>
      <dsp:txXfrm>
        <a:off x="7412109" y="1335840"/>
        <a:ext cx="1706150" cy="827335"/>
      </dsp:txXfrm>
    </dsp:sp>
    <dsp:sp modelId="{45743E90-41C8-4B0A-A8F7-D3B173CA8717}">
      <dsp:nvSpPr>
        <dsp:cNvPr id="0" name=""/>
        <dsp:cNvSpPr/>
      </dsp:nvSpPr>
      <dsp:spPr>
        <a:xfrm rot="18295884">
          <a:off x="3982727" y="986185"/>
          <a:ext cx="1112510" cy="32036"/>
        </a:xfrm>
        <a:custGeom>
          <a:avLst/>
          <a:gdLst/>
          <a:ahLst/>
          <a:cxnLst/>
          <a:rect l="0" t="0" r="0" b="0"/>
          <a:pathLst>
            <a:path>
              <a:moveTo>
                <a:pt x="0" y="16018"/>
              </a:moveTo>
              <a:lnTo>
                <a:pt x="1112510" y="16018"/>
              </a:lnTo>
            </a:path>
          </a:pathLst>
        </a:custGeom>
        <a:noFill/>
        <a:ln w="19050"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4511170" y="974390"/>
        <a:ext cx="55625" cy="55625"/>
      </dsp:txXfrm>
    </dsp:sp>
    <dsp:sp modelId="{9B783709-7805-40DE-B2FC-142D97C58A92}">
      <dsp:nvSpPr>
        <dsp:cNvPr id="0" name=""/>
        <dsp:cNvSpPr/>
      </dsp:nvSpPr>
      <dsp:spPr>
        <a:xfrm>
          <a:off x="4857491" y="106756"/>
          <a:ext cx="1757630" cy="878815"/>
        </a:xfrm>
        <a:prstGeom prst="roundRect">
          <a:avLst>
            <a:gd name="adj" fmla="val 10000"/>
          </a:avLst>
        </a:prstGeom>
        <a:gradFill rotWithShape="0">
          <a:gsLst>
            <a:gs pos="0">
              <a:schemeClr val="accent4">
                <a:hueOff val="0"/>
                <a:satOff val="0"/>
                <a:lumOff val="0"/>
                <a:alphaOff val="0"/>
                <a:tint val="65000"/>
                <a:lumMod val="110000"/>
              </a:schemeClr>
            </a:gs>
            <a:gs pos="88000">
              <a:schemeClr val="accent4">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accent5"/>
              </a:solidFill>
            </a:rPr>
            <a:t>Positive </a:t>
          </a:r>
        </a:p>
      </dsp:txBody>
      <dsp:txXfrm>
        <a:off x="4883231" y="132496"/>
        <a:ext cx="1706150" cy="827335"/>
      </dsp:txXfrm>
    </dsp:sp>
    <dsp:sp modelId="{E12C13B1-1137-41EB-8636-93D40632304E}">
      <dsp:nvSpPr>
        <dsp:cNvPr id="0" name=""/>
        <dsp:cNvSpPr/>
      </dsp:nvSpPr>
      <dsp:spPr>
        <a:xfrm>
          <a:off x="6615122" y="530146"/>
          <a:ext cx="722597" cy="32036"/>
        </a:xfrm>
        <a:custGeom>
          <a:avLst/>
          <a:gdLst/>
          <a:ahLst/>
          <a:cxnLst/>
          <a:rect l="0" t="0" r="0" b="0"/>
          <a:pathLst>
            <a:path>
              <a:moveTo>
                <a:pt x="0" y="16018"/>
              </a:moveTo>
              <a:lnTo>
                <a:pt x="722597" y="16018"/>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6958355" y="528099"/>
        <a:ext cx="36129" cy="36129"/>
      </dsp:txXfrm>
    </dsp:sp>
    <dsp:sp modelId="{9231891F-6D7B-4B3D-A0F0-D4936D57DE91}">
      <dsp:nvSpPr>
        <dsp:cNvPr id="0" name=""/>
        <dsp:cNvSpPr/>
      </dsp:nvSpPr>
      <dsp:spPr>
        <a:xfrm>
          <a:off x="7337719" y="106756"/>
          <a:ext cx="1757630" cy="87881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i="0" kern="1200" dirty="0"/>
            <a:t>Invest</a:t>
          </a:r>
          <a:endParaRPr lang="en-US" sz="2600" b="1" kern="1200" dirty="0">
            <a:solidFill>
              <a:schemeClr val="accent5"/>
            </a:solidFill>
          </a:endParaRPr>
        </a:p>
      </dsp:txBody>
      <dsp:txXfrm>
        <a:off x="7363459" y="132496"/>
        <a:ext cx="1706150" cy="827335"/>
      </dsp:txXfrm>
    </dsp:sp>
    <dsp:sp modelId="{BD94EBDC-37F3-44DF-8F02-049D2174EBA9}">
      <dsp:nvSpPr>
        <dsp:cNvPr id="0" name=""/>
        <dsp:cNvSpPr/>
      </dsp:nvSpPr>
      <dsp:spPr>
        <a:xfrm rot="2364286">
          <a:off x="1653716" y="2749079"/>
          <a:ext cx="933271" cy="32036"/>
        </a:xfrm>
        <a:custGeom>
          <a:avLst/>
          <a:gdLst/>
          <a:ahLst/>
          <a:cxnLst/>
          <a:rect l="0" t="0" r="0" b="0"/>
          <a:pathLst>
            <a:path>
              <a:moveTo>
                <a:pt x="0" y="16018"/>
              </a:moveTo>
              <a:lnTo>
                <a:pt x="933271" y="16018"/>
              </a:lnTo>
            </a:path>
          </a:pathLst>
        </a:custGeom>
        <a:noFill/>
        <a:ln w="19050"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2097019" y="2741766"/>
        <a:ext cx="46663" cy="46663"/>
      </dsp:txXfrm>
    </dsp:sp>
    <dsp:sp modelId="{3DC089E3-67EF-49E7-8AB6-BB85317AFA4B}">
      <dsp:nvSpPr>
        <dsp:cNvPr id="0" name=""/>
        <dsp:cNvSpPr/>
      </dsp:nvSpPr>
      <dsp:spPr>
        <a:xfrm>
          <a:off x="2480911" y="2621908"/>
          <a:ext cx="1757630" cy="878815"/>
        </a:xfrm>
        <a:prstGeom prst="roundRect">
          <a:avLst>
            <a:gd name="adj" fmla="val 10000"/>
          </a:avLst>
        </a:prstGeom>
        <a:gradFill rotWithShape="0">
          <a:gsLst>
            <a:gs pos="0">
              <a:schemeClr val="accent3">
                <a:hueOff val="0"/>
                <a:satOff val="0"/>
                <a:lumOff val="0"/>
                <a:alphaOff val="0"/>
                <a:tint val="65000"/>
                <a:lumMod val="110000"/>
              </a:schemeClr>
            </a:gs>
            <a:gs pos="88000">
              <a:schemeClr val="accent3">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i="0" kern="1200" dirty="0"/>
            <a:t>Bearish</a:t>
          </a:r>
          <a:endParaRPr lang="en-US" sz="2600" b="1" kern="1200" dirty="0">
            <a:solidFill>
              <a:schemeClr val="accent5"/>
            </a:solidFill>
          </a:endParaRPr>
        </a:p>
      </dsp:txBody>
      <dsp:txXfrm>
        <a:off x="2506651" y="2647648"/>
        <a:ext cx="1706150" cy="827335"/>
      </dsp:txXfrm>
    </dsp:sp>
    <dsp:sp modelId="{9833E2F2-21BE-43D0-A6D6-F97E1E34A6A4}">
      <dsp:nvSpPr>
        <dsp:cNvPr id="0" name=""/>
        <dsp:cNvSpPr/>
      </dsp:nvSpPr>
      <dsp:spPr>
        <a:xfrm rot="3860364">
          <a:off x="3891913" y="3596380"/>
          <a:ext cx="1222760" cy="32036"/>
        </a:xfrm>
        <a:custGeom>
          <a:avLst/>
          <a:gdLst/>
          <a:ahLst/>
          <a:cxnLst/>
          <a:rect l="0" t="0" r="0" b="0"/>
          <a:pathLst>
            <a:path>
              <a:moveTo>
                <a:pt x="0" y="16018"/>
              </a:moveTo>
              <a:lnTo>
                <a:pt x="1222760" y="16018"/>
              </a:lnTo>
            </a:path>
          </a:pathLst>
        </a:custGeom>
        <a:noFill/>
        <a:ln w="19050"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accent5"/>
            </a:solidFill>
          </a:endParaRPr>
        </a:p>
      </dsp:txBody>
      <dsp:txXfrm>
        <a:off x="4472725" y="3581829"/>
        <a:ext cx="61138" cy="61138"/>
      </dsp:txXfrm>
    </dsp:sp>
    <dsp:sp modelId="{08C4CB74-10EB-4E8C-9321-B2B24D0D3C36}">
      <dsp:nvSpPr>
        <dsp:cNvPr id="0" name=""/>
        <dsp:cNvSpPr/>
      </dsp:nvSpPr>
      <dsp:spPr>
        <a:xfrm>
          <a:off x="4768046" y="3724074"/>
          <a:ext cx="1757630" cy="878815"/>
        </a:xfrm>
        <a:prstGeom prst="roundRect">
          <a:avLst>
            <a:gd name="adj" fmla="val 10000"/>
          </a:avLst>
        </a:prstGeom>
        <a:gradFill rotWithShape="0">
          <a:gsLst>
            <a:gs pos="0">
              <a:schemeClr val="accent4">
                <a:hueOff val="0"/>
                <a:satOff val="0"/>
                <a:lumOff val="0"/>
                <a:alphaOff val="0"/>
                <a:tint val="65000"/>
                <a:lumMod val="110000"/>
              </a:schemeClr>
            </a:gs>
            <a:gs pos="88000">
              <a:schemeClr val="accent4">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accent5"/>
              </a:solidFill>
            </a:rPr>
            <a:t>Unstable </a:t>
          </a:r>
        </a:p>
      </dsp:txBody>
      <dsp:txXfrm>
        <a:off x="4793786" y="3749814"/>
        <a:ext cx="1706150" cy="827335"/>
      </dsp:txXfrm>
    </dsp:sp>
    <dsp:sp modelId="{2053811C-83F9-41BA-9825-1B260B66EF53}">
      <dsp:nvSpPr>
        <dsp:cNvPr id="0" name=""/>
        <dsp:cNvSpPr/>
      </dsp:nvSpPr>
      <dsp:spPr>
        <a:xfrm rot="228270">
          <a:off x="6524763" y="4174966"/>
          <a:ext cx="828985" cy="32036"/>
        </a:xfrm>
        <a:custGeom>
          <a:avLst/>
          <a:gdLst/>
          <a:ahLst/>
          <a:cxnLst/>
          <a:rect l="0" t="0" r="0" b="0"/>
          <a:pathLst>
            <a:path>
              <a:moveTo>
                <a:pt x="0" y="16018"/>
              </a:moveTo>
              <a:lnTo>
                <a:pt x="828985" y="16018"/>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p>
      </dsp:txBody>
      <dsp:txXfrm>
        <a:off x="6918531" y="4170259"/>
        <a:ext cx="41449" cy="41449"/>
      </dsp:txXfrm>
    </dsp:sp>
    <dsp:sp modelId="{1CADE6E5-62D1-4C2A-9E2F-0FB1147C9AA6}">
      <dsp:nvSpPr>
        <dsp:cNvPr id="0" name=""/>
        <dsp:cNvSpPr/>
      </dsp:nvSpPr>
      <dsp:spPr>
        <a:xfrm>
          <a:off x="7352834" y="3779079"/>
          <a:ext cx="1757630" cy="87881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i="0" kern="1200" dirty="0"/>
            <a:t>Do not   invest         </a:t>
          </a:r>
          <a:endParaRPr lang="en-US" sz="2600" b="1" kern="1200" dirty="0"/>
        </a:p>
      </dsp:txBody>
      <dsp:txXfrm>
        <a:off x="7378574" y="3804819"/>
        <a:ext cx="1706150" cy="827335"/>
      </dsp:txXfrm>
    </dsp:sp>
    <dsp:sp modelId="{5A92F41D-DFAD-4718-9B98-44416C48F42F}">
      <dsp:nvSpPr>
        <dsp:cNvPr id="0" name=""/>
        <dsp:cNvSpPr/>
      </dsp:nvSpPr>
      <dsp:spPr>
        <a:xfrm rot="21122231">
          <a:off x="4235964" y="3008264"/>
          <a:ext cx="534658" cy="32036"/>
        </a:xfrm>
        <a:custGeom>
          <a:avLst/>
          <a:gdLst/>
          <a:ahLst/>
          <a:cxnLst/>
          <a:rect l="0" t="0" r="0" b="0"/>
          <a:pathLst>
            <a:path>
              <a:moveTo>
                <a:pt x="0" y="16018"/>
              </a:moveTo>
              <a:lnTo>
                <a:pt x="534658" y="16018"/>
              </a:lnTo>
            </a:path>
          </a:pathLst>
        </a:custGeom>
        <a:noFill/>
        <a:ln w="19050"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p>
      </dsp:txBody>
      <dsp:txXfrm>
        <a:off x="4489927" y="3010915"/>
        <a:ext cx="26732" cy="26732"/>
      </dsp:txXfrm>
    </dsp:sp>
    <dsp:sp modelId="{B92A229C-EE1A-47DF-AF41-39DB5BE21BD9}">
      <dsp:nvSpPr>
        <dsp:cNvPr id="0" name=""/>
        <dsp:cNvSpPr/>
      </dsp:nvSpPr>
      <dsp:spPr>
        <a:xfrm>
          <a:off x="4768046" y="2547841"/>
          <a:ext cx="1757630" cy="878815"/>
        </a:xfrm>
        <a:prstGeom prst="roundRect">
          <a:avLst>
            <a:gd name="adj" fmla="val 10000"/>
          </a:avLst>
        </a:prstGeom>
        <a:gradFill rotWithShape="0">
          <a:gsLst>
            <a:gs pos="0">
              <a:schemeClr val="accent4">
                <a:hueOff val="0"/>
                <a:satOff val="0"/>
                <a:lumOff val="0"/>
                <a:alphaOff val="0"/>
                <a:tint val="65000"/>
                <a:lumMod val="110000"/>
              </a:schemeClr>
            </a:gs>
            <a:gs pos="88000">
              <a:schemeClr val="accent4">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kern="1200" dirty="0"/>
            <a:t>Stable </a:t>
          </a:r>
        </a:p>
      </dsp:txBody>
      <dsp:txXfrm>
        <a:off x="4793786" y="2573581"/>
        <a:ext cx="1706150" cy="827335"/>
      </dsp:txXfrm>
    </dsp:sp>
    <dsp:sp modelId="{C842A8EA-C224-4096-8484-698103B7CB46}">
      <dsp:nvSpPr>
        <dsp:cNvPr id="0" name=""/>
        <dsp:cNvSpPr/>
      </dsp:nvSpPr>
      <dsp:spPr>
        <a:xfrm>
          <a:off x="6525676" y="2971231"/>
          <a:ext cx="856212" cy="32036"/>
        </a:xfrm>
        <a:custGeom>
          <a:avLst/>
          <a:gdLst/>
          <a:ahLst/>
          <a:cxnLst/>
          <a:rect l="0" t="0" r="0" b="0"/>
          <a:pathLst>
            <a:path>
              <a:moveTo>
                <a:pt x="0" y="16018"/>
              </a:moveTo>
              <a:lnTo>
                <a:pt x="856212" y="16018"/>
              </a:lnTo>
            </a:path>
          </a:pathLst>
        </a:custGeom>
        <a:noFill/>
        <a:ln w="19050"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p>
      </dsp:txBody>
      <dsp:txXfrm>
        <a:off x="6932377" y="2965843"/>
        <a:ext cx="42810" cy="42810"/>
      </dsp:txXfrm>
    </dsp:sp>
    <dsp:sp modelId="{A29172E6-12F9-45CF-8AD1-4BA6642C8928}">
      <dsp:nvSpPr>
        <dsp:cNvPr id="0" name=""/>
        <dsp:cNvSpPr/>
      </dsp:nvSpPr>
      <dsp:spPr>
        <a:xfrm>
          <a:off x="7381888" y="2547841"/>
          <a:ext cx="1757630" cy="878815"/>
        </a:xfrm>
        <a:prstGeom prst="roundRect">
          <a:avLst>
            <a:gd name="adj" fmla="val 10000"/>
          </a:avLst>
        </a:prstGeom>
        <a:gradFill rotWithShape="0">
          <a:gsLst>
            <a:gs pos="0">
              <a:schemeClr val="accent5">
                <a:hueOff val="0"/>
                <a:satOff val="0"/>
                <a:lumOff val="0"/>
                <a:alphaOff val="0"/>
                <a:tint val="65000"/>
                <a:lumMod val="110000"/>
              </a:schemeClr>
            </a:gs>
            <a:gs pos="88000">
              <a:schemeClr val="accent5">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b="1" i="0" kern="1200" dirty="0"/>
            <a:t>Invest</a:t>
          </a:r>
          <a:endParaRPr lang="en-US" sz="2600" b="1" kern="1200" dirty="0"/>
        </a:p>
      </dsp:txBody>
      <dsp:txXfrm>
        <a:off x="7407628" y="2573581"/>
        <a:ext cx="1706150" cy="82733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46B475A-0301-E84C-A6F4-9772111EE840}"/>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AC9ABD7-28B0-1E52-2E7F-5F2879FEE25E}"/>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138571A7-456E-4B4C-B1B5-9DB44FBB6D54}" type="datetimeFigureOut">
              <a:rPr lang="en-US" smtClean="0"/>
              <a:t>4/12/25</a:t>
            </a:fld>
            <a:endParaRPr lang="en-US"/>
          </a:p>
        </p:txBody>
      </p:sp>
      <p:sp>
        <p:nvSpPr>
          <p:cNvPr id="4" name="Footer Placeholder 3">
            <a:extLst>
              <a:ext uri="{FF2B5EF4-FFF2-40B4-BE49-F238E27FC236}">
                <a16:creationId xmlns:a16="http://schemas.microsoft.com/office/drawing/2014/main" id="{484CC46A-AE66-ABBD-9576-FCC7F7CF46C2}"/>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57AEA04-A33F-D325-8EA3-6FC4EE9DF35B}"/>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726D76A-634A-4B98-B2C5-ED6277E02F48}" type="slidenum">
              <a:rPr lang="en-US" smtClean="0"/>
              <a:t>‹#›</a:t>
            </a:fld>
            <a:endParaRPr lang="en-US"/>
          </a:p>
        </p:txBody>
      </p:sp>
    </p:spTree>
    <p:extLst>
      <p:ext uri="{BB962C8B-B14F-4D97-AF65-F5344CB8AC3E}">
        <p14:creationId xmlns:p14="http://schemas.microsoft.com/office/powerpoint/2010/main" val="425227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r">
              <a:defRPr sz="1200"/>
            </a:lvl1pPr>
          </a:lstStyle>
          <a:p>
            <a:endParaRPr lang="ar-JO"/>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l">
              <a:defRPr sz="1200"/>
            </a:lvl1pPr>
          </a:lstStyle>
          <a:p>
            <a:fld id="{473FFDDF-169B-4277-9877-AA06D13B99D9}" type="datetimeFigureOut">
              <a:rPr lang="ar-JO" smtClean="0"/>
              <a:t>14‏/10‏/1446</a:t>
            </a:fld>
            <a:endParaRPr lang="ar-JO"/>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ar-JO"/>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r">
              <a:defRPr sz="1200"/>
            </a:lvl1pPr>
          </a:lstStyle>
          <a:p>
            <a:endParaRPr lang="ar-JO"/>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l">
              <a:defRPr sz="1200"/>
            </a:lvl1pPr>
          </a:lstStyle>
          <a:p>
            <a:fld id="{CB9AA53B-259B-4607-B4F0-107CC57C4B93}" type="slidenum">
              <a:rPr lang="ar-JO" smtClean="0"/>
              <a:t>‹#›</a:t>
            </a:fld>
            <a:endParaRPr lang="ar-JO"/>
          </a:p>
        </p:txBody>
      </p:sp>
    </p:spTree>
    <p:extLst>
      <p:ext uri="{BB962C8B-B14F-4D97-AF65-F5344CB8AC3E}">
        <p14:creationId xmlns:p14="http://schemas.microsoft.com/office/powerpoint/2010/main" val="311238544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7388"/>
            <a:ext cx="6089650" cy="342582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9959E96-1061-4E2E-B998-2EDD65CD9656}" type="slidenum">
              <a:rPr lang="en-US" smtClean="0"/>
              <a:pPr/>
              <a:t>5</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9AA53B-259B-4607-B4F0-107CC57C4B93}" type="slidenum">
              <a:rPr lang="ar-JO" smtClean="0"/>
              <a:t>6</a:t>
            </a:fld>
            <a:endParaRPr lang="ar-JO"/>
          </a:p>
        </p:txBody>
      </p:sp>
    </p:spTree>
    <p:extLst>
      <p:ext uri="{BB962C8B-B14F-4D97-AF65-F5344CB8AC3E}">
        <p14:creationId xmlns:p14="http://schemas.microsoft.com/office/powerpoint/2010/main" val="1667852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Management support systems</a:t>
            </a:r>
            <a:endParaRPr lang="en-US" dirty="0"/>
          </a:p>
        </p:txBody>
      </p:sp>
      <p:sp>
        <p:nvSpPr>
          <p:cNvPr id="4" name="Slide Number Placeholder 3"/>
          <p:cNvSpPr>
            <a:spLocks noGrp="1"/>
          </p:cNvSpPr>
          <p:nvPr>
            <p:ph type="sldNum" sz="quarter" idx="5"/>
          </p:nvPr>
        </p:nvSpPr>
        <p:spPr/>
        <p:txBody>
          <a:bodyPr/>
          <a:lstStyle/>
          <a:p>
            <a:fld id="{CB9AA53B-259B-4607-B4F0-107CC57C4B93}" type="slidenum">
              <a:rPr lang="ar-JO" smtClean="0"/>
              <a:t>13</a:t>
            </a:fld>
            <a:endParaRPr lang="ar-JO"/>
          </a:p>
        </p:txBody>
      </p:sp>
    </p:spTree>
    <p:extLst>
      <p:ext uri="{BB962C8B-B14F-4D97-AF65-F5344CB8AC3E}">
        <p14:creationId xmlns:p14="http://schemas.microsoft.com/office/powerpoint/2010/main" val="1480517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B43CA42-9209-BF9F-52F7-511DC88CDF8B}"/>
              </a:ext>
            </a:extLst>
          </p:cNvPr>
          <p:cNvSpPr>
            <a:spLocks noGrp="1" noChangeArrowheads="1"/>
          </p:cNvSpPr>
          <p:nvPr>
            <p:ph type="sldNum" sz="quarter" idx="5"/>
          </p:nvPr>
        </p:nvSpPr>
        <p:spPr>
          <a:ln/>
        </p:spPr>
        <p:txBody>
          <a:bodyPr/>
          <a:lstStyle/>
          <a:p>
            <a:fld id="{D586A15C-BB7C-45FF-A55B-4596103E3D49}" type="slidenum">
              <a:rPr lang="zh-TW" altLang="en-US"/>
              <a:pPr/>
              <a:t>24</a:t>
            </a:fld>
            <a:endParaRPr lang="zh-TW" altLang="en-US"/>
          </a:p>
        </p:txBody>
      </p:sp>
      <p:sp>
        <p:nvSpPr>
          <p:cNvPr id="9218" name="Rectangle 2">
            <a:extLst>
              <a:ext uri="{FF2B5EF4-FFF2-40B4-BE49-F238E27FC236}">
                <a16:creationId xmlns:a16="http://schemas.microsoft.com/office/drawing/2014/main" id="{EB38992A-AE20-59BD-7ABB-6CCDBCD5895E}"/>
              </a:ext>
            </a:extLst>
          </p:cNvPr>
          <p:cNvSpPr>
            <a:spLocks noGrp="1" noRot="1" noChangeAspect="1" noChangeArrowheads="1" noTextEdit="1"/>
          </p:cNvSpPr>
          <p:nvPr>
            <p:ph type="sldImg"/>
          </p:nvPr>
        </p:nvSpPr>
        <p:spPr>
          <a:xfrm>
            <a:off x="460375" y="709613"/>
            <a:ext cx="5937250" cy="3340100"/>
          </a:xfrm>
          <a:ln cap="flat"/>
        </p:spPr>
      </p:sp>
      <p:sp>
        <p:nvSpPr>
          <p:cNvPr id="9219" name="Rectangle 3">
            <a:extLst>
              <a:ext uri="{FF2B5EF4-FFF2-40B4-BE49-F238E27FC236}">
                <a16:creationId xmlns:a16="http://schemas.microsoft.com/office/drawing/2014/main" id="{0D462D54-E96C-3BE1-CB17-0D4DEB322D74}"/>
              </a:ext>
            </a:extLst>
          </p:cNvPr>
          <p:cNvSpPr>
            <a:spLocks noGrp="1" noChangeArrowheads="1"/>
          </p:cNvSpPr>
          <p:nvPr>
            <p:ph type="body" idx="1"/>
          </p:nvPr>
        </p:nvSpPr>
        <p:spPr>
          <a:ln/>
        </p:spPr>
        <p:txBody>
          <a:bodyPr/>
          <a:lstStyle/>
          <a:p>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048F1A7-54EB-82CF-E2F7-6044762E9AC8}"/>
              </a:ext>
            </a:extLst>
          </p:cNvPr>
          <p:cNvSpPr>
            <a:spLocks noGrp="1" noChangeArrowheads="1"/>
          </p:cNvSpPr>
          <p:nvPr>
            <p:ph type="sldNum" sz="quarter" idx="5"/>
          </p:nvPr>
        </p:nvSpPr>
        <p:spPr>
          <a:ln/>
        </p:spPr>
        <p:txBody>
          <a:bodyPr/>
          <a:lstStyle/>
          <a:p>
            <a:fld id="{15DAD63A-34CE-43B2-8347-706740D53EC7}" type="slidenum">
              <a:rPr lang="zh-TW" altLang="en-US"/>
              <a:pPr/>
              <a:t>25</a:t>
            </a:fld>
            <a:endParaRPr lang="zh-TW" altLang="en-US"/>
          </a:p>
        </p:txBody>
      </p:sp>
      <p:sp>
        <p:nvSpPr>
          <p:cNvPr id="147458" name="Rectangle 1026">
            <a:extLst>
              <a:ext uri="{FF2B5EF4-FFF2-40B4-BE49-F238E27FC236}">
                <a16:creationId xmlns:a16="http://schemas.microsoft.com/office/drawing/2014/main" id="{97E641EB-FD03-8D77-2B3C-6B7851C88C16}"/>
              </a:ext>
            </a:extLst>
          </p:cNvPr>
          <p:cNvSpPr>
            <a:spLocks noGrp="1" noRot="1" noChangeAspect="1" noChangeArrowheads="1" noTextEdit="1"/>
          </p:cNvSpPr>
          <p:nvPr>
            <p:ph type="sldImg"/>
          </p:nvPr>
        </p:nvSpPr>
        <p:spPr>
          <a:xfrm>
            <a:off x="460375" y="709613"/>
            <a:ext cx="5937250" cy="3340100"/>
          </a:xfrm>
          <a:ln cap="flat"/>
        </p:spPr>
      </p:sp>
      <p:sp>
        <p:nvSpPr>
          <p:cNvPr id="147459" name="Rectangle 1027">
            <a:extLst>
              <a:ext uri="{FF2B5EF4-FFF2-40B4-BE49-F238E27FC236}">
                <a16:creationId xmlns:a16="http://schemas.microsoft.com/office/drawing/2014/main" id="{B28B1679-E8C2-9D91-93BA-86CD56DC6D2D}"/>
              </a:ext>
            </a:extLst>
          </p:cNvPr>
          <p:cNvSpPr>
            <a:spLocks noGrp="1" noChangeArrowheads="1"/>
          </p:cNvSpPr>
          <p:nvPr>
            <p:ph type="body" idx="1"/>
          </p:nvPr>
        </p:nvSpPr>
        <p:spPr>
          <a:ln/>
        </p:spPr>
        <p:txBody>
          <a:bodyPr/>
          <a:lstStyle/>
          <a:p>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F3B14425-4868-4DAB-8FE8-11C6F0D6FB27}" type="slidenum">
              <a:rPr lang="en-US" smtClean="0"/>
              <a:pPr/>
              <a:t>29</a:t>
            </a:fld>
            <a:endParaRPr lang="en-US" dirty="0"/>
          </a:p>
        </p:txBody>
      </p:sp>
      <p:sp>
        <p:nvSpPr>
          <p:cNvPr id="64515" name="Rectangle 2"/>
          <p:cNvSpPr>
            <a:spLocks noGrp="1" noRot="1" noChangeAspect="1" noChangeArrowheads="1" noTextEdit="1"/>
          </p:cNvSpPr>
          <p:nvPr>
            <p:ph type="sldImg"/>
          </p:nvPr>
        </p:nvSpPr>
        <p:spPr>
          <a:xfrm>
            <a:off x="685800" y="1143000"/>
            <a:ext cx="5486400" cy="3086100"/>
          </a:xfrm>
          <a:ln/>
        </p:spPr>
      </p:sp>
      <p:sp>
        <p:nvSpPr>
          <p:cNvPr id="64516"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697622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372D78D3-0472-4765-A5A9-5AD36E147B38}" type="slidenum">
              <a:rPr lang="en-US" smtClean="0"/>
              <a:pPr/>
              <a:t>31</a:t>
            </a:fld>
            <a:endParaRPr lang="en-US" dirty="0"/>
          </a:p>
        </p:txBody>
      </p:sp>
      <p:sp>
        <p:nvSpPr>
          <p:cNvPr id="65539" name="Rectangle 2"/>
          <p:cNvSpPr>
            <a:spLocks noGrp="1" noRot="1" noChangeAspect="1" noChangeArrowheads="1" noTextEdit="1"/>
          </p:cNvSpPr>
          <p:nvPr>
            <p:ph type="sldImg"/>
          </p:nvPr>
        </p:nvSpPr>
        <p:spPr>
          <a:xfrm>
            <a:off x="685800" y="1143000"/>
            <a:ext cx="5486400" cy="3086100"/>
          </a:xfrm>
          <a:ln/>
        </p:spPr>
      </p:sp>
      <p:sp>
        <p:nvSpPr>
          <p:cNvPr id="65540"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526422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7E3609-AD10-8554-FC69-62D29F57EFD4}"/>
              </a:ext>
            </a:extLst>
          </p:cNvPr>
          <p:cNvSpPr>
            <a:spLocks noGrp="1" noChangeArrowheads="1"/>
          </p:cNvSpPr>
          <p:nvPr>
            <p:ph type="sldNum" sz="quarter" idx="5"/>
          </p:nvPr>
        </p:nvSpPr>
        <p:spPr>
          <a:ln/>
        </p:spPr>
        <p:txBody>
          <a:bodyPr/>
          <a:lstStyle/>
          <a:p>
            <a:fld id="{985DD6E9-A608-482C-859A-D864158FBAD9}" type="slidenum">
              <a:rPr lang="zh-TW" altLang="en-US"/>
              <a:pPr/>
              <a:t>39</a:t>
            </a:fld>
            <a:endParaRPr lang="zh-TW" altLang="en-US"/>
          </a:p>
        </p:txBody>
      </p:sp>
      <p:sp>
        <p:nvSpPr>
          <p:cNvPr id="13314" name="Rectangle 2">
            <a:extLst>
              <a:ext uri="{FF2B5EF4-FFF2-40B4-BE49-F238E27FC236}">
                <a16:creationId xmlns:a16="http://schemas.microsoft.com/office/drawing/2014/main" id="{920C91D5-4E17-A07A-58F9-308FD6F511F4}"/>
              </a:ext>
            </a:extLst>
          </p:cNvPr>
          <p:cNvSpPr>
            <a:spLocks noGrp="1" noRot="1" noChangeAspect="1" noChangeArrowheads="1" noTextEdit="1"/>
          </p:cNvSpPr>
          <p:nvPr>
            <p:ph type="sldImg"/>
          </p:nvPr>
        </p:nvSpPr>
        <p:spPr>
          <a:xfrm>
            <a:off x="460375" y="709613"/>
            <a:ext cx="5937250" cy="3340100"/>
          </a:xfrm>
          <a:ln cap="flat"/>
        </p:spPr>
      </p:sp>
      <p:sp>
        <p:nvSpPr>
          <p:cNvPr id="13315" name="Rectangle 3">
            <a:extLst>
              <a:ext uri="{FF2B5EF4-FFF2-40B4-BE49-F238E27FC236}">
                <a16:creationId xmlns:a16="http://schemas.microsoft.com/office/drawing/2014/main" id="{7F7DC8F2-DAD2-2FE0-59B8-315B478C5027}"/>
              </a:ext>
            </a:extLst>
          </p:cNvPr>
          <p:cNvSpPr>
            <a:spLocks noGrp="1" noChangeArrowheads="1"/>
          </p:cNvSpPr>
          <p:nvPr>
            <p:ph type="body" idx="1"/>
          </p:nvPr>
        </p:nvSpPr>
        <p:spPr>
          <a:ln/>
        </p:spPr>
        <p:txBody>
          <a:bodyPr/>
          <a:lstStyle/>
          <a:p>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57</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159178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58</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1326419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59</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1563211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60</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557022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61</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2508930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62</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4226997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63</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24434349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64</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263680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65</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3224819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66</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3934998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E6A7958-E472-64BD-D801-DA42131B22D5}"/>
              </a:ext>
            </a:extLst>
          </p:cNvPr>
          <p:cNvSpPr>
            <a:spLocks noGrp="1" noChangeArrowheads="1"/>
          </p:cNvSpPr>
          <p:nvPr>
            <p:ph type="sldNum" sz="quarter" idx="5"/>
          </p:nvPr>
        </p:nvSpPr>
        <p:spPr>
          <a:ln/>
        </p:spPr>
        <p:txBody>
          <a:bodyPr/>
          <a:lstStyle/>
          <a:p>
            <a:fld id="{C5FCDE06-1C1B-44BB-B572-22C3974607F5}" type="slidenum">
              <a:rPr lang="zh-TW" altLang="en-US"/>
              <a:pPr/>
              <a:t>67</a:t>
            </a:fld>
            <a:endParaRPr lang="zh-TW" altLang="en-US"/>
          </a:p>
        </p:txBody>
      </p:sp>
      <p:sp>
        <p:nvSpPr>
          <p:cNvPr id="74754" name="Rectangle 2">
            <a:extLst>
              <a:ext uri="{FF2B5EF4-FFF2-40B4-BE49-F238E27FC236}">
                <a16:creationId xmlns:a16="http://schemas.microsoft.com/office/drawing/2014/main" id="{633E5F0C-A80D-1390-8A1B-32998D19CF1A}"/>
              </a:ext>
            </a:extLst>
          </p:cNvPr>
          <p:cNvSpPr>
            <a:spLocks noGrp="1" noRot="1" noChangeAspect="1" noChangeArrowheads="1" noTextEdit="1"/>
          </p:cNvSpPr>
          <p:nvPr>
            <p:ph type="sldImg"/>
          </p:nvPr>
        </p:nvSpPr>
        <p:spPr>
          <a:xfrm>
            <a:off x="460375" y="709613"/>
            <a:ext cx="5937250" cy="3340100"/>
          </a:xfrm>
          <a:ln cap="flat"/>
        </p:spPr>
      </p:sp>
      <p:sp>
        <p:nvSpPr>
          <p:cNvPr id="74755" name="Rectangle 3">
            <a:extLst>
              <a:ext uri="{FF2B5EF4-FFF2-40B4-BE49-F238E27FC236}">
                <a16:creationId xmlns:a16="http://schemas.microsoft.com/office/drawing/2014/main" id="{C0A19E36-CF47-1AAC-E8EA-2EFED972DD9B}"/>
              </a:ext>
            </a:extLst>
          </p:cNvPr>
          <p:cNvSpPr>
            <a:spLocks noGrp="1" noChangeArrowheads="1"/>
          </p:cNvSpPr>
          <p:nvPr>
            <p:ph type="body" idx="1"/>
          </p:nvPr>
        </p:nvSpPr>
        <p:spPr>
          <a:ln/>
        </p:spPr>
        <p:txBody>
          <a:bodyPr/>
          <a:lstStyle/>
          <a:p>
            <a:endParaRPr lang="zh-TW" altLang="en-US"/>
          </a:p>
        </p:txBody>
      </p:sp>
    </p:spTree>
    <p:extLst>
      <p:ext uri="{BB962C8B-B14F-4D97-AF65-F5344CB8AC3E}">
        <p14:creationId xmlns:p14="http://schemas.microsoft.com/office/powerpoint/2010/main" val="104378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with Imag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CBA09E-664D-42AC-81A8-E6756A655750}"/>
              </a:ext>
            </a:extLst>
          </p:cNvPr>
          <p:cNvSpPr/>
          <p:nvPr/>
        </p:nvSpPr>
        <p:spPr>
          <a:xfrm>
            <a:off x="2" y="1539435"/>
            <a:ext cx="8866207" cy="53185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2" name="Picture Placeholder 11">
            <a:extLst>
              <a:ext uri="{FF2B5EF4-FFF2-40B4-BE49-F238E27FC236}">
                <a16:creationId xmlns:a16="http://schemas.microsoft.com/office/drawing/2014/main" id="{82CAE461-C0B1-40CE-96C7-BF817A2EA315}"/>
              </a:ext>
            </a:extLst>
          </p:cNvPr>
          <p:cNvSpPr>
            <a:spLocks noGrp="1"/>
          </p:cNvSpPr>
          <p:nvPr>
            <p:ph type="pic" sz="quarter" idx="15"/>
          </p:nvPr>
        </p:nvSpPr>
        <p:spPr>
          <a:xfrm>
            <a:off x="1" y="2"/>
            <a:ext cx="12191995" cy="6857999"/>
          </a:xfrm>
          <a:custGeom>
            <a:avLst/>
            <a:gdLst>
              <a:gd name="connsiteX0" fmla="*/ 0 w 12191995"/>
              <a:gd name="connsiteY0" fmla="*/ 0 h 6857999"/>
              <a:gd name="connsiteX1" fmla="*/ 12191995 w 12191995"/>
              <a:gd name="connsiteY1" fmla="*/ 0 h 6857999"/>
              <a:gd name="connsiteX2" fmla="*/ 12191995 w 12191995"/>
              <a:gd name="connsiteY2" fmla="*/ 6857999 h 6857999"/>
              <a:gd name="connsiteX3" fmla="*/ 8866207 w 12191995"/>
              <a:gd name="connsiteY3" fmla="*/ 6857999 h 6857999"/>
              <a:gd name="connsiteX4" fmla="*/ 8866207 w 12191995"/>
              <a:gd name="connsiteY4" fmla="*/ 1539432 h 6857999"/>
              <a:gd name="connsiteX5" fmla="*/ 0 w 12191995"/>
              <a:gd name="connsiteY5" fmla="*/ 153943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5" h="6857999">
                <a:moveTo>
                  <a:pt x="0" y="0"/>
                </a:moveTo>
                <a:lnTo>
                  <a:pt x="12191995" y="0"/>
                </a:lnTo>
                <a:lnTo>
                  <a:pt x="12191995" y="6857999"/>
                </a:lnTo>
                <a:lnTo>
                  <a:pt x="8866207" y="6857999"/>
                </a:lnTo>
                <a:lnTo>
                  <a:pt x="8866207" y="1539432"/>
                </a:lnTo>
                <a:lnTo>
                  <a:pt x="0" y="1539432"/>
                </a:lnTo>
                <a:close/>
              </a:path>
            </a:pathLst>
          </a:custGeom>
          <a:solidFill>
            <a:schemeClr val="bg1">
              <a:lumMod val="95000"/>
            </a:schemeClr>
          </a:solidFill>
        </p:spPr>
        <p:txBody>
          <a:bodyPr wrap="square">
            <a:noAutofit/>
          </a:bodyPr>
          <a:lstStyle/>
          <a:p>
            <a:r>
              <a:rPr lang="en-US"/>
              <a:t>Click icon to add picture</a:t>
            </a:r>
            <a:endParaRPr lang="en-US" dirty="0"/>
          </a:p>
        </p:txBody>
      </p:sp>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838201" y="2002421"/>
            <a:ext cx="7252505" cy="891250"/>
          </a:xfrm>
        </p:spPr>
        <p:txBody>
          <a:bodyPr anchor="t">
            <a:noAutofit/>
          </a:bodyPr>
          <a:lstStyle>
            <a:lvl1pPr>
              <a:defRPr sz="3750" b="1">
                <a:solidFill>
                  <a:schemeClr val="bg1"/>
                </a:solidFill>
                <a:latin typeface="+mj-lt"/>
              </a:defRPr>
            </a:lvl1pPr>
          </a:lstStyle>
          <a:p>
            <a:r>
              <a:rPr lang="en-US" dirty="0"/>
              <a:t>CLICK TO ADD TITLE</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838200" y="3090446"/>
            <a:ext cx="7252504" cy="338549"/>
          </a:xfrm>
        </p:spPr>
        <p:txBody>
          <a:bodyPr>
            <a:normAutofit/>
          </a:bodyPr>
          <a:lstStyle>
            <a:lvl1pPr marL="0" indent="0">
              <a:buNone/>
              <a:defRPr sz="1200" spc="225">
                <a:solidFill>
                  <a:schemeClr val="bg1"/>
                </a:solidFill>
                <a:latin typeface="+mn-lt"/>
                <a:cs typeface="Arial" panose="020B0604020202020204" pitchFamily="34" charset="0"/>
              </a:defRPr>
            </a:lvl1pPr>
          </a:lstStyle>
          <a:p>
            <a:pPr lvl="0"/>
            <a:r>
              <a:rPr lang="en-US" dirty="0"/>
              <a:t>SUBTITLE GOES HERE</a:t>
            </a:r>
          </a:p>
        </p:txBody>
      </p:sp>
      <p:sp>
        <p:nvSpPr>
          <p:cNvPr id="5" name="Shape 62">
            <a:extLst>
              <a:ext uri="{FF2B5EF4-FFF2-40B4-BE49-F238E27FC236}">
                <a16:creationId xmlns:a16="http://schemas.microsoft.com/office/drawing/2014/main" id="{E1A23DB6-E067-4A30-8C4B-98B452428518}"/>
              </a:ext>
            </a:extLst>
          </p:cNvPr>
          <p:cNvSpPr/>
          <p:nvPr/>
        </p:nvSpPr>
        <p:spPr>
          <a:xfrm rot="16200000" flipV="1">
            <a:off x="1094404" y="1819846"/>
            <a:ext cx="1" cy="2188805"/>
          </a:xfrm>
          <a:prstGeom prst="line">
            <a:avLst/>
          </a:prstGeom>
          <a:ln w="25400">
            <a:solidFill>
              <a:schemeClr val="bg1"/>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Tree>
    <p:extLst>
      <p:ext uri="{BB962C8B-B14F-4D97-AF65-F5344CB8AC3E}">
        <p14:creationId xmlns:p14="http://schemas.microsoft.com/office/powerpoint/2010/main" val="3341723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CBA09E-664D-42AC-81A8-E6756A655750}"/>
              </a:ext>
            </a:extLst>
          </p:cNvPr>
          <p:cNvSpPr/>
          <p:nvPr/>
        </p:nvSpPr>
        <p:spPr>
          <a:xfrm>
            <a:off x="1" y="1539434"/>
            <a:ext cx="8866207" cy="53185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2" name="Picture Placeholder 11">
            <a:extLst>
              <a:ext uri="{FF2B5EF4-FFF2-40B4-BE49-F238E27FC236}">
                <a16:creationId xmlns:a16="http://schemas.microsoft.com/office/drawing/2014/main" id="{82CAE461-C0B1-40CE-96C7-BF817A2EA315}"/>
              </a:ext>
            </a:extLst>
          </p:cNvPr>
          <p:cNvSpPr>
            <a:spLocks noGrp="1"/>
          </p:cNvSpPr>
          <p:nvPr>
            <p:ph type="pic" sz="quarter" idx="15"/>
          </p:nvPr>
        </p:nvSpPr>
        <p:spPr>
          <a:xfrm>
            <a:off x="1" y="2"/>
            <a:ext cx="12191995" cy="6857999"/>
          </a:xfrm>
          <a:custGeom>
            <a:avLst/>
            <a:gdLst>
              <a:gd name="connsiteX0" fmla="*/ 0 w 12191995"/>
              <a:gd name="connsiteY0" fmla="*/ 0 h 6857999"/>
              <a:gd name="connsiteX1" fmla="*/ 12191995 w 12191995"/>
              <a:gd name="connsiteY1" fmla="*/ 0 h 6857999"/>
              <a:gd name="connsiteX2" fmla="*/ 12191995 w 12191995"/>
              <a:gd name="connsiteY2" fmla="*/ 6857999 h 6857999"/>
              <a:gd name="connsiteX3" fmla="*/ 8866207 w 12191995"/>
              <a:gd name="connsiteY3" fmla="*/ 6857999 h 6857999"/>
              <a:gd name="connsiteX4" fmla="*/ 8866207 w 12191995"/>
              <a:gd name="connsiteY4" fmla="*/ 1539432 h 6857999"/>
              <a:gd name="connsiteX5" fmla="*/ 0 w 12191995"/>
              <a:gd name="connsiteY5" fmla="*/ 153943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5" h="6857999">
                <a:moveTo>
                  <a:pt x="0" y="0"/>
                </a:moveTo>
                <a:lnTo>
                  <a:pt x="12191995" y="0"/>
                </a:lnTo>
                <a:lnTo>
                  <a:pt x="12191995" y="6857999"/>
                </a:lnTo>
                <a:lnTo>
                  <a:pt x="8866207" y="6857999"/>
                </a:lnTo>
                <a:lnTo>
                  <a:pt x="8866207" y="1539432"/>
                </a:lnTo>
                <a:lnTo>
                  <a:pt x="0" y="1539432"/>
                </a:lnTo>
                <a:close/>
              </a:path>
            </a:pathLst>
          </a:custGeom>
          <a:solidFill>
            <a:schemeClr val="bg1">
              <a:lumMod val="95000"/>
            </a:schemeClr>
          </a:solidFill>
        </p:spPr>
        <p:txBody>
          <a:bodyPr wrap="square">
            <a:noAutofit/>
          </a:bodyPr>
          <a:lstStyle/>
          <a:p>
            <a:r>
              <a:rPr lang="en-US"/>
              <a:t>Click icon to add picture</a:t>
            </a:r>
            <a:endParaRPr lang="en-US" dirty="0"/>
          </a:p>
        </p:txBody>
      </p:sp>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838201" y="2002421"/>
            <a:ext cx="7252505" cy="891250"/>
          </a:xfrm>
        </p:spPr>
        <p:txBody>
          <a:bodyPr anchor="t">
            <a:noAutofit/>
          </a:bodyPr>
          <a:lstStyle>
            <a:lvl1pPr>
              <a:defRPr sz="3750" b="1">
                <a:solidFill>
                  <a:schemeClr val="bg1"/>
                </a:solidFill>
                <a:latin typeface="+mj-lt"/>
              </a:defRPr>
            </a:lvl1pPr>
          </a:lstStyle>
          <a:p>
            <a:r>
              <a:rPr lang="en-US" dirty="0"/>
              <a:t>THANK YOU</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838200" y="3090446"/>
            <a:ext cx="7252504" cy="338549"/>
          </a:xfrm>
        </p:spPr>
        <p:txBody>
          <a:bodyPr>
            <a:normAutofit/>
          </a:bodyPr>
          <a:lstStyle>
            <a:lvl1pPr marL="0" indent="0">
              <a:buNone/>
              <a:defRPr sz="1200" spc="225">
                <a:solidFill>
                  <a:schemeClr val="bg1"/>
                </a:solidFill>
                <a:latin typeface="+mn-lt"/>
                <a:cs typeface="Arial" panose="020B0604020202020204" pitchFamily="34" charset="0"/>
              </a:defRPr>
            </a:lvl1pPr>
          </a:lstStyle>
          <a:p>
            <a:pPr lvl="0"/>
            <a:r>
              <a:rPr lang="en-US" dirty="0"/>
              <a:t>WWW.WEBSITENAME.COM</a:t>
            </a:r>
          </a:p>
        </p:txBody>
      </p:sp>
      <p:sp>
        <p:nvSpPr>
          <p:cNvPr id="5" name="Shape 62">
            <a:extLst>
              <a:ext uri="{FF2B5EF4-FFF2-40B4-BE49-F238E27FC236}">
                <a16:creationId xmlns:a16="http://schemas.microsoft.com/office/drawing/2014/main" id="{E1A23DB6-E067-4A30-8C4B-98B452428518}"/>
              </a:ext>
            </a:extLst>
          </p:cNvPr>
          <p:cNvSpPr/>
          <p:nvPr/>
        </p:nvSpPr>
        <p:spPr>
          <a:xfrm rot="16200000" flipV="1">
            <a:off x="1094404" y="1819846"/>
            <a:ext cx="1" cy="2188805"/>
          </a:xfrm>
          <a:prstGeom prst="line">
            <a:avLst/>
          </a:prstGeom>
          <a:ln w="25400">
            <a:solidFill>
              <a:schemeClr val="bg1"/>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Tree>
    <p:extLst>
      <p:ext uri="{BB962C8B-B14F-4D97-AF65-F5344CB8AC3E}">
        <p14:creationId xmlns:p14="http://schemas.microsoft.com/office/powerpoint/2010/main" val="443958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Title Slide with Imag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CBA09E-664D-42AC-81A8-E6756A655750}"/>
              </a:ext>
            </a:extLst>
          </p:cNvPr>
          <p:cNvSpPr/>
          <p:nvPr/>
        </p:nvSpPr>
        <p:spPr>
          <a:xfrm>
            <a:off x="2" y="1539435"/>
            <a:ext cx="8866207" cy="53185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2" name="Picture Placeholder 11">
            <a:extLst>
              <a:ext uri="{FF2B5EF4-FFF2-40B4-BE49-F238E27FC236}">
                <a16:creationId xmlns:a16="http://schemas.microsoft.com/office/drawing/2014/main" id="{82CAE461-C0B1-40CE-96C7-BF817A2EA315}"/>
              </a:ext>
            </a:extLst>
          </p:cNvPr>
          <p:cNvSpPr>
            <a:spLocks noGrp="1"/>
          </p:cNvSpPr>
          <p:nvPr>
            <p:ph type="pic" sz="quarter" idx="15"/>
          </p:nvPr>
        </p:nvSpPr>
        <p:spPr>
          <a:xfrm>
            <a:off x="1" y="2"/>
            <a:ext cx="12191995" cy="6857999"/>
          </a:xfrm>
          <a:custGeom>
            <a:avLst/>
            <a:gdLst>
              <a:gd name="connsiteX0" fmla="*/ 0 w 12191995"/>
              <a:gd name="connsiteY0" fmla="*/ 0 h 6857999"/>
              <a:gd name="connsiteX1" fmla="*/ 12191995 w 12191995"/>
              <a:gd name="connsiteY1" fmla="*/ 0 h 6857999"/>
              <a:gd name="connsiteX2" fmla="*/ 12191995 w 12191995"/>
              <a:gd name="connsiteY2" fmla="*/ 6857999 h 6857999"/>
              <a:gd name="connsiteX3" fmla="*/ 8866207 w 12191995"/>
              <a:gd name="connsiteY3" fmla="*/ 6857999 h 6857999"/>
              <a:gd name="connsiteX4" fmla="*/ 8866207 w 12191995"/>
              <a:gd name="connsiteY4" fmla="*/ 1539432 h 6857999"/>
              <a:gd name="connsiteX5" fmla="*/ 0 w 12191995"/>
              <a:gd name="connsiteY5" fmla="*/ 153943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5" h="6857999">
                <a:moveTo>
                  <a:pt x="0" y="0"/>
                </a:moveTo>
                <a:lnTo>
                  <a:pt x="12191995" y="0"/>
                </a:lnTo>
                <a:lnTo>
                  <a:pt x="12191995" y="6857999"/>
                </a:lnTo>
                <a:lnTo>
                  <a:pt x="8866207" y="6857999"/>
                </a:lnTo>
                <a:lnTo>
                  <a:pt x="8866207" y="1539432"/>
                </a:lnTo>
                <a:lnTo>
                  <a:pt x="0" y="1539432"/>
                </a:lnTo>
                <a:close/>
              </a:path>
            </a:pathLst>
          </a:custGeom>
          <a:solidFill>
            <a:schemeClr val="bg1">
              <a:lumMod val="95000"/>
            </a:schemeClr>
          </a:solidFill>
        </p:spPr>
        <p:txBody>
          <a:bodyPr wrap="square">
            <a:noAutofit/>
          </a:bodyPr>
          <a:lstStyle/>
          <a:p>
            <a:r>
              <a:rPr lang="en-US"/>
              <a:t>Click icon to add picture</a:t>
            </a:r>
            <a:endParaRPr lang="en-US" dirty="0"/>
          </a:p>
        </p:txBody>
      </p:sp>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838201" y="2002421"/>
            <a:ext cx="7252505" cy="891250"/>
          </a:xfrm>
        </p:spPr>
        <p:txBody>
          <a:bodyPr anchor="t">
            <a:noAutofit/>
          </a:bodyPr>
          <a:lstStyle>
            <a:lvl1pPr>
              <a:defRPr sz="3750" b="1">
                <a:solidFill>
                  <a:schemeClr val="bg1"/>
                </a:solidFill>
                <a:latin typeface="+mj-lt"/>
              </a:defRPr>
            </a:lvl1pPr>
          </a:lstStyle>
          <a:p>
            <a:r>
              <a:rPr lang="en-US" dirty="0"/>
              <a:t>CLICK TO ADD TITLE</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838200" y="3090446"/>
            <a:ext cx="7252504" cy="338549"/>
          </a:xfrm>
        </p:spPr>
        <p:txBody>
          <a:bodyPr>
            <a:normAutofit/>
          </a:bodyPr>
          <a:lstStyle>
            <a:lvl1pPr marL="0" indent="0">
              <a:buNone/>
              <a:defRPr sz="1200" spc="225">
                <a:solidFill>
                  <a:schemeClr val="bg1"/>
                </a:solidFill>
                <a:latin typeface="+mn-lt"/>
                <a:cs typeface="Arial" panose="020B0604020202020204" pitchFamily="34" charset="0"/>
              </a:defRPr>
            </a:lvl1pPr>
          </a:lstStyle>
          <a:p>
            <a:pPr lvl="0"/>
            <a:r>
              <a:rPr lang="en-US" dirty="0"/>
              <a:t>SUBTITLE GOES HERE</a:t>
            </a:r>
          </a:p>
        </p:txBody>
      </p:sp>
      <p:sp>
        <p:nvSpPr>
          <p:cNvPr id="5" name="Shape 62">
            <a:extLst>
              <a:ext uri="{FF2B5EF4-FFF2-40B4-BE49-F238E27FC236}">
                <a16:creationId xmlns:a16="http://schemas.microsoft.com/office/drawing/2014/main" id="{E1A23DB6-E067-4A30-8C4B-98B452428518}"/>
              </a:ext>
            </a:extLst>
          </p:cNvPr>
          <p:cNvSpPr/>
          <p:nvPr/>
        </p:nvSpPr>
        <p:spPr>
          <a:xfrm rot="16200000" flipV="1">
            <a:off x="1094404" y="1819846"/>
            <a:ext cx="1" cy="2188805"/>
          </a:xfrm>
          <a:prstGeom prst="line">
            <a:avLst/>
          </a:prstGeom>
          <a:ln w="25400">
            <a:solidFill>
              <a:schemeClr val="bg1"/>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Tree>
    <p:extLst>
      <p:ext uri="{BB962C8B-B14F-4D97-AF65-F5344CB8AC3E}">
        <p14:creationId xmlns:p14="http://schemas.microsoft.com/office/powerpoint/2010/main" val="3061656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Slide with Imag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A99C074-A230-B944-8FEA-870A76765C60}"/>
              </a:ext>
            </a:extLst>
          </p:cNvPr>
          <p:cNvSpPr>
            <a:spLocks noGrp="1"/>
          </p:cNvSpPr>
          <p:nvPr>
            <p:ph type="title" hasCustomPrompt="1"/>
          </p:nvPr>
        </p:nvSpPr>
        <p:spPr>
          <a:xfrm>
            <a:off x="838201" y="578736"/>
            <a:ext cx="7252505" cy="891250"/>
          </a:xfrm>
        </p:spPr>
        <p:txBody>
          <a:bodyPr anchor="t">
            <a:noAutofit/>
          </a:bodyPr>
          <a:lstStyle>
            <a:lvl1pPr>
              <a:defRPr sz="3750" b="1">
                <a:solidFill>
                  <a:schemeClr val="bg1"/>
                </a:solidFill>
                <a:latin typeface="+mj-lt"/>
              </a:defRPr>
            </a:lvl1pPr>
          </a:lstStyle>
          <a:p>
            <a:r>
              <a:rPr lang="en-US" dirty="0"/>
              <a:t>CLICK TO ADD TITLE</a:t>
            </a:r>
          </a:p>
        </p:txBody>
      </p:sp>
      <p:sp>
        <p:nvSpPr>
          <p:cNvPr id="13" name="Text Placeholder 12">
            <a:extLst>
              <a:ext uri="{FF2B5EF4-FFF2-40B4-BE49-F238E27FC236}">
                <a16:creationId xmlns:a16="http://schemas.microsoft.com/office/drawing/2014/main" id="{1221857D-ECFA-4D4D-91DF-E36500791501}"/>
              </a:ext>
            </a:extLst>
          </p:cNvPr>
          <p:cNvSpPr>
            <a:spLocks noGrp="1"/>
          </p:cNvSpPr>
          <p:nvPr>
            <p:ph type="body" sz="quarter" idx="14" hasCustomPrompt="1"/>
          </p:nvPr>
        </p:nvSpPr>
        <p:spPr>
          <a:xfrm>
            <a:off x="838200" y="1666759"/>
            <a:ext cx="7252504" cy="338549"/>
          </a:xfrm>
        </p:spPr>
        <p:txBody>
          <a:bodyPr>
            <a:normAutofit/>
          </a:bodyPr>
          <a:lstStyle>
            <a:lvl1pPr marL="0" indent="0">
              <a:buNone/>
              <a:defRPr sz="1200" spc="225">
                <a:solidFill>
                  <a:schemeClr val="bg1"/>
                </a:solidFill>
                <a:latin typeface="+mn-lt"/>
                <a:cs typeface="Arial" panose="020B0604020202020204" pitchFamily="34" charset="0"/>
              </a:defRPr>
            </a:lvl1pPr>
          </a:lstStyle>
          <a:p>
            <a:pPr lvl="0"/>
            <a:r>
              <a:rPr lang="en-US" dirty="0"/>
              <a:t>SUBTITLE GOES HERE</a:t>
            </a:r>
          </a:p>
        </p:txBody>
      </p:sp>
      <p:sp>
        <p:nvSpPr>
          <p:cNvPr id="5" name="Shape 62">
            <a:extLst>
              <a:ext uri="{FF2B5EF4-FFF2-40B4-BE49-F238E27FC236}">
                <a16:creationId xmlns:a16="http://schemas.microsoft.com/office/drawing/2014/main" id="{E1A23DB6-E067-4A30-8C4B-98B452428518}"/>
              </a:ext>
            </a:extLst>
          </p:cNvPr>
          <p:cNvSpPr/>
          <p:nvPr/>
        </p:nvSpPr>
        <p:spPr>
          <a:xfrm rot="16200000" flipV="1">
            <a:off x="1094404" y="396161"/>
            <a:ext cx="1" cy="2188805"/>
          </a:xfrm>
          <a:prstGeom prst="line">
            <a:avLst/>
          </a:prstGeom>
          <a:ln w="25400">
            <a:solidFill>
              <a:schemeClr val="bg1"/>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
        <p:nvSpPr>
          <p:cNvPr id="20" name="Picture Placeholder 4">
            <a:extLst>
              <a:ext uri="{FF2B5EF4-FFF2-40B4-BE49-F238E27FC236}">
                <a16:creationId xmlns:a16="http://schemas.microsoft.com/office/drawing/2014/main" id="{99E7C9A1-D1C2-4923-B0AE-127044646A05}"/>
              </a:ext>
            </a:extLst>
          </p:cNvPr>
          <p:cNvSpPr>
            <a:spLocks noGrp="1"/>
          </p:cNvSpPr>
          <p:nvPr>
            <p:ph type="pic" sz="quarter" idx="10"/>
          </p:nvPr>
        </p:nvSpPr>
        <p:spPr>
          <a:xfrm>
            <a:off x="8866207" y="0"/>
            <a:ext cx="3325792" cy="6858000"/>
          </a:xfrm>
          <a:solidFill>
            <a:schemeClr val="bg1"/>
          </a:solidFill>
        </p:spPr>
        <p:txBody>
          <a:bodyPr/>
          <a:lstStyle/>
          <a:p>
            <a:r>
              <a:rPr lang="en-US"/>
              <a:t>Click icon to add picture</a:t>
            </a:r>
            <a:endParaRPr lang="en-US" dirty="0"/>
          </a:p>
        </p:txBody>
      </p:sp>
    </p:spTree>
    <p:extLst>
      <p:ext uri="{BB962C8B-B14F-4D97-AF65-F5344CB8AC3E}">
        <p14:creationId xmlns:p14="http://schemas.microsoft.com/office/powerpoint/2010/main" val="1522814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Divider with Image">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E919B9B-5D3F-4FF0-A499-8925E9560B94}"/>
              </a:ext>
            </a:extLst>
          </p:cNvPr>
          <p:cNvSpPr>
            <a:spLocks noGrp="1"/>
          </p:cNvSpPr>
          <p:nvPr>
            <p:ph type="title" hasCustomPrompt="1"/>
          </p:nvPr>
        </p:nvSpPr>
        <p:spPr>
          <a:xfrm>
            <a:off x="838201" y="2708475"/>
            <a:ext cx="7252505" cy="891250"/>
          </a:xfrm>
        </p:spPr>
        <p:txBody>
          <a:bodyPr anchor="t">
            <a:noAutofit/>
          </a:bodyPr>
          <a:lstStyle>
            <a:lvl1pPr>
              <a:defRPr sz="3750" b="1">
                <a:solidFill>
                  <a:schemeClr val="bg1"/>
                </a:solidFill>
                <a:latin typeface="+mj-lt"/>
              </a:defRPr>
            </a:lvl1pPr>
          </a:lstStyle>
          <a:p>
            <a:r>
              <a:rPr lang="en-US" dirty="0"/>
              <a:t>CLICK TO ADD TITLE</a:t>
            </a:r>
          </a:p>
        </p:txBody>
      </p:sp>
      <p:sp>
        <p:nvSpPr>
          <p:cNvPr id="9" name="Text Placeholder 12">
            <a:extLst>
              <a:ext uri="{FF2B5EF4-FFF2-40B4-BE49-F238E27FC236}">
                <a16:creationId xmlns:a16="http://schemas.microsoft.com/office/drawing/2014/main" id="{89A80859-BDA6-44AA-A750-4E06108B9B2B}"/>
              </a:ext>
            </a:extLst>
          </p:cNvPr>
          <p:cNvSpPr>
            <a:spLocks noGrp="1"/>
          </p:cNvSpPr>
          <p:nvPr>
            <p:ph type="body" sz="quarter" idx="14" hasCustomPrompt="1"/>
          </p:nvPr>
        </p:nvSpPr>
        <p:spPr>
          <a:xfrm>
            <a:off x="838200" y="3796499"/>
            <a:ext cx="7252504" cy="338549"/>
          </a:xfrm>
        </p:spPr>
        <p:txBody>
          <a:bodyPr>
            <a:normAutofit/>
          </a:bodyPr>
          <a:lstStyle>
            <a:lvl1pPr marL="0" indent="0">
              <a:buNone/>
              <a:defRPr sz="1200" spc="225">
                <a:solidFill>
                  <a:schemeClr val="bg1"/>
                </a:solidFill>
                <a:latin typeface="+mn-lt"/>
                <a:cs typeface="Arial" panose="020B0604020202020204" pitchFamily="34" charset="0"/>
              </a:defRPr>
            </a:lvl1pPr>
          </a:lstStyle>
          <a:p>
            <a:pPr lvl="0"/>
            <a:r>
              <a:rPr lang="en-US" dirty="0"/>
              <a:t>SUBTITLE GOES HERE</a:t>
            </a:r>
          </a:p>
        </p:txBody>
      </p:sp>
      <p:sp>
        <p:nvSpPr>
          <p:cNvPr id="10" name="Shape 62">
            <a:extLst>
              <a:ext uri="{FF2B5EF4-FFF2-40B4-BE49-F238E27FC236}">
                <a16:creationId xmlns:a16="http://schemas.microsoft.com/office/drawing/2014/main" id="{171AB7B1-2963-43C8-84A5-2FCF188ACF42}"/>
              </a:ext>
            </a:extLst>
          </p:cNvPr>
          <p:cNvSpPr/>
          <p:nvPr/>
        </p:nvSpPr>
        <p:spPr>
          <a:xfrm rot="16200000" flipV="1">
            <a:off x="1094404" y="2525899"/>
            <a:ext cx="1" cy="2188805"/>
          </a:xfrm>
          <a:prstGeom prst="line">
            <a:avLst/>
          </a:prstGeom>
          <a:ln w="25400">
            <a:solidFill>
              <a:schemeClr val="bg1"/>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
        <p:nvSpPr>
          <p:cNvPr id="7" name="Picture Placeholder 6">
            <a:extLst>
              <a:ext uri="{FF2B5EF4-FFF2-40B4-BE49-F238E27FC236}">
                <a16:creationId xmlns:a16="http://schemas.microsoft.com/office/drawing/2014/main" id="{DAA0C5BA-C2D3-4A68-8EDE-1831408789D6}"/>
              </a:ext>
            </a:extLst>
          </p:cNvPr>
          <p:cNvSpPr>
            <a:spLocks noGrp="1"/>
          </p:cNvSpPr>
          <p:nvPr>
            <p:ph type="pic" sz="quarter" idx="13"/>
          </p:nvPr>
        </p:nvSpPr>
        <p:spPr>
          <a:xfrm>
            <a:off x="2" y="0"/>
            <a:ext cx="12191999" cy="6858000"/>
          </a:xfrm>
          <a:custGeom>
            <a:avLst/>
            <a:gdLst>
              <a:gd name="connsiteX0" fmla="*/ 0 w 11933381"/>
              <a:gd name="connsiteY0" fmla="*/ 0 h 6858000"/>
              <a:gd name="connsiteX1" fmla="*/ 11933381 w 11933381"/>
              <a:gd name="connsiteY1" fmla="*/ 0 h 6858000"/>
              <a:gd name="connsiteX2" fmla="*/ 11933381 w 11933381"/>
              <a:gd name="connsiteY2" fmla="*/ 6858000 h 6858000"/>
              <a:gd name="connsiteX3" fmla="*/ 0 w 11933381"/>
              <a:gd name="connsiteY3" fmla="*/ 6858000 h 6858000"/>
              <a:gd name="connsiteX4" fmla="*/ 0 w 11933381"/>
              <a:gd name="connsiteY4" fmla="*/ 5854361 h 6858000"/>
              <a:gd name="connsiteX5" fmla="*/ 8109878 w 11933381"/>
              <a:gd name="connsiteY5" fmla="*/ 5854361 h 6858000"/>
              <a:gd name="connsiteX6" fmla="*/ 8109878 w 11933381"/>
              <a:gd name="connsiteY6" fmla="*/ 1949923 h 6858000"/>
              <a:gd name="connsiteX7" fmla="*/ 0 w 11933381"/>
              <a:gd name="connsiteY7" fmla="*/ 19499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33381" h="6858000">
                <a:moveTo>
                  <a:pt x="0" y="0"/>
                </a:moveTo>
                <a:lnTo>
                  <a:pt x="11933381" y="0"/>
                </a:lnTo>
                <a:lnTo>
                  <a:pt x="11933381" y="6858000"/>
                </a:lnTo>
                <a:lnTo>
                  <a:pt x="0" y="6858000"/>
                </a:lnTo>
                <a:lnTo>
                  <a:pt x="0" y="5854361"/>
                </a:lnTo>
                <a:lnTo>
                  <a:pt x="8109878" y="5854361"/>
                </a:lnTo>
                <a:lnTo>
                  <a:pt x="8109878" y="1949923"/>
                </a:lnTo>
                <a:lnTo>
                  <a:pt x="0" y="1949923"/>
                </a:lnTo>
                <a:close/>
              </a:path>
            </a:pathLst>
          </a:custGeom>
          <a:solidFill>
            <a:schemeClr val="bg1"/>
          </a:solidFill>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3901191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Slide Divider with Image">
    <p:bg>
      <p:bgPr>
        <a:solidFill>
          <a:schemeClr val="accent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373C762-8092-4F49-BC46-91BCA0557F23}"/>
              </a:ext>
            </a:extLst>
          </p:cNvPr>
          <p:cNvSpPr>
            <a:spLocks noGrp="1"/>
          </p:cNvSpPr>
          <p:nvPr>
            <p:ph type="pic" sz="quarter" idx="10"/>
          </p:nvPr>
        </p:nvSpPr>
        <p:spPr>
          <a:xfrm>
            <a:off x="2" y="0"/>
            <a:ext cx="12191999" cy="6858000"/>
          </a:xfrm>
          <a:custGeom>
            <a:avLst/>
            <a:gdLst>
              <a:gd name="connsiteX0" fmla="*/ 0 w 12191999"/>
              <a:gd name="connsiteY0" fmla="*/ 0 h 6858000"/>
              <a:gd name="connsiteX1" fmla="*/ 12191999 w 12191999"/>
              <a:gd name="connsiteY1" fmla="*/ 0 h 6858000"/>
              <a:gd name="connsiteX2" fmla="*/ 12191999 w 12191999"/>
              <a:gd name="connsiteY2" fmla="*/ 2430682 h 6858000"/>
              <a:gd name="connsiteX3" fmla="*/ 3823504 w 12191999"/>
              <a:gd name="connsiteY3" fmla="*/ 2430682 h 6858000"/>
              <a:gd name="connsiteX4" fmla="*/ 3823504 w 12191999"/>
              <a:gd name="connsiteY4" fmla="*/ 6335120 h 6858000"/>
              <a:gd name="connsiteX5" fmla="*/ 12191999 w 12191999"/>
              <a:gd name="connsiteY5" fmla="*/ 633512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2191999" y="0"/>
                </a:lnTo>
                <a:lnTo>
                  <a:pt x="12191999" y="2430682"/>
                </a:lnTo>
                <a:lnTo>
                  <a:pt x="3823504" y="2430682"/>
                </a:lnTo>
                <a:lnTo>
                  <a:pt x="3823504" y="6335120"/>
                </a:lnTo>
                <a:lnTo>
                  <a:pt x="12191999" y="6335120"/>
                </a:lnTo>
                <a:lnTo>
                  <a:pt x="12191999" y="6858000"/>
                </a:lnTo>
                <a:lnTo>
                  <a:pt x="0" y="6858000"/>
                </a:lnTo>
                <a:close/>
              </a:path>
            </a:pathLst>
          </a:custGeom>
          <a:solidFill>
            <a:schemeClr val="bg1"/>
          </a:solidFill>
        </p:spPr>
        <p:txBody>
          <a:bodyPr wrap="square">
            <a:noAutofit/>
          </a:bodyPr>
          <a:lstStyle/>
          <a:p>
            <a:r>
              <a:rPr lang="en-US"/>
              <a:t>Click icon to add picture</a:t>
            </a:r>
            <a:endParaRPr lang="en-US" dirty="0"/>
          </a:p>
        </p:txBody>
      </p:sp>
      <p:sp>
        <p:nvSpPr>
          <p:cNvPr id="8" name="Title 1">
            <a:extLst>
              <a:ext uri="{FF2B5EF4-FFF2-40B4-BE49-F238E27FC236}">
                <a16:creationId xmlns:a16="http://schemas.microsoft.com/office/drawing/2014/main" id="{0E919B9B-5D3F-4FF0-A499-8925E9560B94}"/>
              </a:ext>
            </a:extLst>
          </p:cNvPr>
          <p:cNvSpPr>
            <a:spLocks noGrp="1"/>
          </p:cNvSpPr>
          <p:nvPr>
            <p:ph type="title" hasCustomPrompt="1"/>
          </p:nvPr>
        </p:nvSpPr>
        <p:spPr>
          <a:xfrm>
            <a:off x="4403209" y="2870519"/>
            <a:ext cx="7252505" cy="891250"/>
          </a:xfrm>
        </p:spPr>
        <p:txBody>
          <a:bodyPr anchor="t">
            <a:noAutofit/>
          </a:bodyPr>
          <a:lstStyle>
            <a:lvl1pPr>
              <a:defRPr sz="3750" b="1">
                <a:solidFill>
                  <a:schemeClr val="bg1"/>
                </a:solidFill>
                <a:latin typeface="+mj-lt"/>
              </a:defRPr>
            </a:lvl1pPr>
          </a:lstStyle>
          <a:p>
            <a:r>
              <a:rPr lang="en-US" dirty="0"/>
              <a:t>CLICK TO ADD TITLE</a:t>
            </a:r>
          </a:p>
        </p:txBody>
      </p:sp>
      <p:sp>
        <p:nvSpPr>
          <p:cNvPr id="9" name="Text Placeholder 12">
            <a:extLst>
              <a:ext uri="{FF2B5EF4-FFF2-40B4-BE49-F238E27FC236}">
                <a16:creationId xmlns:a16="http://schemas.microsoft.com/office/drawing/2014/main" id="{89A80859-BDA6-44AA-A750-4E06108B9B2B}"/>
              </a:ext>
            </a:extLst>
          </p:cNvPr>
          <p:cNvSpPr>
            <a:spLocks noGrp="1"/>
          </p:cNvSpPr>
          <p:nvPr>
            <p:ph type="body" sz="quarter" idx="14" hasCustomPrompt="1"/>
          </p:nvPr>
        </p:nvSpPr>
        <p:spPr>
          <a:xfrm>
            <a:off x="4403209" y="3958544"/>
            <a:ext cx="7252504" cy="338549"/>
          </a:xfrm>
        </p:spPr>
        <p:txBody>
          <a:bodyPr>
            <a:normAutofit/>
          </a:bodyPr>
          <a:lstStyle>
            <a:lvl1pPr marL="0" indent="0">
              <a:buNone/>
              <a:defRPr sz="1200" spc="225">
                <a:solidFill>
                  <a:schemeClr val="bg1"/>
                </a:solidFill>
                <a:latin typeface="+mn-lt"/>
                <a:cs typeface="Arial" panose="020B0604020202020204" pitchFamily="34" charset="0"/>
              </a:defRPr>
            </a:lvl1pPr>
          </a:lstStyle>
          <a:p>
            <a:pPr lvl="0"/>
            <a:r>
              <a:rPr lang="en-US" dirty="0"/>
              <a:t>SUBTITLE GOES HERE</a:t>
            </a:r>
          </a:p>
        </p:txBody>
      </p:sp>
      <p:sp>
        <p:nvSpPr>
          <p:cNvPr id="10" name="Shape 62">
            <a:extLst>
              <a:ext uri="{FF2B5EF4-FFF2-40B4-BE49-F238E27FC236}">
                <a16:creationId xmlns:a16="http://schemas.microsoft.com/office/drawing/2014/main" id="{171AB7B1-2963-43C8-84A5-2FCF188ACF42}"/>
              </a:ext>
            </a:extLst>
          </p:cNvPr>
          <p:cNvSpPr/>
          <p:nvPr/>
        </p:nvSpPr>
        <p:spPr>
          <a:xfrm rot="16200000" flipV="1">
            <a:off x="4788659" y="2817191"/>
            <a:ext cx="0" cy="1930311"/>
          </a:xfrm>
          <a:prstGeom prst="line">
            <a:avLst/>
          </a:prstGeom>
          <a:ln w="25400">
            <a:solidFill>
              <a:schemeClr val="bg1"/>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Tree>
    <p:extLst>
      <p:ext uri="{BB962C8B-B14F-4D97-AF65-F5344CB8AC3E}">
        <p14:creationId xmlns:p14="http://schemas.microsoft.com/office/powerpoint/2010/main" val="1194638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Divider 2">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652B907-27B2-46E0-B157-E5617EF0413D}"/>
              </a:ext>
            </a:extLst>
          </p:cNvPr>
          <p:cNvSpPr>
            <a:spLocks noGrp="1"/>
          </p:cNvSpPr>
          <p:nvPr>
            <p:ph type="pic" sz="quarter" idx="10"/>
          </p:nvPr>
        </p:nvSpPr>
        <p:spPr>
          <a:xfrm>
            <a:off x="2" y="0"/>
            <a:ext cx="12191999" cy="6858000"/>
          </a:xfrm>
          <a:custGeom>
            <a:avLst/>
            <a:gdLst>
              <a:gd name="connsiteX0" fmla="*/ 0 w 12191999"/>
              <a:gd name="connsiteY0" fmla="*/ 0 h 6553196"/>
              <a:gd name="connsiteX1" fmla="*/ 12191999 w 12191999"/>
              <a:gd name="connsiteY1" fmla="*/ 0 h 6553196"/>
              <a:gd name="connsiteX2" fmla="*/ 12191999 w 12191999"/>
              <a:gd name="connsiteY2" fmla="*/ 6553196 h 6553196"/>
              <a:gd name="connsiteX3" fmla="*/ 9099630 w 12191999"/>
              <a:gd name="connsiteY3" fmla="*/ 6553196 h 6553196"/>
              <a:gd name="connsiteX4" fmla="*/ 9099630 w 12191999"/>
              <a:gd name="connsiteY4" fmla="*/ 2953562 h 6553196"/>
              <a:gd name="connsiteX5" fmla="*/ 731134 w 12191999"/>
              <a:gd name="connsiteY5" fmla="*/ 2953562 h 6553196"/>
              <a:gd name="connsiteX6" fmla="*/ 731134 w 12191999"/>
              <a:gd name="connsiteY6" fmla="*/ 6553196 h 6553196"/>
              <a:gd name="connsiteX7" fmla="*/ 0 w 12191999"/>
              <a:gd name="connsiteY7" fmla="*/ 6553196 h 6553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553196">
                <a:moveTo>
                  <a:pt x="0" y="0"/>
                </a:moveTo>
                <a:lnTo>
                  <a:pt x="12191999" y="0"/>
                </a:lnTo>
                <a:lnTo>
                  <a:pt x="12191999" y="6553196"/>
                </a:lnTo>
                <a:lnTo>
                  <a:pt x="9099630" y="6553196"/>
                </a:lnTo>
                <a:lnTo>
                  <a:pt x="9099630" y="2953562"/>
                </a:lnTo>
                <a:lnTo>
                  <a:pt x="731134" y="2953562"/>
                </a:lnTo>
                <a:lnTo>
                  <a:pt x="731134" y="6553196"/>
                </a:lnTo>
                <a:lnTo>
                  <a:pt x="0" y="6553196"/>
                </a:lnTo>
                <a:close/>
              </a:path>
            </a:pathLst>
          </a:custGeom>
          <a:solidFill>
            <a:schemeClr val="bg1"/>
          </a:solidFill>
        </p:spPr>
        <p:txBody>
          <a:bodyPr wrap="square">
            <a:noAutofit/>
          </a:bodyPr>
          <a:lstStyle>
            <a:lvl1pPr>
              <a:defRPr>
                <a:latin typeface="+mn-lt"/>
              </a:defRPr>
            </a:lvl1pPr>
          </a:lstStyle>
          <a:p>
            <a:r>
              <a:rPr lang="en-US"/>
              <a:t>Click icon to add picture</a:t>
            </a:r>
            <a:endParaRPr lang="en-US" dirty="0"/>
          </a:p>
        </p:txBody>
      </p:sp>
      <p:sp>
        <p:nvSpPr>
          <p:cNvPr id="7" name="Title 1">
            <a:extLst>
              <a:ext uri="{FF2B5EF4-FFF2-40B4-BE49-F238E27FC236}">
                <a16:creationId xmlns:a16="http://schemas.microsoft.com/office/drawing/2014/main" id="{81AEE170-55AC-411A-B257-BD682DE716D0}"/>
              </a:ext>
            </a:extLst>
          </p:cNvPr>
          <p:cNvSpPr>
            <a:spLocks noGrp="1"/>
          </p:cNvSpPr>
          <p:nvPr>
            <p:ph type="title" hasCustomPrompt="1"/>
          </p:nvPr>
        </p:nvSpPr>
        <p:spPr>
          <a:xfrm>
            <a:off x="1220165" y="3379810"/>
            <a:ext cx="7252505" cy="891250"/>
          </a:xfrm>
        </p:spPr>
        <p:txBody>
          <a:bodyPr anchor="t">
            <a:noAutofit/>
          </a:bodyPr>
          <a:lstStyle>
            <a:lvl1pPr algn="l">
              <a:defRPr sz="3750" b="1">
                <a:solidFill>
                  <a:schemeClr val="bg1"/>
                </a:solidFill>
                <a:latin typeface="+mj-lt"/>
              </a:defRPr>
            </a:lvl1pPr>
          </a:lstStyle>
          <a:p>
            <a:r>
              <a:rPr lang="en-US" dirty="0"/>
              <a:t>CLICK TO ADD TITLE</a:t>
            </a:r>
          </a:p>
        </p:txBody>
      </p:sp>
      <p:sp>
        <p:nvSpPr>
          <p:cNvPr id="8" name="Text Placeholder 12">
            <a:extLst>
              <a:ext uri="{FF2B5EF4-FFF2-40B4-BE49-F238E27FC236}">
                <a16:creationId xmlns:a16="http://schemas.microsoft.com/office/drawing/2014/main" id="{92D701DC-3803-4D06-BFB3-A9F78E4022EF}"/>
              </a:ext>
            </a:extLst>
          </p:cNvPr>
          <p:cNvSpPr>
            <a:spLocks noGrp="1"/>
          </p:cNvSpPr>
          <p:nvPr>
            <p:ph type="body" sz="quarter" idx="14" hasCustomPrompt="1"/>
          </p:nvPr>
        </p:nvSpPr>
        <p:spPr>
          <a:xfrm>
            <a:off x="1220165" y="4467835"/>
            <a:ext cx="7252504" cy="338549"/>
          </a:xfrm>
        </p:spPr>
        <p:txBody>
          <a:bodyPr>
            <a:normAutofit/>
          </a:bodyPr>
          <a:lstStyle>
            <a:lvl1pPr marL="0" indent="0" algn="l">
              <a:buNone/>
              <a:defRPr sz="1200" spc="225">
                <a:solidFill>
                  <a:schemeClr val="bg1"/>
                </a:solidFill>
                <a:latin typeface="+mn-lt"/>
                <a:cs typeface="Arial" panose="020B0604020202020204" pitchFamily="34" charset="0"/>
              </a:defRPr>
            </a:lvl1pPr>
          </a:lstStyle>
          <a:p>
            <a:pPr lvl="0"/>
            <a:r>
              <a:rPr lang="en-US" dirty="0"/>
              <a:t>SUBTITLE GOES HERE</a:t>
            </a:r>
          </a:p>
        </p:txBody>
      </p:sp>
      <p:sp>
        <p:nvSpPr>
          <p:cNvPr id="9" name="Shape 62">
            <a:extLst>
              <a:ext uri="{FF2B5EF4-FFF2-40B4-BE49-F238E27FC236}">
                <a16:creationId xmlns:a16="http://schemas.microsoft.com/office/drawing/2014/main" id="{71FB5177-8D30-4482-99E2-8BFEB1D37D9E}"/>
              </a:ext>
            </a:extLst>
          </p:cNvPr>
          <p:cNvSpPr/>
          <p:nvPr/>
        </p:nvSpPr>
        <p:spPr>
          <a:xfrm rot="16200000" flipV="1">
            <a:off x="1285385" y="3006251"/>
            <a:ext cx="0" cy="2570771"/>
          </a:xfrm>
          <a:prstGeom prst="line">
            <a:avLst/>
          </a:prstGeom>
          <a:ln w="25400">
            <a:solidFill>
              <a:schemeClr val="bg1"/>
            </a:solidFill>
            <a:miter lim="400000"/>
          </a:ln>
        </p:spPr>
        <p:txBody>
          <a:bodyPr lIns="14288" tIns="14288" rIns="14288" bIns="14288" anchor="ctr"/>
          <a:lstStyle/>
          <a:p>
            <a:pPr algn="l">
              <a:defRPr sz="3000">
                <a:solidFill>
                  <a:srgbClr val="000000"/>
                </a:solidFill>
                <a:latin typeface="Helvetica Light"/>
                <a:ea typeface="Helvetica Light"/>
                <a:cs typeface="Helvetica Light"/>
                <a:sym typeface="Helvetica Light"/>
              </a:defRPr>
            </a:pPr>
            <a:endParaRPr sz="1125" dirty="0"/>
          </a:p>
        </p:txBody>
      </p:sp>
    </p:spTree>
    <p:extLst>
      <p:ext uri="{BB962C8B-B14F-4D97-AF65-F5344CB8AC3E}">
        <p14:creationId xmlns:p14="http://schemas.microsoft.com/office/powerpoint/2010/main" val="210543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AC775-D0E4-4AE8-B104-8AF0CC99549B}"/>
              </a:ext>
            </a:extLst>
          </p:cNvPr>
          <p:cNvSpPr>
            <a:spLocks noGrp="1"/>
          </p:cNvSpPr>
          <p:nvPr>
            <p:ph type="title" hasCustomPrompt="1"/>
          </p:nvPr>
        </p:nvSpPr>
        <p:spPr>
          <a:xfrm>
            <a:off x="826627" y="4867541"/>
            <a:ext cx="2275389" cy="1025525"/>
          </a:xfrm>
          <a:noFill/>
        </p:spPr>
        <p:txBody>
          <a:bodyPr vert="horz" lIns="0" tIns="45720" rIns="91440" bIns="0" rtlCol="0" anchor="b">
            <a:noAutofit/>
          </a:bodyPr>
          <a:lstStyle>
            <a:lvl1pPr>
              <a:defRPr lang="en-US" sz="3750" b="1">
                <a:solidFill>
                  <a:schemeClr val="tx2"/>
                </a:solidFill>
                <a:latin typeface="+mj-lt"/>
              </a:defRPr>
            </a:lvl1pPr>
          </a:lstStyle>
          <a:p>
            <a:pPr marL="0" lvl="0"/>
            <a:r>
              <a:rPr lang="en-US" dirty="0"/>
              <a:t>Agenda</a:t>
            </a:r>
          </a:p>
        </p:txBody>
      </p:sp>
      <p:sp>
        <p:nvSpPr>
          <p:cNvPr id="29" name="Picture Placeholder 28">
            <a:extLst>
              <a:ext uri="{FF2B5EF4-FFF2-40B4-BE49-F238E27FC236}">
                <a16:creationId xmlns:a16="http://schemas.microsoft.com/office/drawing/2014/main" id="{AA648B5A-E380-4E42-882E-71EBF6838E22}"/>
              </a:ext>
            </a:extLst>
          </p:cNvPr>
          <p:cNvSpPr>
            <a:spLocks noGrp="1"/>
          </p:cNvSpPr>
          <p:nvPr>
            <p:ph type="pic" sz="quarter" idx="12"/>
          </p:nvPr>
        </p:nvSpPr>
        <p:spPr>
          <a:xfrm>
            <a:off x="8634413" y="812800"/>
            <a:ext cx="3557587" cy="5232400"/>
          </a:xfrm>
        </p:spPr>
        <p:txBody>
          <a:bodyPr/>
          <a:lstStyle>
            <a:lvl1pPr>
              <a:defRPr>
                <a:latin typeface="+mn-lt"/>
              </a:defRPr>
            </a:lvl1pPr>
          </a:lstStyle>
          <a:p>
            <a:r>
              <a:rPr lang="en-US"/>
              <a:t>Click icon to add picture</a:t>
            </a:r>
            <a:endParaRPr lang="en-US" dirty="0"/>
          </a:p>
        </p:txBody>
      </p:sp>
      <p:sp>
        <p:nvSpPr>
          <p:cNvPr id="32" name="Text Placeholder 30">
            <a:extLst>
              <a:ext uri="{FF2B5EF4-FFF2-40B4-BE49-F238E27FC236}">
                <a16:creationId xmlns:a16="http://schemas.microsoft.com/office/drawing/2014/main" id="{A0A47E85-3BCA-460F-8AB1-52D89AC152B5}"/>
              </a:ext>
            </a:extLst>
          </p:cNvPr>
          <p:cNvSpPr>
            <a:spLocks noGrp="1"/>
          </p:cNvSpPr>
          <p:nvPr>
            <p:ph type="body" sz="quarter" idx="11" hasCustomPrompt="1"/>
          </p:nvPr>
        </p:nvSpPr>
        <p:spPr>
          <a:xfrm>
            <a:off x="4155314" y="879710"/>
            <a:ext cx="4294207" cy="755650"/>
          </a:xfrm>
        </p:spPr>
        <p:txBody>
          <a:bodyPr anchor="ctr">
            <a:normAutofit/>
          </a:bodyPr>
          <a:lstStyle>
            <a:lvl1pPr marL="0" indent="0">
              <a:buNone/>
              <a:defRPr sz="1200">
                <a:solidFill>
                  <a:schemeClr val="tx2"/>
                </a:solidFill>
                <a:latin typeface="+mn-lt"/>
                <a:cs typeface="Arial" panose="020B0604020202020204" pitchFamily="34" charset="0"/>
              </a:defRPr>
            </a:lvl1pPr>
            <a:lvl2pPr marL="342900" indent="0">
              <a:buNone/>
              <a:defRPr/>
            </a:lvl2pPr>
          </a:lstStyle>
          <a:p>
            <a:pPr lvl="0"/>
            <a:r>
              <a:rPr lang="en-US" dirty="0"/>
              <a:t>Click to edit Master </a:t>
            </a:r>
            <a:br>
              <a:rPr lang="en-US" dirty="0"/>
            </a:br>
            <a:r>
              <a:rPr lang="en-US" dirty="0"/>
              <a:t>text styles</a:t>
            </a:r>
          </a:p>
        </p:txBody>
      </p:sp>
      <p:sp>
        <p:nvSpPr>
          <p:cNvPr id="33" name="Text Placeholder 30">
            <a:extLst>
              <a:ext uri="{FF2B5EF4-FFF2-40B4-BE49-F238E27FC236}">
                <a16:creationId xmlns:a16="http://schemas.microsoft.com/office/drawing/2014/main" id="{D357C748-EEC9-489A-BCC6-CA3A91E3F2AD}"/>
              </a:ext>
            </a:extLst>
          </p:cNvPr>
          <p:cNvSpPr>
            <a:spLocks noGrp="1"/>
          </p:cNvSpPr>
          <p:nvPr>
            <p:ph type="body" sz="quarter" idx="13" hasCustomPrompt="1"/>
          </p:nvPr>
        </p:nvSpPr>
        <p:spPr>
          <a:xfrm>
            <a:off x="4155314" y="1956155"/>
            <a:ext cx="4294207" cy="755650"/>
          </a:xfrm>
        </p:spPr>
        <p:txBody>
          <a:bodyPr anchor="ctr">
            <a:normAutofit/>
          </a:bodyPr>
          <a:lstStyle>
            <a:lvl1pPr marL="0" indent="0">
              <a:spcBef>
                <a:spcPts val="0"/>
              </a:spcBef>
              <a:buNone/>
              <a:defRPr sz="1200">
                <a:solidFill>
                  <a:schemeClr val="tx2"/>
                </a:solidFill>
                <a:latin typeface="+mn-lt"/>
                <a:cs typeface="Arial" panose="020B0604020202020204" pitchFamily="34" charset="0"/>
              </a:defRPr>
            </a:lvl1pPr>
            <a:lvl2pPr marL="342900" indent="0">
              <a:buNone/>
              <a:defRPr/>
            </a:lvl2pPr>
          </a:lstStyle>
          <a:p>
            <a:pPr lvl="0"/>
            <a:r>
              <a:rPr lang="en-US" dirty="0"/>
              <a:t>Click to edit Master </a:t>
            </a:r>
            <a:br>
              <a:rPr lang="en-US" dirty="0"/>
            </a:br>
            <a:r>
              <a:rPr lang="en-US" dirty="0"/>
              <a:t>text styles</a:t>
            </a:r>
          </a:p>
        </p:txBody>
      </p:sp>
      <p:sp>
        <p:nvSpPr>
          <p:cNvPr id="34" name="Text Placeholder 30">
            <a:extLst>
              <a:ext uri="{FF2B5EF4-FFF2-40B4-BE49-F238E27FC236}">
                <a16:creationId xmlns:a16="http://schemas.microsoft.com/office/drawing/2014/main" id="{59136E3C-98E8-457D-ABD1-BA278DBB491B}"/>
              </a:ext>
            </a:extLst>
          </p:cNvPr>
          <p:cNvSpPr>
            <a:spLocks noGrp="1"/>
          </p:cNvSpPr>
          <p:nvPr>
            <p:ph type="body" sz="quarter" idx="14" hasCustomPrompt="1"/>
          </p:nvPr>
        </p:nvSpPr>
        <p:spPr>
          <a:xfrm>
            <a:off x="4155314" y="3032600"/>
            <a:ext cx="4294207" cy="755650"/>
          </a:xfrm>
        </p:spPr>
        <p:txBody>
          <a:bodyPr anchor="ctr">
            <a:normAutofit/>
          </a:bodyPr>
          <a:lstStyle>
            <a:lvl1pPr marL="0" indent="0">
              <a:spcBef>
                <a:spcPts val="0"/>
              </a:spcBef>
              <a:buNone/>
              <a:defRPr sz="1200">
                <a:solidFill>
                  <a:schemeClr val="tx2"/>
                </a:solidFill>
                <a:latin typeface="+mn-lt"/>
                <a:cs typeface="Arial" panose="020B0604020202020204" pitchFamily="34" charset="0"/>
              </a:defRPr>
            </a:lvl1pPr>
            <a:lvl2pPr marL="342900" indent="0">
              <a:buNone/>
              <a:defRPr/>
            </a:lvl2pPr>
          </a:lstStyle>
          <a:p>
            <a:pPr lvl="0"/>
            <a:r>
              <a:rPr lang="en-US" dirty="0"/>
              <a:t>Click to edit Master </a:t>
            </a:r>
            <a:br>
              <a:rPr lang="en-US" dirty="0"/>
            </a:br>
            <a:r>
              <a:rPr lang="en-US" dirty="0"/>
              <a:t>text styles</a:t>
            </a:r>
          </a:p>
        </p:txBody>
      </p:sp>
      <p:sp>
        <p:nvSpPr>
          <p:cNvPr id="35" name="Text Placeholder 30">
            <a:extLst>
              <a:ext uri="{FF2B5EF4-FFF2-40B4-BE49-F238E27FC236}">
                <a16:creationId xmlns:a16="http://schemas.microsoft.com/office/drawing/2014/main" id="{3F9938E0-7CFD-4C1C-88B0-388D25B8B1B8}"/>
              </a:ext>
            </a:extLst>
          </p:cNvPr>
          <p:cNvSpPr>
            <a:spLocks noGrp="1"/>
          </p:cNvSpPr>
          <p:nvPr>
            <p:ph type="body" sz="quarter" idx="15" hasCustomPrompt="1"/>
          </p:nvPr>
        </p:nvSpPr>
        <p:spPr>
          <a:xfrm>
            <a:off x="4155314" y="4109045"/>
            <a:ext cx="4294207" cy="755650"/>
          </a:xfrm>
        </p:spPr>
        <p:txBody>
          <a:bodyPr anchor="ctr">
            <a:normAutofit/>
          </a:bodyPr>
          <a:lstStyle>
            <a:lvl1pPr marL="0" indent="0">
              <a:spcBef>
                <a:spcPts val="0"/>
              </a:spcBef>
              <a:buNone/>
              <a:defRPr sz="1200">
                <a:solidFill>
                  <a:schemeClr val="tx2"/>
                </a:solidFill>
                <a:latin typeface="+mn-lt"/>
                <a:cs typeface="Arial" panose="020B0604020202020204" pitchFamily="34" charset="0"/>
              </a:defRPr>
            </a:lvl1pPr>
            <a:lvl2pPr marL="342900" indent="0">
              <a:buNone/>
              <a:defRPr/>
            </a:lvl2pPr>
          </a:lstStyle>
          <a:p>
            <a:pPr lvl="0"/>
            <a:r>
              <a:rPr lang="en-US" dirty="0"/>
              <a:t>Click to edit Master </a:t>
            </a:r>
            <a:br>
              <a:rPr lang="en-US" dirty="0"/>
            </a:br>
            <a:r>
              <a:rPr lang="en-US" dirty="0"/>
              <a:t>text styles</a:t>
            </a:r>
          </a:p>
        </p:txBody>
      </p:sp>
      <p:sp>
        <p:nvSpPr>
          <p:cNvPr id="36" name="Text Placeholder 30">
            <a:extLst>
              <a:ext uri="{FF2B5EF4-FFF2-40B4-BE49-F238E27FC236}">
                <a16:creationId xmlns:a16="http://schemas.microsoft.com/office/drawing/2014/main" id="{D274E9A2-3272-442A-A247-A383255C45F7}"/>
              </a:ext>
            </a:extLst>
          </p:cNvPr>
          <p:cNvSpPr>
            <a:spLocks noGrp="1"/>
          </p:cNvSpPr>
          <p:nvPr>
            <p:ph type="body" sz="quarter" idx="16" hasCustomPrompt="1"/>
          </p:nvPr>
        </p:nvSpPr>
        <p:spPr>
          <a:xfrm>
            <a:off x="4155314" y="5185490"/>
            <a:ext cx="4294207" cy="755650"/>
          </a:xfrm>
        </p:spPr>
        <p:txBody>
          <a:bodyPr anchor="ctr">
            <a:normAutofit/>
          </a:bodyPr>
          <a:lstStyle>
            <a:lvl1pPr marL="0" indent="0">
              <a:spcBef>
                <a:spcPts val="0"/>
              </a:spcBef>
              <a:buNone/>
              <a:defRPr sz="1200">
                <a:solidFill>
                  <a:schemeClr val="tx2"/>
                </a:solidFill>
                <a:latin typeface="+mn-lt"/>
                <a:cs typeface="Arial" panose="020B0604020202020204" pitchFamily="34" charset="0"/>
              </a:defRPr>
            </a:lvl1pPr>
            <a:lvl2pPr marL="342900" indent="0">
              <a:buNone/>
              <a:defRPr/>
            </a:lvl2pPr>
          </a:lstStyle>
          <a:p>
            <a:pPr lvl="0"/>
            <a:r>
              <a:rPr lang="en-US" dirty="0"/>
              <a:t>Click to edit Master </a:t>
            </a:r>
            <a:br>
              <a:rPr lang="en-US" dirty="0"/>
            </a:br>
            <a:r>
              <a:rPr lang="en-US" dirty="0"/>
              <a:t>text styles</a:t>
            </a:r>
          </a:p>
        </p:txBody>
      </p:sp>
      <p:sp>
        <p:nvSpPr>
          <p:cNvPr id="42" name="Shape 62">
            <a:extLst>
              <a:ext uri="{FF2B5EF4-FFF2-40B4-BE49-F238E27FC236}">
                <a16:creationId xmlns:a16="http://schemas.microsoft.com/office/drawing/2014/main" id="{2683CBB0-468F-4DD2-853B-FBFFA91B662E}"/>
              </a:ext>
            </a:extLst>
          </p:cNvPr>
          <p:cNvSpPr/>
          <p:nvPr/>
        </p:nvSpPr>
        <p:spPr>
          <a:xfrm rot="16200000" flipV="1">
            <a:off x="965155" y="3899541"/>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Tree>
    <p:extLst>
      <p:ext uri="{BB962C8B-B14F-4D97-AF65-F5344CB8AC3E}">
        <p14:creationId xmlns:p14="http://schemas.microsoft.com/office/powerpoint/2010/main" val="273658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8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AC775-D0E4-4AE8-B104-8AF0CC99549B}"/>
              </a:ext>
            </a:extLst>
          </p:cNvPr>
          <p:cNvSpPr>
            <a:spLocks noGrp="1"/>
          </p:cNvSpPr>
          <p:nvPr>
            <p:ph type="title" hasCustomPrompt="1"/>
          </p:nvPr>
        </p:nvSpPr>
        <p:spPr>
          <a:xfrm>
            <a:off x="826627" y="4867541"/>
            <a:ext cx="2356412" cy="1025525"/>
          </a:xfrm>
          <a:noFill/>
        </p:spPr>
        <p:txBody>
          <a:bodyPr vert="horz" lIns="0" tIns="45720" rIns="91440" bIns="0" rtlCol="0" anchor="b">
            <a:noAutofit/>
          </a:bodyPr>
          <a:lstStyle>
            <a:lvl1pPr>
              <a:defRPr lang="en-US" sz="3750" b="1">
                <a:solidFill>
                  <a:schemeClr val="tx2"/>
                </a:solidFill>
                <a:latin typeface="+mj-lt"/>
              </a:defRPr>
            </a:lvl1pPr>
          </a:lstStyle>
          <a:p>
            <a:pPr marL="0" lvl="0"/>
            <a:r>
              <a:rPr lang="en-US" dirty="0"/>
              <a:t>Agenda</a:t>
            </a:r>
          </a:p>
        </p:txBody>
      </p:sp>
      <p:sp>
        <p:nvSpPr>
          <p:cNvPr id="29" name="Picture Placeholder 28">
            <a:extLst>
              <a:ext uri="{FF2B5EF4-FFF2-40B4-BE49-F238E27FC236}">
                <a16:creationId xmlns:a16="http://schemas.microsoft.com/office/drawing/2014/main" id="{AA648B5A-E380-4E42-882E-71EBF6838E22}"/>
              </a:ext>
            </a:extLst>
          </p:cNvPr>
          <p:cNvSpPr>
            <a:spLocks noGrp="1"/>
          </p:cNvSpPr>
          <p:nvPr>
            <p:ph type="pic" sz="quarter" idx="12"/>
          </p:nvPr>
        </p:nvSpPr>
        <p:spPr>
          <a:xfrm>
            <a:off x="3778137" y="2225042"/>
            <a:ext cx="3557587" cy="3668025"/>
          </a:xfrm>
        </p:spPr>
        <p:txBody>
          <a:bodyPr/>
          <a:lstStyle>
            <a:lvl1pPr>
              <a:defRPr>
                <a:latin typeface="+mn-lt"/>
              </a:defRPr>
            </a:lvl1pPr>
          </a:lstStyle>
          <a:p>
            <a:r>
              <a:rPr lang="en-US"/>
              <a:t>Click icon to add picture</a:t>
            </a:r>
            <a:endParaRPr lang="en-US" dirty="0"/>
          </a:p>
        </p:txBody>
      </p:sp>
      <p:sp>
        <p:nvSpPr>
          <p:cNvPr id="32" name="Text Placeholder 30">
            <a:extLst>
              <a:ext uri="{FF2B5EF4-FFF2-40B4-BE49-F238E27FC236}">
                <a16:creationId xmlns:a16="http://schemas.microsoft.com/office/drawing/2014/main" id="{A0A47E85-3BCA-460F-8AB1-52D89AC152B5}"/>
              </a:ext>
            </a:extLst>
          </p:cNvPr>
          <p:cNvSpPr>
            <a:spLocks noGrp="1"/>
          </p:cNvSpPr>
          <p:nvPr>
            <p:ph type="body" sz="quarter" idx="11" hasCustomPrompt="1"/>
          </p:nvPr>
        </p:nvSpPr>
        <p:spPr>
          <a:xfrm>
            <a:off x="7559433" y="2055335"/>
            <a:ext cx="4294207" cy="755650"/>
          </a:xfrm>
        </p:spPr>
        <p:txBody>
          <a:bodyPr anchor="ctr">
            <a:normAutofit/>
          </a:bodyPr>
          <a:lstStyle>
            <a:lvl1pPr marL="0" indent="0">
              <a:buNone/>
              <a:defRPr sz="1050">
                <a:solidFill>
                  <a:schemeClr val="tx2"/>
                </a:solidFill>
                <a:latin typeface="+mn-lt"/>
                <a:cs typeface="Arial" panose="020B0604020202020204" pitchFamily="34" charset="0"/>
              </a:defRPr>
            </a:lvl1pPr>
            <a:lvl2pPr marL="342900" indent="0">
              <a:buNone/>
              <a:defRPr/>
            </a:lvl2pPr>
          </a:lstStyle>
          <a:p>
            <a:pPr lvl="0"/>
            <a:r>
              <a:rPr lang="en-US" dirty="0"/>
              <a:t>Click to edit Master </a:t>
            </a:r>
            <a:br>
              <a:rPr lang="en-US" dirty="0"/>
            </a:br>
            <a:r>
              <a:rPr lang="en-US" dirty="0"/>
              <a:t>text styles</a:t>
            </a:r>
          </a:p>
        </p:txBody>
      </p:sp>
      <p:sp>
        <p:nvSpPr>
          <p:cNvPr id="33" name="Text Placeholder 30">
            <a:extLst>
              <a:ext uri="{FF2B5EF4-FFF2-40B4-BE49-F238E27FC236}">
                <a16:creationId xmlns:a16="http://schemas.microsoft.com/office/drawing/2014/main" id="{D357C748-EEC9-489A-BCC6-CA3A91E3F2AD}"/>
              </a:ext>
            </a:extLst>
          </p:cNvPr>
          <p:cNvSpPr>
            <a:spLocks noGrp="1"/>
          </p:cNvSpPr>
          <p:nvPr>
            <p:ph type="body" sz="quarter" idx="13" hasCustomPrompt="1"/>
          </p:nvPr>
        </p:nvSpPr>
        <p:spPr>
          <a:xfrm>
            <a:off x="7559433" y="2782449"/>
            <a:ext cx="4294207" cy="755650"/>
          </a:xfrm>
        </p:spPr>
        <p:txBody>
          <a:bodyPr anchor="ctr">
            <a:normAutofit/>
          </a:bodyPr>
          <a:lstStyle>
            <a:lvl1pPr marL="0" indent="0">
              <a:spcBef>
                <a:spcPts val="0"/>
              </a:spcBef>
              <a:buNone/>
              <a:defRPr sz="1050">
                <a:solidFill>
                  <a:schemeClr val="tx2"/>
                </a:solidFill>
                <a:latin typeface="+mn-lt"/>
                <a:cs typeface="Arial" panose="020B0604020202020204" pitchFamily="34" charset="0"/>
              </a:defRPr>
            </a:lvl1pPr>
            <a:lvl2pPr marL="342900" indent="0">
              <a:buNone/>
              <a:defRPr/>
            </a:lvl2pPr>
          </a:lstStyle>
          <a:p>
            <a:pPr lvl="0"/>
            <a:r>
              <a:rPr lang="en-US" dirty="0"/>
              <a:t>Click to edit Master </a:t>
            </a:r>
            <a:br>
              <a:rPr lang="en-US" dirty="0"/>
            </a:br>
            <a:r>
              <a:rPr lang="en-US" dirty="0"/>
              <a:t>text styles</a:t>
            </a:r>
          </a:p>
        </p:txBody>
      </p:sp>
      <p:sp>
        <p:nvSpPr>
          <p:cNvPr id="34" name="Text Placeholder 30">
            <a:extLst>
              <a:ext uri="{FF2B5EF4-FFF2-40B4-BE49-F238E27FC236}">
                <a16:creationId xmlns:a16="http://schemas.microsoft.com/office/drawing/2014/main" id="{59136E3C-98E8-457D-ABD1-BA278DBB491B}"/>
              </a:ext>
            </a:extLst>
          </p:cNvPr>
          <p:cNvSpPr>
            <a:spLocks noGrp="1"/>
          </p:cNvSpPr>
          <p:nvPr>
            <p:ph type="body" sz="quarter" idx="14" hasCustomPrompt="1"/>
          </p:nvPr>
        </p:nvSpPr>
        <p:spPr>
          <a:xfrm>
            <a:off x="7559433" y="4352427"/>
            <a:ext cx="4294207" cy="755650"/>
          </a:xfrm>
        </p:spPr>
        <p:txBody>
          <a:bodyPr anchor="ctr">
            <a:normAutofit/>
          </a:bodyPr>
          <a:lstStyle>
            <a:lvl1pPr marL="0" indent="0">
              <a:spcBef>
                <a:spcPts val="0"/>
              </a:spcBef>
              <a:buNone/>
              <a:defRPr sz="1050">
                <a:solidFill>
                  <a:schemeClr val="tx2"/>
                </a:solidFill>
                <a:latin typeface="+mn-lt"/>
                <a:cs typeface="Arial" panose="020B0604020202020204" pitchFamily="34" charset="0"/>
              </a:defRPr>
            </a:lvl1pPr>
            <a:lvl2pPr marL="342900" indent="0">
              <a:buNone/>
              <a:defRPr/>
            </a:lvl2pPr>
          </a:lstStyle>
          <a:p>
            <a:pPr lvl="0"/>
            <a:r>
              <a:rPr lang="en-US" dirty="0"/>
              <a:t>Click to edit Master </a:t>
            </a:r>
            <a:br>
              <a:rPr lang="en-US" dirty="0"/>
            </a:br>
            <a:r>
              <a:rPr lang="en-US" dirty="0"/>
              <a:t>text styles</a:t>
            </a:r>
          </a:p>
        </p:txBody>
      </p:sp>
      <p:sp>
        <p:nvSpPr>
          <p:cNvPr id="35" name="Text Placeholder 30">
            <a:extLst>
              <a:ext uri="{FF2B5EF4-FFF2-40B4-BE49-F238E27FC236}">
                <a16:creationId xmlns:a16="http://schemas.microsoft.com/office/drawing/2014/main" id="{3F9938E0-7CFD-4C1C-88B0-388D25B8B1B8}"/>
              </a:ext>
            </a:extLst>
          </p:cNvPr>
          <p:cNvSpPr>
            <a:spLocks noGrp="1"/>
          </p:cNvSpPr>
          <p:nvPr>
            <p:ph type="body" sz="quarter" idx="15" hasCustomPrompt="1"/>
          </p:nvPr>
        </p:nvSpPr>
        <p:spPr>
          <a:xfrm>
            <a:off x="7559433" y="3567438"/>
            <a:ext cx="4294207" cy="755650"/>
          </a:xfrm>
        </p:spPr>
        <p:txBody>
          <a:bodyPr anchor="ctr">
            <a:normAutofit/>
          </a:bodyPr>
          <a:lstStyle>
            <a:lvl1pPr marL="0" indent="0">
              <a:spcBef>
                <a:spcPts val="0"/>
              </a:spcBef>
              <a:buNone/>
              <a:defRPr sz="1050">
                <a:solidFill>
                  <a:schemeClr val="tx2"/>
                </a:solidFill>
                <a:latin typeface="+mn-lt"/>
                <a:cs typeface="Arial" panose="020B0604020202020204" pitchFamily="34" charset="0"/>
              </a:defRPr>
            </a:lvl1pPr>
            <a:lvl2pPr marL="342900" indent="0">
              <a:buNone/>
              <a:defRPr/>
            </a:lvl2pPr>
          </a:lstStyle>
          <a:p>
            <a:pPr lvl="0"/>
            <a:r>
              <a:rPr lang="en-US" dirty="0"/>
              <a:t>Click to edit Master </a:t>
            </a:r>
            <a:br>
              <a:rPr lang="en-US" dirty="0"/>
            </a:br>
            <a:r>
              <a:rPr lang="en-US" dirty="0"/>
              <a:t>text styles</a:t>
            </a:r>
          </a:p>
        </p:txBody>
      </p:sp>
      <p:sp>
        <p:nvSpPr>
          <p:cNvPr id="36" name="Text Placeholder 30">
            <a:extLst>
              <a:ext uri="{FF2B5EF4-FFF2-40B4-BE49-F238E27FC236}">
                <a16:creationId xmlns:a16="http://schemas.microsoft.com/office/drawing/2014/main" id="{D274E9A2-3272-442A-A247-A383255C45F7}"/>
              </a:ext>
            </a:extLst>
          </p:cNvPr>
          <p:cNvSpPr>
            <a:spLocks noGrp="1"/>
          </p:cNvSpPr>
          <p:nvPr>
            <p:ph type="body" sz="quarter" idx="16" hasCustomPrompt="1"/>
          </p:nvPr>
        </p:nvSpPr>
        <p:spPr>
          <a:xfrm>
            <a:off x="7559433" y="5137415"/>
            <a:ext cx="4294207" cy="755650"/>
          </a:xfrm>
        </p:spPr>
        <p:txBody>
          <a:bodyPr anchor="ctr">
            <a:normAutofit/>
          </a:bodyPr>
          <a:lstStyle>
            <a:lvl1pPr marL="0" indent="0">
              <a:spcBef>
                <a:spcPts val="0"/>
              </a:spcBef>
              <a:buNone/>
              <a:defRPr sz="1050">
                <a:solidFill>
                  <a:schemeClr val="tx2"/>
                </a:solidFill>
                <a:latin typeface="+mn-lt"/>
                <a:cs typeface="Arial" panose="020B0604020202020204" pitchFamily="34" charset="0"/>
              </a:defRPr>
            </a:lvl1pPr>
            <a:lvl2pPr marL="342900" indent="0">
              <a:buNone/>
              <a:defRPr/>
            </a:lvl2pPr>
          </a:lstStyle>
          <a:p>
            <a:pPr lvl="0"/>
            <a:r>
              <a:rPr lang="en-US" dirty="0"/>
              <a:t>Click to edit Master </a:t>
            </a:r>
            <a:br>
              <a:rPr lang="en-US" dirty="0"/>
            </a:br>
            <a:r>
              <a:rPr lang="en-US" dirty="0"/>
              <a:t>text styles</a:t>
            </a:r>
          </a:p>
        </p:txBody>
      </p:sp>
      <p:sp>
        <p:nvSpPr>
          <p:cNvPr id="42" name="Shape 62">
            <a:extLst>
              <a:ext uri="{FF2B5EF4-FFF2-40B4-BE49-F238E27FC236}">
                <a16:creationId xmlns:a16="http://schemas.microsoft.com/office/drawing/2014/main" id="{2683CBB0-468F-4DD2-853B-FBFFA91B662E}"/>
              </a:ext>
            </a:extLst>
          </p:cNvPr>
          <p:cNvSpPr/>
          <p:nvPr/>
        </p:nvSpPr>
        <p:spPr>
          <a:xfrm rot="16200000" flipV="1">
            <a:off x="965155" y="3899541"/>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
        <p:nvSpPr>
          <p:cNvPr id="3" name="Rectangle 2">
            <a:extLst>
              <a:ext uri="{FF2B5EF4-FFF2-40B4-BE49-F238E27FC236}">
                <a16:creationId xmlns:a16="http://schemas.microsoft.com/office/drawing/2014/main" id="{E2F3CED5-D6C7-4A0B-B731-FDB78F4E3341}"/>
              </a:ext>
            </a:extLst>
          </p:cNvPr>
          <p:cNvSpPr/>
          <p:nvPr/>
        </p:nvSpPr>
        <p:spPr>
          <a:xfrm>
            <a:off x="3778137" y="2"/>
            <a:ext cx="3586163" cy="20593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1404603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AC775-D0E4-4AE8-B104-8AF0CC99549B}"/>
              </a:ext>
            </a:extLst>
          </p:cNvPr>
          <p:cNvSpPr>
            <a:spLocks noGrp="1"/>
          </p:cNvSpPr>
          <p:nvPr>
            <p:ph type="title" hasCustomPrompt="1"/>
          </p:nvPr>
        </p:nvSpPr>
        <p:spPr>
          <a:xfrm>
            <a:off x="826627" y="4867541"/>
            <a:ext cx="2239803" cy="1025525"/>
          </a:xfrm>
          <a:noFill/>
        </p:spPr>
        <p:txBody>
          <a:bodyPr vert="horz" lIns="0" tIns="45720" rIns="91440" bIns="0" rtlCol="0" anchor="b">
            <a:noAutofit/>
          </a:bodyPr>
          <a:lstStyle>
            <a:lvl1pPr>
              <a:defRPr lang="en-US" sz="3750" b="1">
                <a:solidFill>
                  <a:schemeClr val="tx2"/>
                </a:solidFill>
                <a:latin typeface="+mj-lt"/>
              </a:defRPr>
            </a:lvl1pPr>
          </a:lstStyle>
          <a:p>
            <a:pPr marL="0" lvl="0"/>
            <a:r>
              <a:rPr lang="en-US" noProof="0"/>
              <a:t>Agenda</a:t>
            </a:r>
          </a:p>
        </p:txBody>
      </p:sp>
      <p:sp>
        <p:nvSpPr>
          <p:cNvPr id="29" name="Picture Placeholder 28">
            <a:extLst>
              <a:ext uri="{FF2B5EF4-FFF2-40B4-BE49-F238E27FC236}">
                <a16:creationId xmlns:a16="http://schemas.microsoft.com/office/drawing/2014/main" id="{AA648B5A-E380-4E42-882E-71EBF6838E22}"/>
              </a:ext>
            </a:extLst>
          </p:cNvPr>
          <p:cNvSpPr>
            <a:spLocks noGrp="1"/>
          </p:cNvSpPr>
          <p:nvPr>
            <p:ph type="pic" sz="quarter" idx="12"/>
          </p:nvPr>
        </p:nvSpPr>
        <p:spPr>
          <a:xfrm>
            <a:off x="8634413" y="812800"/>
            <a:ext cx="3557587" cy="5232400"/>
          </a:xfrm>
        </p:spPr>
        <p:txBody>
          <a:bodyPr/>
          <a:lstStyle>
            <a:lvl1pPr>
              <a:defRPr>
                <a:latin typeface="+mn-lt"/>
              </a:defRPr>
            </a:lvl1pPr>
          </a:lstStyle>
          <a:p>
            <a:r>
              <a:rPr lang="en-US" noProof="0"/>
              <a:t>Click icon to add picture</a:t>
            </a:r>
            <a:endParaRPr lang="en-US" noProof="0" dirty="0"/>
          </a:p>
        </p:txBody>
      </p:sp>
      <p:sp>
        <p:nvSpPr>
          <p:cNvPr id="32" name="Text Placeholder 30">
            <a:extLst>
              <a:ext uri="{FF2B5EF4-FFF2-40B4-BE49-F238E27FC236}">
                <a16:creationId xmlns:a16="http://schemas.microsoft.com/office/drawing/2014/main" id="{A0A47E85-3BCA-460F-8AB1-52D89AC152B5}"/>
              </a:ext>
            </a:extLst>
          </p:cNvPr>
          <p:cNvSpPr>
            <a:spLocks noGrp="1"/>
          </p:cNvSpPr>
          <p:nvPr>
            <p:ph type="body" sz="quarter" idx="11" hasCustomPrompt="1"/>
          </p:nvPr>
        </p:nvSpPr>
        <p:spPr>
          <a:xfrm>
            <a:off x="4476853" y="879710"/>
            <a:ext cx="3983859" cy="755650"/>
          </a:xfrm>
        </p:spPr>
        <p:txBody>
          <a:bodyPr anchor="ctr">
            <a:normAutofit/>
          </a:bodyPr>
          <a:lstStyle>
            <a:lvl1pPr marL="0" indent="0">
              <a:buNone/>
              <a:defRPr sz="1200">
                <a:solidFill>
                  <a:schemeClr val="tx2"/>
                </a:solidFill>
                <a:latin typeface="+mn-lt"/>
                <a:cs typeface="Arial" panose="020B0604020202020204" pitchFamily="34" charset="0"/>
              </a:defRPr>
            </a:lvl1pPr>
            <a:lvl2pPr marL="342900" indent="0">
              <a:buNone/>
              <a:defRPr/>
            </a:lvl2pPr>
          </a:lstStyle>
          <a:p>
            <a:pPr lvl="0"/>
            <a:r>
              <a:rPr lang="en-US" noProof="0"/>
              <a:t>Click to edit Master </a:t>
            </a:r>
            <a:br>
              <a:rPr lang="en-US" noProof="0"/>
            </a:br>
            <a:r>
              <a:rPr lang="en-US" noProof="0"/>
              <a:t>text styles</a:t>
            </a:r>
          </a:p>
        </p:txBody>
      </p:sp>
      <p:sp>
        <p:nvSpPr>
          <p:cNvPr id="33" name="Text Placeholder 30">
            <a:extLst>
              <a:ext uri="{FF2B5EF4-FFF2-40B4-BE49-F238E27FC236}">
                <a16:creationId xmlns:a16="http://schemas.microsoft.com/office/drawing/2014/main" id="{D357C748-EEC9-489A-BCC6-CA3A91E3F2AD}"/>
              </a:ext>
            </a:extLst>
          </p:cNvPr>
          <p:cNvSpPr>
            <a:spLocks noGrp="1"/>
          </p:cNvSpPr>
          <p:nvPr>
            <p:ph type="body" sz="quarter" idx="13" hasCustomPrompt="1"/>
          </p:nvPr>
        </p:nvSpPr>
        <p:spPr>
          <a:xfrm>
            <a:off x="4476853" y="1956155"/>
            <a:ext cx="3983859" cy="755650"/>
          </a:xfrm>
        </p:spPr>
        <p:txBody>
          <a:bodyPr anchor="ctr">
            <a:normAutofit/>
          </a:bodyPr>
          <a:lstStyle>
            <a:lvl1pPr marL="0" indent="0">
              <a:spcBef>
                <a:spcPts val="0"/>
              </a:spcBef>
              <a:buNone/>
              <a:defRPr sz="1200">
                <a:solidFill>
                  <a:schemeClr val="tx2"/>
                </a:solidFill>
                <a:latin typeface="+mn-lt"/>
                <a:cs typeface="Arial" panose="020B0604020202020204" pitchFamily="34" charset="0"/>
              </a:defRPr>
            </a:lvl1pPr>
            <a:lvl2pPr marL="342900" indent="0">
              <a:buNone/>
              <a:defRPr/>
            </a:lvl2pPr>
          </a:lstStyle>
          <a:p>
            <a:pPr lvl="0"/>
            <a:r>
              <a:rPr lang="en-US" noProof="0"/>
              <a:t>Click to edit Master </a:t>
            </a:r>
            <a:br>
              <a:rPr lang="en-US" noProof="0"/>
            </a:br>
            <a:r>
              <a:rPr lang="en-US" noProof="0"/>
              <a:t>text styles</a:t>
            </a:r>
          </a:p>
        </p:txBody>
      </p:sp>
      <p:sp>
        <p:nvSpPr>
          <p:cNvPr id="34" name="Text Placeholder 30">
            <a:extLst>
              <a:ext uri="{FF2B5EF4-FFF2-40B4-BE49-F238E27FC236}">
                <a16:creationId xmlns:a16="http://schemas.microsoft.com/office/drawing/2014/main" id="{59136E3C-98E8-457D-ABD1-BA278DBB491B}"/>
              </a:ext>
            </a:extLst>
          </p:cNvPr>
          <p:cNvSpPr>
            <a:spLocks noGrp="1"/>
          </p:cNvSpPr>
          <p:nvPr>
            <p:ph type="body" sz="quarter" idx="14" hasCustomPrompt="1"/>
          </p:nvPr>
        </p:nvSpPr>
        <p:spPr>
          <a:xfrm>
            <a:off x="4476853" y="3032600"/>
            <a:ext cx="3983859" cy="755650"/>
          </a:xfrm>
        </p:spPr>
        <p:txBody>
          <a:bodyPr anchor="ctr">
            <a:normAutofit/>
          </a:bodyPr>
          <a:lstStyle>
            <a:lvl1pPr marL="0" indent="0">
              <a:spcBef>
                <a:spcPts val="0"/>
              </a:spcBef>
              <a:buNone/>
              <a:defRPr sz="1200">
                <a:solidFill>
                  <a:schemeClr val="tx2"/>
                </a:solidFill>
                <a:latin typeface="+mn-lt"/>
                <a:cs typeface="Arial" panose="020B0604020202020204" pitchFamily="34" charset="0"/>
              </a:defRPr>
            </a:lvl1pPr>
            <a:lvl2pPr marL="342900" indent="0">
              <a:buNone/>
              <a:defRPr/>
            </a:lvl2pPr>
          </a:lstStyle>
          <a:p>
            <a:pPr lvl="0"/>
            <a:r>
              <a:rPr lang="en-US" noProof="0"/>
              <a:t>Click to edit Master </a:t>
            </a:r>
            <a:br>
              <a:rPr lang="en-US" noProof="0"/>
            </a:br>
            <a:r>
              <a:rPr lang="en-US" noProof="0"/>
              <a:t>text styles</a:t>
            </a:r>
          </a:p>
        </p:txBody>
      </p:sp>
      <p:sp>
        <p:nvSpPr>
          <p:cNvPr id="35" name="Text Placeholder 30">
            <a:extLst>
              <a:ext uri="{FF2B5EF4-FFF2-40B4-BE49-F238E27FC236}">
                <a16:creationId xmlns:a16="http://schemas.microsoft.com/office/drawing/2014/main" id="{3F9938E0-7CFD-4C1C-88B0-388D25B8B1B8}"/>
              </a:ext>
            </a:extLst>
          </p:cNvPr>
          <p:cNvSpPr>
            <a:spLocks noGrp="1"/>
          </p:cNvSpPr>
          <p:nvPr>
            <p:ph type="body" sz="quarter" idx="15" hasCustomPrompt="1"/>
          </p:nvPr>
        </p:nvSpPr>
        <p:spPr>
          <a:xfrm>
            <a:off x="4476853" y="4109045"/>
            <a:ext cx="3983859" cy="755650"/>
          </a:xfrm>
        </p:spPr>
        <p:txBody>
          <a:bodyPr anchor="ctr">
            <a:normAutofit/>
          </a:bodyPr>
          <a:lstStyle>
            <a:lvl1pPr marL="0" indent="0">
              <a:spcBef>
                <a:spcPts val="0"/>
              </a:spcBef>
              <a:buNone/>
              <a:defRPr sz="1200">
                <a:solidFill>
                  <a:schemeClr val="tx2"/>
                </a:solidFill>
                <a:latin typeface="+mn-lt"/>
                <a:cs typeface="Arial" panose="020B0604020202020204" pitchFamily="34" charset="0"/>
              </a:defRPr>
            </a:lvl1pPr>
            <a:lvl2pPr marL="342900" indent="0">
              <a:buNone/>
              <a:defRPr/>
            </a:lvl2pPr>
          </a:lstStyle>
          <a:p>
            <a:pPr lvl="0"/>
            <a:r>
              <a:rPr lang="en-US" noProof="0"/>
              <a:t>Click to edit Master </a:t>
            </a:r>
            <a:br>
              <a:rPr lang="en-US" noProof="0"/>
            </a:br>
            <a:r>
              <a:rPr lang="en-US" noProof="0"/>
              <a:t>text styles</a:t>
            </a:r>
          </a:p>
        </p:txBody>
      </p:sp>
      <p:sp>
        <p:nvSpPr>
          <p:cNvPr id="36" name="Text Placeholder 30">
            <a:extLst>
              <a:ext uri="{FF2B5EF4-FFF2-40B4-BE49-F238E27FC236}">
                <a16:creationId xmlns:a16="http://schemas.microsoft.com/office/drawing/2014/main" id="{D274E9A2-3272-442A-A247-A383255C45F7}"/>
              </a:ext>
            </a:extLst>
          </p:cNvPr>
          <p:cNvSpPr>
            <a:spLocks noGrp="1"/>
          </p:cNvSpPr>
          <p:nvPr>
            <p:ph type="body" sz="quarter" idx="16" hasCustomPrompt="1"/>
          </p:nvPr>
        </p:nvSpPr>
        <p:spPr>
          <a:xfrm>
            <a:off x="4476853" y="5185490"/>
            <a:ext cx="3983859" cy="755650"/>
          </a:xfrm>
        </p:spPr>
        <p:txBody>
          <a:bodyPr anchor="ctr">
            <a:normAutofit/>
          </a:bodyPr>
          <a:lstStyle>
            <a:lvl1pPr marL="0" indent="0">
              <a:spcBef>
                <a:spcPts val="0"/>
              </a:spcBef>
              <a:buNone/>
              <a:defRPr sz="1200">
                <a:solidFill>
                  <a:schemeClr val="tx2"/>
                </a:solidFill>
                <a:latin typeface="+mn-lt"/>
                <a:cs typeface="Arial" panose="020B0604020202020204" pitchFamily="34" charset="0"/>
              </a:defRPr>
            </a:lvl1pPr>
            <a:lvl2pPr marL="342900" indent="0">
              <a:buNone/>
              <a:defRPr/>
            </a:lvl2pPr>
          </a:lstStyle>
          <a:p>
            <a:pPr lvl="0"/>
            <a:r>
              <a:rPr lang="en-US" noProof="0"/>
              <a:t>Click to edit Master </a:t>
            </a:r>
            <a:br>
              <a:rPr lang="en-US" noProof="0"/>
            </a:br>
            <a:r>
              <a:rPr lang="en-US" noProof="0"/>
              <a:t>text styles</a:t>
            </a:r>
          </a:p>
        </p:txBody>
      </p:sp>
      <p:sp>
        <p:nvSpPr>
          <p:cNvPr id="37" name="Text Placeholder 30">
            <a:extLst>
              <a:ext uri="{FF2B5EF4-FFF2-40B4-BE49-F238E27FC236}">
                <a16:creationId xmlns:a16="http://schemas.microsoft.com/office/drawing/2014/main" id="{2D435A30-7C8E-4847-B027-91CBFA159229}"/>
              </a:ext>
            </a:extLst>
          </p:cNvPr>
          <p:cNvSpPr>
            <a:spLocks noGrp="1"/>
          </p:cNvSpPr>
          <p:nvPr>
            <p:ph type="body" sz="quarter" idx="17" hasCustomPrompt="1"/>
          </p:nvPr>
        </p:nvSpPr>
        <p:spPr>
          <a:xfrm>
            <a:off x="3527729" y="879710"/>
            <a:ext cx="741083" cy="755650"/>
          </a:xfrm>
        </p:spPr>
        <p:txBody>
          <a:bodyPr rIns="0" anchor="ctr">
            <a:noAutofit/>
          </a:bodyPr>
          <a:lstStyle>
            <a:lvl1pPr marL="0" indent="0" algn="r">
              <a:buNone/>
              <a:defRPr sz="4500">
                <a:solidFill>
                  <a:schemeClr val="accent2"/>
                </a:solidFill>
                <a:latin typeface="+mj-lt"/>
                <a:cs typeface="Arial" panose="020B0604020202020204" pitchFamily="34" charset="0"/>
              </a:defRPr>
            </a:lvl1pPr>
            <a:lvl2pPr marL="342900" indent="0">
              <a:buNone/>
              <a:defRPr/>
            </a:lvl2pPr>
          </a:lstStyle>
          <a:p>
            <a:pPr lvl="0"/>
            <a:r>
              <a:rPr lang="en-US" noProof="0"/>
              <a:t>1</a:t>
            </a:r>
          </a:p>
        </p:txBody>
      </p:sp>
      <p:sp>
        <p:nvSpPr>
          <p:cNvPr id="38" name="Text Placeholder 30">
            <a:extLst>
              <a:ext uri="{FF2B5EF4-FFF2-40B4-BE49-F238E27FC236}">
                <a16:creationId xmlns:a16="http://schemas.microsoft.com/office/drawing/2014/main" id="{819BB324-34C6-4FF7-8780-D294AC6EC5AC}"/>
              </a:ext>
            </a:extLst>
          </p:cNvPr>
          <p:cNvSpPr>
            <a:spLocks noGrp="1"/>
          </p:cNvSpPr>
          <p:nvPr>
            <p:ph type="body" sz="quarter" idx="18" hasCustomPrompt="1"/>
          </p:nvPr>
        </p:nvSpPr>
        <p:spPr>
          <a:xfrm>
            <a:off x="3527729" y="1956155"/>
            <a:ext cx="741083" cy="755650"/>
          </a:xfrm>
        </p:spPr>
        <p:txBody>
          <a:bodyPr rIns="0" anchor="ctr">
            <a:noAutofit/>
          </a:bodyPr>
          <a:lstStyle>
            <a:lvl1pPr marL="0" indent="0" algn="r">
              <a:buNone/>
              <a:defRPr sz="4500">
                <a:solidFill>
                  <a:schemeClr val="accent2"/>
                </a:solidFill>
                <a:latin typeface="+mj-lt"/>
                <a:cs typeface="Arial" panose="020B0604020202020204" pitchFamily="34" charset="0"/>
              </a:defRPr>
            </a:lvl1pPr>
            <a:lvl2pPr marL="342900" indent="0">
              <a:buNone/>
              <a:defRPr/>
            </a:lvl2pPr>
          </a:lstStyle>
          <a:p>
            <a:pPr lvl="0"/>
            <a:r>
              <a:rPr lang="en-US" noProof="0"/>
              <a:t>2</a:t>
            </a:r>
          </a:p>
        </p:txBody>
      </p:sp>
      <p:sp>
        <p:nvSpPr>
          <p:cNvPr id="39" name="Text Placeholder 30">
            <a:extLst>
              <a:ext uri="{FF2B5EF4-FFF2-40B4-BE49-F238E27FC236}">
                <a16:creationId xmlns:a16="http://schemas.microsoft.com/office/drawing/2014/main" id="{43B3C496-FB0A-4924-A341-696D17E2D9C5}"/>
              </a:ext>
            </a:extLst>
          </p:cNvPr>
          <p:cNvSpPr>
            <a:spLocks noGrp="1"/>
          </p:cNvSpPr>
          <p:nvPr>
            <p:ph type="body" sz="quarter" idx="19" hasCustomPrompt="1"/>
          </p:nvPr>
        </p:nvSpPr>
        <p:spPr>
          <a:xfrm>
            <a:off x="3527729" y="3032600"/>
            <a:ext cx="741083" cy="755650"/>
          </a:xfrm>
        </p:spPr>
        <p:txBody>
          <a:bodyPr rIns="0" anchor="ctr">
            <a:noAutofit/>
          </a:bodyPr>
          <a:lstStyle>
            <a:lvl1pPr marL="0" indent="0" algn="r">
              <a:buNone/>
              <a:defRPr sz="4500">
                <a:solidFill>
                  <a:schemeClr val="accent2"/>
                </a:solidFill>
                <a:latin typeface="+mj-lt"/>
                <a:cs typeface="Arial" panose="020B0604020202020204" pitchFamily="34" charset="0"/>
              </a:defRPr>
            </a:lvl1pPr>
            <a:lvl2pPr marL="342900" indent="0">
              <a:buNone/>
              <a:defRPr/>
            </a:lvl2pPr>
          </a:lstStyle>
          <a:p>
            <a:pPr lvl="0"/>
            <a:r>
              <a:rPr lang="en-US" noProof="0"/>
              <a:t>3</a:t>
            </a:r>
          </a:p>
        </p:txBody>
      </p:sp>
      <p:sp>
        <p:nvSpPr>
          <p:cNvPr id="40" name="Text Placeholder 30">
            <a:extLst>
              <a:ext uri="{FF2B5EF4-FFF2-40B4-BE49-F238E27FC236}">
                <a16:creationId xmlns:a16="http://schemas.microsoft.com/office/drawing/2014/main" id="{FEACD5FF-800E-4BB0-82F3-2E0AEF1215D5}"/>
              </a:ext>
            </a:extLst>
          </p:cNvPr>
          <p:cNvSpPr>
            <a:spLocks noGrp="1"/>
          </p:cNvSpPr>
          <p:nvPr>
            <p:ph type="body" sz="quarter" idx="20" hasCustomPrompt="1"/>
          </p:nvPr>
        </p:nvSpPr>
        <p:spPr>
          <a:xfrm>
            <a:off x="3527729" y="4109045"/>
            <a:ext cx="741083" cy="755650"/>
          </a:xfrm>
        </p:spPr>
        <p:txBody>
          <a:bodyPr rIns="0" anchor="ctr">
            <a:noAutofit/>
          </a:bodyPr>
          <a:lstStyle>
            <a:lvl1pPr marL="0" indent="0" algn="r">
              <a:buNone/>
              <a:defRPr sz="4500">
                <a:solidFill>
                  <a:schemeClr val="accent2"/>
                </a:solidFill>
                <a:latin typeface="+mj-lt"/>
                <a:cs typeface="Arial" panose="020B0604020202020204" pitchFamily="34" charset="0"/>
              </a:defRPr>
            </a:lvl1pPr>
            <a:lvl2pPr marL="342900" indent="0">
              <a:buNone/>
              <a:defRPr/>
            </a:lvl2pPr>
          </a:lstStyle>
          <a:p>
            <a:pPr lvl="0"/>
            <a:r>
              <a:rPr lang="en-US" noProof="0"/>
              <a:t>4</a:t>
            </a:r>
          </a:p>
        </p:txBody>
      </p:sp>
      <p:sp>
        <p:nvSpPr>
          <p:cNvPr id="41" name="Text Placeholder 30">
            <a:extLst>
              <a:ext uri="{FF2B5EF4-FFF2-40B4-BE49-F238E27FC236}">
                <a16:creationId xmlns:a16="http://schemas.microsoft.com/office/drawing/2014/main" id="{58B97284-E1BE-4DCD-9CC1-C441D1A8573A}"/>
              </a:ext>
            </a:extLst>
          </p:cNvPr>
          <p:cNvSpPr>
            <a:spLocks noGrp="1"/>
          </p:cNvSpPr>
          <p:nvPr>
            <p:ph type="body" sz="quarter" idx="21" hasCustomPrompt="1"/>
          </p:nvPr>
        </p:nvSpPr>
        <p:spPr>
          <a:xfrm>
            <a:off x="3527729" y="5185490"/>
            <a:ext cx="741083" cy="755650"/>
          </a:xfrm>
        </p:spPr>
        <p:txBody>
          <a:bodyPr rIns="0" anchor="ctr">
            <a:noAutofit/>
          </a:bodyPr>
          <a:lstStyle>
            <a:lvl1pPr marL="0" indent="0" algn="r">
              <a:buNone/>
              <a:defRPr sz="4500">
                <a:solidFill>
                  <a:schemeClr val="accent2"/>
                </a:solidFill>
                <a:latin typeface="+mj-lt"/>
                <a:cs typeface="Arial" panose="020B0604020202020204" pitchFamily="34" charset="0"/>
              </a:defRPr>
            </a:lvl1pPr>
            <a:lvl2pPr marL="342900" indent="0">
              <a:buNone/>
              <a:defRPr/>
            </a:lvl2pPr>
          </a:lstStyle>
          <a:p>
            <a:pPr lvl="0"/>
            <a:r>
              <a:rPr lang="en-US" noProof="0"/>
              <a:t>5</a:t>
            </a:r>
          </a:p>
        </p:txBody>
      </p:sp>
      <p:sp>
        <p:nvSpPr>
          <p:cNvPr id="42" name="Shape 62">
            <a:extLst>
              <a:ext uri="{FF2B5EF4-FFF2-40B4-BE49-F238E27FC236}">
                <a16:creationId xmlns:a16="http://schemas.microsoft.com/office/drawing/2014/main" id="{79517603-8FAC-41C9-B5BE-3F8BA7D93CE6}"/>
              </a:ext>
            </a:extLst>
          </p:cNvPr>
          <p:cNvSpPr/>
          <p:nvPr/>
        </p:nvSpPr>
        <p:spPr>
          <a:xfrm rot="16200000" flipV="1">
            <a:off x="965155" y="3899541"/>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lang="en-US" sz="1125" noProof="0" dirty="0"/>
          </a:p>
        </p:txBody>
      </p:sp>
    </p:spTree>
    <p:extLst>
      <p:ext uri="{BB962C8B-B14F-4D97-AF65-F5344CB8AC3E}">
        <p14:creationId xmlns:p14="http://schemas.microsoft.com/office/powerpoint/2010/main" val="4187322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2812645" y="1691474"/>
            <a:ext cx="4385841" cy="1325563"/>
          </a:xfrm>
        </p:spPr>
        <p:txBody>
          <a:bodyPr anchor="b"/>
          <a:lstStyle>
            <a:lvl1pPr algn="r">
              <a:defRPr>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0" y="3500439"/>
            <a:ext cx="12192000" cy="3357563"/>
          </a:xfrm>
        </p:spPr>
        <p:txBody>
          <a:bodyPr/>
          <a:lstStyle>
            <a:lvl1pPr>
              <a:defRPr>
                <a:latin typeface="+mn-lt"/>
              </a:defRPr>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7569843" y="1690688"/>
            <a:ext cx="4155432" cy="1325562"/>
          </a:xfrm>
        </p:spPr>
        <p:txBody>
          <a:bodyPr>
            <a:noAutofit/>
          </a:bodyPr>
          <a:lstStyle>
            <a:lvl1pPr marL="0" indent="0">
              <a:lnSpc>
                <a:spcPct val="100000"/>
              </a:lnSpc>
              <a:buNone/>
              <a:defRPr sz="1050">
                <a:latin typeface="+mn-lt"/>
                <a:cs typeface="Arial" panose="020B0604020202020204" pitchFamily="34" charset="0"/>
              </a:defRPr>
            </a:lvl1pPr>
          </a:lstStyle>
          <a:p>
            <a:pPr lvl="0"/>
            <a:r>
              <a:rPr lang="en-US"/>
              <a:t>Click to edit Master text styles</a:t>
            </a:r>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p:nvPr>
        </p:nvSpPr>
        <p:spPr>
          <a:xfrm>
            <a:off x="7569843" y="1227700"/>
            <a:ext cx="4155432" cy="382749"/>
          </a:xfrm>
        </p:spPr>
        <p:txBody>
          <a:bodyPr anchor="b">
            <a:normAutofit/>
          </a:bodyPr>
          <a:lstStyle>
            <a:lvl1pPr marL="0" indent="0">
              <a:buNone/>
              <a:defRPr sz="1200" b="1">
                <a:latin typeface="+mn-lt"/>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537830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844949" y="1193767"/>
            <a:ext cx="4385841" cy="1325563"/>
          </a:xfrm>
        </p:spPr>
        <p:txBody>
          <a:bodyPr anchor="b">
            <a:normAutofit/>
          </a:bodyPr>
          <a:lstStyle>
            <a:lvl1pPr algn="r">
              <a:defRPr sz="3000">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844949" y="2632339"/>
            <a:ext cx="4385841" cy="3357563"/>
          </a:xfrm>
        </p:spPr>
        <p:txBody>
          <a:bodyPr/>
          <a:lstStyle>
            <a:lvl1pPr>
              <a:defRPr>
                <a:latin typeface="+mn-lt"/>
              </a:defRPr>
            </a:lvl1pPr>
          </a:lstStyle>
          <a:p>
            <a:r>
              <a:rPr lang="en-US"/>
              <a:t>Click icon to add picture</a:t>
            </a:r>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5470817" y="2540531"/>
            <a:ext cx="3046303" cy="382749"/>
          </a:xfrm>
        </p:spPr>
        <p:txBody>
          <a:bodyPr lIns="0" anchor="b">
            <a:normAutofit/>
          </a:bodyPr>
          <a:lstStyle>
            <a:lvl1pPr marL="0" indent="0">
              <a:buNone/>
              <a:defRPr sz="1200" b="1">
                <a:latin typeface="+mn-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769607" y="2540531"/>
            <a:ext cx="3023149" cy="382749"/>
          </a:xfrm>
        </p:spPr>
        <p:txBody>
          <a:bodyPr vert="horz" lIns="0" tIns="45720" rIns="91440" bIns="45720" rtlCol="0" anchor="b">
            <a:normAutofit/>
          </a:bodyPr>
          <a:lstStyle>
            <a:lvl1pPr>
              <a:defRPr lang="en-US" sz="1200" b="1" dirty="0">
                <a:latin typeface="+mn-lt"/>
              </a:defRPr>
            </a:lvl1pPr>
          </a:lstStyle>
          <a:p>
            <a:pPr marL="0" lvl="0" indent="0">
              <a:buNone/>
            </a:pPr>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5470526" y="2944815"/>
            <a:ext cx="3046413" cy="3044825"/>
          </a:xfrm>
        </p:spPr>
        <p:txBody>
          <a:bodyPr lIns="0" tIns="72000">
            <a:normAutofit/>
          </a:bodyPr>
          <a:lstStyle>
            <a:lvl1pPr>
              <a:defRPr sz="1050">
                <a:latin typeface="+mn-lt"/>
              </a:defRPr>
            </a:lvl1pPr>
            <a:lvl2pPr>
              <a:defRPr sz="900">
                <a:latin typeface="+mn-lt"/>
              </a:defRPr>
            </a:lvl2pPr>
            <a:lvl3pPr>
              <a:defRPr sz="825">
                <a:latin typeface="+mn-lt"/>
              </a:defRPr>
            </a:lvl3pPr>
            <a:lvl4pPr>
              <a:defRPr sz="788">
                <a:latin typeface="+mn-lt"/>
              </a:defRPr>
            </a:lvl4pPr>
            <a:lvl5pPr>
              <a:defRPr sz="78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769607" y="2944815"/>
            <a:ext cx="3023149" cy="3044825"/>
          </a:xfrm>
        </p:spPr>
        <p:txBody>
          <a:bodyPr lIns="0" tIns="72000">
            <a:normAutofit/>
          </a:bodyPr>
          <a:lstStyle>
            <a:lvl1pPr>
              <a:defRPr sz="1050">
                <a:latin typeface="+mn-lt"/>
              </a:defRPr>
            </a:lvl1pPr>
            <a:lvl2pPr>
              <a:defRPr sz="900">
                <a:latin typeface="+mn-lt"/>
              </a:defRPr>
            </a:lvl2pPr>
            <a:lvl3pPr>
              <a:defRPr sz="825">
                <a:latin typeface="+mn-lt"/>
              </a:defRPr>
            </a:lvl3pPr>
            <a:lvl4pPr>
              <a:defRPr sz="788">
                <a:latin typeface="+mn-lt"/>
              </a:defRPr>
            </a:lvl4pPr>
            <a:lvl5pPr>
              <a:defRPr sz="78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802664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5470526" y="1193767"/>
            <a:ext cx="6322231" cy="1325563"/>
          </a:xfrm>
        </p:spPr>
        <p:txBody>
          <a:bodyPr lIns="0" anchor="b">
            <a:normAutofit/>
          </a:bodyPr>
          <a:lstStyle>
            <a:lvl1pPr algn="l">
              <a:defRPr sz="3000">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2" y="1193767"/>
            <a:ext cx="5230788" cy="4796135"/>
          </a:xfrm>
        </p:spPr>
        <p:txBody>
          <a:bodyPr/>
          <a:lstStyle>
            <a:lvl1pPr>
              <a:defRPr>
                <a:latin typeface="+mn-lt"/>
              </a:defRPr>
            </a:lvl1pPr>
          </a:lstStyle>
          <a:p>
            <a:r>
              <a:rPr lang="en-US"/>
              <a:t>Click icon to add picture</a:t>
            </a:r>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5470817" y="2540531"/>
            <a:ext cx="3046303" cy="382749"/>
          </a:xfrm>
        </p:spPr>
        <p:txBody>
          <a:bodyPr lIns="0" anchor="b">
            <a:normAutofit/>
          </a:bodyPr>
          <a:lstStyle>
            <a:lvl1pPr marL="0" indent="0">
              <a:buNone/>
              <a:defRPr sz="1200" b="1">
                <a:latin typeface="+mn-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769607" y="2540531"/>
            <a:ext cx="3023149" cy="382749"/>
          </a:xfrm>
        </p:spPr>
        <p:txBody>
          <a:bodyPr vert="horz" lIns="0" tIns="45720" rIns="91440" bIns="45720" rtlCol="0" anchor="b">
            <a:normAutofit/>
          </a:bodyPr>
          <a:lstStyle>
            <a:lvl1pPr>
              <a:defRPr lang="en-US" sz="1200" b="1" dirty="0">
                <a:latin typeface="+mn-lt"/>
              </a:defRPr>
            </a:lvl1pPr>
          </a:lstStyle>
          <a:p>
            <a:pPr marL="0" lvl="0" indent="0">
              <a:buNone/>
            </a:pPr>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5470526" y="2944815"/>
            <a:ext cx="3046413" cy="3044825"/>
          </a:xfrm>
        </p:spPr>
        <p:txBody>
          <a:bodyPr lIns="0" tIns="72000">
            <a:normAutofit/>
          </a:bodyPr>
          <a:lstStyle>
            <a:lvl1pPr>
              <a:defRPr sz="1050">
                <a:latin typeface="+mn-lt"/>
              </a:defRPr>
            </a:lvl1pPr>
            <a:lvl2pPr>
              <a:defRPr sz="900">
                <a:latin typeface="+mn-lt"/>
              </a:defRPr>
            </a:lvl2pPr>
            <a:lvl3pPr>
              <a:defRPr sz="825">
                <a:latin typeface="+mn-lt"/>
              </a:defRPr>
            </a:lvl3pPr>
            <a:lvl4pPr>
              <a:defRPr sz="788">
                <a:latin typeface="+mn-lt"/>
              </a:defRPr>
            </a:lvl4pPr>
            <a:lvl5pPr>
              <a:defRPr sz="78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769607" y="2944815"/>
            <a:ext cx="3023149" cy="3044825"/>
          </a:xfrm>
        </p:spPr>
        <p:txBody>
          <a:bodyPr lIns="0" tIns="72000">
            <a:normAutofit/>
          </a:bodyPr>
          <a:lstStyle>
            <a:lvl1pPr>
              <a:defRPr sz="1050">
                <a:latin typeface="+mn-lt"/>
              </a:defRPr>
            </a:lvl1pPr>
            <a:lvl2pPr>
              <a:defRPr sz="900">
                <a:latin typeface="+mn-lt"/>
              </a:defRPr>
            </a:lvl2pPr>
            <a:lvl3pPr>
              <a:defRPr sz="825">
                <a:latin typeface="+mn-lt"/>
              </a:defRPr>
            </a:lvl3pPr>
            <a:lvl4pPr>
              <a:defRPr sz="788">
                <a:latin typeface="+mn-lt"/>
              </a:defRPr>
            </a:lvl4pPr>
            <a:lvl5pPr>
              <a:defRPr sz="78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251982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838200" y="1809011"/>
            <a:ext cx="3416928" cy="2884911"/>
          </a:xfrm>
        </p:spPr>
        <p:txBody>
          <a:bodyPr lIns="0" anchor="t">
            <a:normAutofit/>
          </a:bodyPr>
          <a:lstStyle>
            <a:lvl1pPr algn="r">
              <a:defRPr sz="3000">
                <a:solidFill>
                  <a:schemeClr val="accent1"/>
                </a:solidFill>
                <a:latin typeface="+mj-lt"/>
              </a:defRPr>
            </a:lvl1pPr>
          </a:lstStyle>
          <a:p>
            <a:r>
              <a:rPr lang="en-US"/>
              <a:t>Click to edit Master title style</a:t>
            </a:r>
            <a:endParaRPr lang="en-US" dirty="0"/>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4510877" y="1809011"/>
            <a:ext cx="3686025" cy="382749"/>
          </a:xfrm>
        </p:spPr>
        <p:txBody>
          <a:bodyPr lIns="0" anchor="b">
            <a:normAutofit/>
          </a:bodyPr>
          <a:lstStyle>
            <a:lvl1pPr marL="0" indent="0">
              <a:buNone/>
              <a:defRPr sz="1200" b="1">
                <a:latin typeface="+mn-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452175" y="1809011"/>
            <a:ext cx="3658011" cy="382749"/>
          </a:xfrm>
        </p:spPr>
        <p:txBody>
          <a:bodyPr vert="horz" lIns="0" tIns="45720" rIns="91440" bIns="45720" rtlCol="0" anchor="b">
            <a:normAutofit/>
          </a:bodyPr>
          <a:lstStyle>
            <a:lvl1pPr>
              <a:defRPr lang="en-US" sz="1200" b="1" dirty="0">
                <a:latin typeface="+mn-lt"/>
              </a:defRPr>
            </a:lvl1pPr>
          </a:lstStyle>
          <a:p>
            <a:pPr marL="0" lvl="0" indent="0">
              <a:buNone/>
            </a:pPr>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4510574" y="2213295"/>
            <a:ext cx="3686159" cy="3044825"/>
          </a:xfrm>
        </p:spPr>
        <p:txBody>
          <a:bodyPr lIns="0" tIns="72000">
            <a:normAutofit/>
          </a:bodyPr>
          <a:lstStyle>
            <a:lvl1pPr>
              <a:defRPr sz="1050">
                <a:latin typeface="+mn-lt"/>
              </a:defRPr>
            </a:lvl1pPr>
            <a:lvl2pPr>
              <a:defRPr sz="900">
                <a:latin typeface="+mn-lt"/>
              </a:defRPr>
            </a:lvl2pPr>
            <a:lvl3pPr>
              <a:defRPr sz="825">
                <a:latin typeface="+mn-lt"/>
              </a:defRPr>
            </a:lvl3pPr>
            <a:lvl4pPr>
              <a:defRPr sz="788">
                <a:latin typeface="+mn-lt"/>
              </a:defRPr>
            </a:lvl4pPr>
            <a:lvl5pPr>
              <a:defRPr sz="78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452175" y="2213295"/>
            <a:ext cx="3658011" cy="3044825"/>
          </a:xfrm>
        </p:spPr>
        <p:txBody>
          <a:bodyPr lIns="0" tIns="72000">
            <a:normAutofit/>
          </a:bodyPr>
          <a:lstStyle>
            <a:lvl1pPr>
              <a:defRPr sz="1050">
                <a:latin typeface="+mn-lt"/>
              </a:defRPr>
            </a:lvl1pPr>
            <a:lvl2pPr>
              <a:defRPr sz="900">
                <a:latin typeface="+mn-lt"/>
              </a:defRPr>
            </a:lvl2pPr>
            <a:lvl3pPr>
              <a:defRPr sz="825">
                <a:latin typeface="+mn-lt"/>
              </a:defRPr>
            </a:lvl3pPr>
            <a:lvl4pPr>
              <a:defRPr sz="788">
                <a:latin typeface="+mn-lt"/>
              </a:defRPr>
            </a:lvl4pPr>
            <a:lvl5pPr>
              <a:defRPr sz="78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91234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1" y="1687091"/>
            <a:ext cx="4297212" cy="3449109"/>
          </a:xfrm>
          <a:solidFill>
            <a:schemeClr val="accent2"/>
          </a:solidFill>
        </p:spPr>
        <p:txBody>
          <a:bodyPr vert="horz" lIns="0" tIns="45720" rIns="324000" bIns="45720" rtlCol="0" anchor="ctr">
            <a:normAutofit/>
          </a:bodyPr>
          <a:lstStyle>
            <a:lvl1pPr>
              <a:defRPr lang="en-US" sz="3000" dirty="0">
                <a:latin typeface="+mj-lt"/>
              </a:defRPr>
            </a:lvl1pPr>
          </a:lstStyle>
          <a:p>
            <a:pPr marL="0" lvl="0" algn="r"/>
            <a:r>
              <a:rPr lang="en-US" dirty="0"/>
              <a:t>Click to edit Master title </a:t>
            </a:r>
            <a:br>
              <a:rPr lang="en-US" dirty="0"/>
            </a:br>
            <a:r>
              <a:rPr lang="en-US" dirty="0"/>
              <a:t>style</a:t>
            </a:r>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4568752" y="1687091"/>
            <a:ext cx="3686025" cy="382749"/>
          </a:xfrm>
        </p:spPr>
        <p:txBody>
          <a:bodyPr lIns="0" anchor="b">
            <a:normAutofit/>
          </a:bodyPr>
          <a:lstStyle>
            <a:lvl1pPr marL="0" indent="0">
              <a:buNone/>
              <a:defRPr sz="1200" b="1">
                <a:latin typeface="+mn-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452175" y="1687091"/>
            <a:ext cx="3658011" cy="382749"/>
          </a:xfrm>
        </p:spPr>
        <p:txBody>
          <a:bodyPr vert="horz" lIns="0" tIns="45720" rIns="91440" bIns="45720" rtlCol="0" anchor="b">
            <a:normAutofit/>
          </a:bodyPr>
          <a:lstStyle>
            <a:lvl1pPr marL="0" indent="0">
              <a:buNone/>
              <a:defRPr lang="en-US" sz="1200" b="1" dirty="0">
                <a:latin typeface="+mn-lt"/>
              </a:defRPr>
            </a:lvl1pPr>
          </a:lstStyle>
          <a:p>
            <a:pPr marL="171450" lvl="0" indent="-171450"/>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4568449" y="2091375"/>
            <a:ext cx="3686159" cy="3044825"/>
          </a:xfrm>
        </p:spPr>
        <p:txBody>
          <a:bodyPr lIns="0" tIns="72000">
            <a:normAutofit/>
          </a:bodyPr>
          <a:lstStyle>
            <a:lvl1pPr>
              <a:defRPr sz="1050">
                <a:latin typeface="+mn-lt"/>
              </a:defRPr>
            </a:lvl1pPr>
            <a:lvl2pPr>
              <a:defRPr sz="900">
                <a:latin typeface="+mn-lt"/>
              </a:defRPr>
            </a:lvl2pPr>
            <a:lvl3pPr>
              <a:defRPr sz="825">
                <a:latin typeface="+mn-lt"/>
              </a:defRPr>
            </a:lvl3pPr>
            <a:lvl4pPr>
              <a:defRPr sz="788">
                <a:latin typeface="+mn-lt"/>
              </a:defRPr>
            </a:lvl4pPr>
            <a:lvl5pPr>
              <a:defRPr sz="78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452175" y="2091375"/>
            <a:ext cx="3658011" cy="3044825"/>
          </a:xfrm>
        </p:spPr>
        <p:txBody>
          <a:bodyPr lIns="0" tIns="72000">
            <a:normAutofit/>
          </a:bodyPr>
          <a:lstStyle>
            <a:lvl1pPr>
              <a:defRPr sz="1050">
                <a:latin typeface="+mn-lt"/>
              </a:defRPr>
            </a:lvl1pPr>
            <a:lvl2pPr>
              <a:defRPr sz="900">
                <a:latin typeface="+mn-lt"/>
              </a:defRPr>
            </a:lvl2pPr>
            <a:lvl3pPr>
              <a:defRPr sz="825">
                <a:latin typeface="+mn-lt"/>
              </a:defRPr>
            </a:lvl3pPr>
            <a:lvl4pPr>
              <a:defRPr sz="788">
                <a:latin typeface="+mn-lt"/>
              </a:defRPr>
            </a:lvl4pPr>
            <a:lvl5pPr>
              <a:defRPr sz="78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hape 62">
            <a:extLst>
              <a:ext uri="{FF2B5EF4-FFF2-40B4-BE49-F238E27FC236}">
                <a16:creationId xmlns:a16="http://schemas.microsoft.com/office/drawing/2014/main" id="{22325F4A-8191-45D3-B031-5847B1E4B3AA}"/>
              </a:ext>
            </a:extLst>
          </p:cNvPr>
          <p:cNvSpPr/>
          <p:nvPr/>
        </p:nvSpPr>
        <p:spPr>
          <a:xfrm rot="16200000" flipV="1">
            <a:off x="3332057" y="1331832"/>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
        <p:nvSpPr>
          <p:cNvPr id="3" name="Rectangle 2">
            <a:extLst>
              <a:ext uri="{FF2B5EF4-FFF2-40B4-BE49-F238E27FC236}">
                <a16:creationId xmlns:a16="http://schemas.microsoft.com/office/drawing/2014/main" id="{60EEF041-4EFF-410A-AFB4-25A65B462B2D}"/>
              </a:ext>
            </a:extLst>
          </p:cNvPr>
          <p:cNvSpPr/>
          <p:nvPr/>
        </p:nvSpPr>
        <p:spPr>
          <a:xfrm>
            <a:off x="12087829" y="1675516"/>
            <a:ext cx="115747" cy="34491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mn-lt"/>
            </a:endParaRPr>
          </a:p>
        </p:txBody>
      </p:sp>
    </p:spTree>
    <p:extLst>
      <p:ext uri="{BB962C8B-B14F-4D97-AF65-F5344CB8AC3E}">
        <p14:creationId xmlns:p14="http://schemas.microsoft.com/office/powerpoint/2010/main" val="2313877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2" y="1687090"/>
            <a:ext cx="4568751" cy="1721802"/>
          </a:xfrm>
          <a:noFill/>
        </p:spPr>
        <p:txBody>
          <a:bodyPr lIns="0" rIns="324000" anchor="ctr">
            <a:normAutofit/>
          </a:bodyPr>
          <a:lstStyle>
            <a:lvl1pPr algn="r">
              <a:defRPr sz="3000">
                <a:latin typeface="+mj-lt"/>
              </a:defRPr>
            </a:lvl1pPr>
          </a:lstStyle>
          <a:p>
            <a:r>
              <a:rPr lang="en-US" dirty="0"/>
              <a:t>Click to edit </a:t>
            </a:r>
            <a:br>
              <a:rPr lang="en-US" dirty="0"/>
            </a:br>
            <a:r>
              <a:rPr lang="en-US" dirty="0"/>
              <a:t>Master title style</a:t>
            </a:r>
          </a:p>
        </p:txBody>
      </p:sp>
      <p:sp>
        <p:nvSpPr>
          <p:cNvPr id="11" name="Title 1">
            <a:extLst>
              <a:ext uri="{FF2B5EF4-FFF2-40B4-BE49-F238E27FC236}">
                <a16:creationId xmlns:a16="http://schemas.microsoft.com/office/drawing/2014/main" id="{FC8F08DC-8736-4BFE-8B72-8DD4184DEBE1}"/>
              </a:ext>
            </a:extLst>
          </p:cNvPr>
          <p:cNvSpPr txBox="1">
            <a:spLocks/>
          </p:cNvSpPr>
          <p:nvPr/>
        </p:nvSpPr>
        <p:spPr>
          <a:xfrm>
            <a:off x="0" y="3408893"/>
            <a:ext cx="12203575" cy="3449109"/>
          </a:xfrm>
          <a:prstGeom prst="rect">
            <a:avLst/>
          </a:prstGeom>
          <a:solidFill>
            <a:schemeClr val="accent2"/>
          </a:solidFill>
        </p:spPr>
        <p:txBody>
          <a:bodyPr vert="horz" lIns="0" tIns="34290" rIns="243000" bIns="34290" rtlCol="0" anchor="ctr">
            <a:normAutofit/>
          </a:bodyPr>
          <a:lstStyle>
            <a:lvl1pPr algn="r">
              <a:lnSpc>
                <a:spcPct val="90000"/>
              </a:lnSpc>
              <a:spcBef>
                <a:spcPct val="0"/>
              </a:spcBef>
              <a:buNone/>
              <a:defRPr sz="4000" b="1" i="0" spc="-150">
                <a:solidFill>
                  <a:schemeClr val="tx2"/>
                </a:solidFill>
                <a:latin typeface="Constantia" panose="02030602050306030303" pitchFamily="18" charset="0"/>
                <a:ea typeface="+mj-ea"/>
                <a:cs typeface="Gill Sans" panose="020B0502020104020203" pitchFamily="34" charset="-79"/>
              </a:defRPr>
            </a:lvl1pPr>
          </a:lstStyle>
          <a:p>
            <a:pPr lvl="0"/>
            <a:endParaRPr lang="en-US" sz="3000" dirty="0">
              <a:latin typeface="+mn-lt"/>
            </a:endParaRPr>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4568751" y="3666356"/>
            <a:ext cx="3448800" cy="382749"/>
          </a:xfrm>
        </p:spPr>
        <p:txBody>
          <a:bodyPr lIns="0" anchor="b">
            <a:normAutofit/>
          </a:bodyPr>
          <a:lstStyle>
            <a:lvl1pPr marL="0" indent="0">
              <a:buNone/>
              <a:defRPr sz="1200" b="1">
                <a:latin typeface="+mn-lt"/>
                <a:cs typeface="Arial" panose="020B0604020202020204" pitchFamily="34" charset="0"/>
              </a:defRPr>
            </a:lvl1pPr>
          </a:lstStyle>
          <a:p>
            <a:pPr lvl="0"/>
            <a:r>
              <a:rPr lang="en-US" dirty="0"/>
              <a:t>Click to add title here</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254057" y="3666356"/>
            <a:ext cx="3450265" cy="382749"/>
          </a:xfrm>
        </p:spPr>
        <p:txBody>
          <a:bodyPr vert="horz" lIns="0" tIns="45720" rIns="91440" bIns="45720" rtlCol="0" anchor="b">
            <a:normAutofit/>
          </a:bodyPr>
          <a:lstStyle>
            <a:lvl1pPr marL="0" indent="0">
              <a:buNone/>
              <a:defRPr lang="en-US" sz="1200" b="1" dirty="0">
                <a:latin typeface="+mn-lt"/>
              </a:defRPr>
            </a:lvl1pPr>
          </a:lstStyle>
          <a:p>
            <a:pPr marL="171450" lvl="0" indent="-171450"/>
            <a:r>
              <a:rPr lang="en-US" dirty="0"/>
              <a:t>Click to add title here</a:t>
            </a:r>
          </a:p>
        </p:txBody>
      </p:sp>
      <p:sp>
        <p:nvSpPr>
          <p:cNvPr id="4" name="Text Placeholder 3">
            <a:extLst>
              <a:ext uri="{FF2B5EF4-FFF2-40B4-BE49-F238E27FC236}">
                <a16:creationId xmlns:a16="http://schemas.microsoft.com/office/drawing/2014/main" id="{9B53E20B-DD70-4AFB-9D9B-17969F880C06}"/>
              </a:ext>
            </a:extLst>
          </p:cNvPr>
          <p:cNvSpPr>
            <a:spLocks noGrp="1"/>
          </p:cNvSpPr>
          <p:nvPr>
            <p:ph type="body" sz="quarter" idx="15"/>
          </p:nvPr>
        </p:nvSpPr>
        <p:spPr>
          <a:xfrm>
            <a:off x="4568447" y="4070641"/>
            <a:ext cx="3448800" cy="2253961"/>
          </a:xfrm>
        </p:spPr>
        <p:txBody>
          <a:bodyPr lIns="0" tIns="72000">
            <a:normAutofit/>
          </a:bodyPr>
          <a:lstStyle>
            <a:lvl1pPr>
              <a:defRPr sz="1050">
                <a:latin typeface="+mn-lt"/>
              </a:defRPr>
            </a:lvl1pPr>
            <a:lvl2pPr>
              <a:defRPr sz="900">
                <a:latin typeface="+mn-lt"/>
              </a:defRPr>
            </a:lvl2pPr>
            <a:lvl3pPr>
              <a:defRPr sz="825">
                <a:latin typeface="+mn-lt"/>
              </a:defRPr>
            </a:lvl3pPr>
            <a:lvl4pPr>
              <a:defRPr sz="788">
                <a:latin typeface="+mn-lt"/>
              </a:defRPr>
            </a:lvl4pPr>
            <a:lvl5pPr>
              <a:defRPr sz="78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a:extLst>
              <a:ext uri="{FF2B5EF4-FFF2-40B4-BE49-F238E27FC236}">
                <a16:creationId xmlns:a16="http://schemas.microsoft.com/office/drawing/2014/main" id="{37EBF543-63D2-4169-AB73-3F4BD242FA61}"/>
              </a:ext>
            </a:extLst>
          </p:cNvPr>
          <p:cNvSpPr>
            <a:spLocks noGrp="1"/>
          </p:cNvSpPr>
          <p:nvPr>
            <p:ph type="body" sz="quarter" idx="16"/>
          </p:nvPr>
        </p:nvSpPr>
        <p:spPr>
          <a:xfrm>
            <a:off x="8254057" y="4070641"/>
            <a:ext cx="3450265" cy="2253961"/>
          </a:xfrm>
        </p:spPr>
        <p:txBody>
          <a:bodyPr lIns="0" tIns="72000">
            <a:normAutofit/>
          </a:bodyPr>
          <a:lstStyle>
            <a:lvl1pPr>
              <a:defRPr sz="1050">
                <a:latin typeface="+mn-lt"/>
              </a:defRPr>
            </a:lvl1pPr>
            <a:lvl2pPr>
              <a:defRPr sz="900">
                <a:latin typeface="+mn-lt"/>
              </a:defRPr>
            </a:lvl2pPr>
            <a:lvl3pPr>
              <a:defRPr sz="825">
                <a:latin typeface="+mn-lt"/>
              </a:defRPr>
            </a:lvl3pPr>
            <a:lvl4pPr>
              <a:defRPr sz="788">
                <a:latin typeface="+mn-lt"/>
              </a:defRPr>
            </a:lvl4pPr>
            <a:lvl5pPr>
              <a:defRPr sz="788">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hape 62">
            <a:extLst>
              <a:ext uri="{FF2B5EF4-FFF2-40B4-BE49-F238E27FC236}">
                <a16:creationId xmlns:a16="http://schemas.microsoft.com/office/drawing/2014/main" id="{DADD8B14-6C18-4FC5-89FD-62D525A444DB}"/>
              </a:ext>
            </a:extLst>
          </p:cNvPr>
          <p:cNvSpPr/>
          <p:nvPr/>
        </p:nvSpPr>
        <p:spPr>
          <a:xfrm rot="16200000" flipV="1">
            <a:off x="3332057" y="729944"/>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
        <p:nvSpPr>
          <p:cNvPr id="6" name="Picture Placeholder 5">
            <a:extLst>
              <a:ext uri="{FF2B5EF4-FFF2-40B4-BE49-F238E27FC236}">
                <a16:creationId xmlns:a16="http://schemas.microsoft.com/office/drawing/2014/main" id="{09156155-C47D-47A0-A08D-DCAC4D742D3F}"/>
              </a:ext>
            </a:extLst>
          </p:cNvPr>
          <p:cNvSpPr>
            <a:spLocks noGrp="1"/>
          </p:cNvSpPr>
          <p:nvPr>
            <p:ph type="pic" sz="quarter" idx="17"/>
          </p:nvPr>
        </p:nvSpPr>
        <p:spPr>
          <a:xfrm>
            <a:off x="2214412" y="3805254"/>
            <a:ext cx="1935925" cy="1854770"/>
          </a:xfrm>
        </p:spPr>
        <p:txBody>
          <a:bodyPr/>
          <a:lstStyle>
            <a:lvl1pPr>
              <a:defRPr>
                <a:latin typeface="+mn-lt"/>
              </a:defRPr>
            </a:lvl1pPr>
          </a:lstStyle>
          <a:p>
            <a:r>
              <a:rPr lang="en-US"/>
              <a:t>Click icon to add picture</a:t>
            </a:r>
            <a:endParaRPr lang="en-US" dirty="0"/>
          </a:p>
        </p:txBody>
      </p:sp>
    </p:spTree>
    <p:extLst>
      <p:ext uri="{BB962C8B-B14F-4D97-AF65-F5344CB8AC3E}">
        <p14:creationId xmlns:p14="http://schemas.microsoft.com/office/powerpoint/2010/main" val="114001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31EC-67BA-493B-B1C7-6258DD2B6042}"/>
              </a:ext>
            </a:extLst>
          </p:cNvPr>
          <p:cNvSpPr>
            <a:spLocks noGrp="1"/>
          </p:cNvSpPr>
          <p:nvPr>
            <p:ph type="title"/>
          </p:nvPr>
        </p:nvSpPr>
        <p:spPr>
          <a:xfrm>
            <a:off x="844949" y="1193767"/>
            <a:ext cx="4385841" cy="1325563"/>
          </a:xfrm>
        </p:spPr>
        <p:txBody>
          <a:bodyPr anchor="b">
            <a:normAutofit/>
          </a:bodyPr>
          <a:lstStyle>
            <a:lvl1pPr algn="r">
              <a:defRPr sz="3000">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844949" y="2632339"/>
            <a:ext cx="4385841" cy="3357563"/>
          </a:xfrm>
        </p:spPr>
        <p:txBody>
          <a:bodyPr/>
          <a:lstStyle>
            <a:lvl1pPr>
              <a:defRPr>
                <a:latin typeface="+mn-lt"/>
              </a:defRPr>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5470817" y="2944856"/>
            <a:ext cx="3046303" cy="3045045"/>
          </a:xfrm>
        </p:spPr>
        <p:txBody>
          <a:bodyPr lIns="0">
            <a:noAutofit/>
          </a:bodyPr>
          <a:lstStyle>
            <a:lvl1pPr marL="0" indent="0">
              <a:lnSpc>
                <a:spcPct val="100000"/>
              </a:lnSpc>
              <a:buNone/>
              <a:defRPr sz="1050">
                <a:latin typeface="+mn-lt"/>
                <a:cs typeface="Arial" panose="020B0604020202020204" pitchFamily="34" charset="0"/>
              </a:defRPr>
            </a:lvl1pPr>
          </a:lstStyle>
          <a:p>
            <a:pPr lvl="0"/>
            <a:r>
              <a:rPr lang="en-US"/>
              <a:t>Click to edit Master text styles</a:t>
            </a:r>
          </a:p>
        </p:txBody>
      </p:sp>
      <p:sp>
        <p:nvSpPr>
          <p:cNvPr id="8" name="Text Placeholder 6">
            <a:extLst>
              <a:ext uri="{FF2B5EF4-FFF2-40B4-BE49-F238E27FC236}">
                <a16:creationId xmlns:a16="http://schemas.microsoft.com/office/drawing/2014/main" id="{75D558A5-D3BF-4DB7-928F-A20868F3C37D}"/>
              </a:ext>
            </a:extLst>
          </p:cNvPr>
          <p:cNvSpPr>
            <a:spLocks noGrp="1"/>
          </p:cNvSpPr>
          <p:nvPr>
            <p:ph type="body" sz="quarter" idx="12" hasCustomPrompt="1"/>
          </p:nvPr>
        </p:nvSpPr>
        <p:spPr>
          <a:xfrm>
            <a:off x="5470817" y="2540531"/>
            <a:ext cx="3046303" cy="382749"/>
          </a:xfrm>
        </p:spPr>
        <p:txBody>
          <a:bodyPr lIns="0" anchor="b">
            <a:noAutofit/>
          </a:bodyPr>
          <a:lstStyle>
            <a:lvl1pPr marL="0" indent="0">
              <a:buNone/>
              <a:defRPr sz="1200" b="1">
                <a:latin typeface="+mn-lt"/>
                <a:cs typeface="Arial" panose="020B0604020202020204" pitchFamily="34" charset="0"/>
              </a:defRPr>
            </a:lvl1pPr>
          </a:lstStyle>
          <a:p>
            <a:pPr lvl="0"/>
            <a:r>
              <a:rPr lang="en-US" dirty="0"/>
              <a:t>Click to add title here</a:t>
            </a:r>
          </a:p>
        </p:txBody>
      </p:sp>
      <p:sp>
        <p:nvSpPr>
          <p:cNvPr id="6" name="Text Placeholder 6">
            <a:extLst>
              <a:ext uri="{FF2B5EF4-FFF2-40B4-BE49-F238E27FC236}">
                <a16:creationId xmlns:a16="http://schemas.microsoft.com/office/drawing/2014/main" id="{B2C5FA2F-DD81-4A72-AB26-A4C663724F42}"/>
              </a:ext>
            </a:extLst>
          </p:cNvPr>
          <p:cNvSpPr>
            <a:spLocks noGrp="1"/>
          </p:cNvSpPr>
          <p:nvPr>
            <p:ph type="body" sz="quarter" idx="13"/>
          </p:nvPr>
        </p:nvSpPr>
        <p:spPr>
          <a:xfrm>
            <a:off x="8769607" y="2944856"/>
            <a:ext cx="3046303" cy="3045045"/>
          </a:xfrm>
        </p:spPr>
        <p:txBody>
          <a:bodyPr lIns="0">
            <a:noAutofit/>
          </a:bodyPr>
          <a:lstStyle>
            <a:lvl1pPr marL="0" indent="0">
              <a:lnSpc>
                <a:spcPct val="100000"/>
              </a:lnSpc>
              <a:buNone/>
              <a:defRPr sz="1050">
                <a:latin typeface="+mn-lt"/>
                <a:cs typeface="Arial" panose="020B0604020202020204" pitchFamily="34" charset="0"/>
              </a:defRPr>
            </a:lvl1pPr>
          </a:lstStyle>
          <a:p>
            <a:pPr lvl="0"/>
            <a:r>
              <a:rPr lang="en-US"/>
              <a:t>Click to edit Master text styles</a:t>
            </a:r>
          </a:p>
        </p:txBody>
      </p:sp>
      <p:sp>
        <p:nvSpPr>
          <p:cNvPr id="9" name="Text Placeholder 6">
            <a:extLst>
              <a:ext uri="{FF2B5EF4-FFF2-40B4-BE49-F238E27FC236}">
                <a16:creationId xmlns:a16="http://schemas.microsoft.com/office/drawing/2014/main" id="{92EBEB66-5E12-4FD8-AC09-10C992CA7CFE}"/>
              </a:ext>
            </a:extLst>
          </p:cNvPr>
          <p:cNvSpPr>
            <a:spLocks noGrp="1"/>
          </p:cNvSpPr>
          <p:nvPr>
            <p:ph type="body" sz="quarter" idx="14" hasCustomPrompt="1"/>
          </p:nvPr>
        </p:nvSpPr>
        <p:spPr>
          <a:xfrm>
            <a:off x="8769607" y="2540531"/>
            <a:ext cx="3023149" cy="382749"/>
          </a:xfrm>
        </p:spPr>
        <p:txBody>
          <a:bodyPr lIns="0" anchor="b">
            <a:noAutofit/>
          </a:bodyPr>
          <a:lstStyle>
            <a:lvl1pPr marL="0" indent="0">
              <a:buNone/>
              <a:defRPr sz="1200" b="1">
                <a:latin typeface="+mn-lt"/>
                <a:cs typeface="Arial" panose="020B0604020202020204" pitchFamily="34" charset="0"/>
              </a:defRPr>
            </a:lvl1pPr>
          </a:lstStyle>
          <a:p>
            <a:pPr lvl="0"/>
            <a:r>
              <a:rPr lang="en-US" dirty="0"/>
              <a:t>Click to add title here</a:t>
            </a:r>
          </a:p>
        </p:txBody>
      </p:sp>
    </p:spTree>
    <p:extLst>
      <p:ext uri="{BB962C8B-B14F-4D97-AF65-F5344CB8AC3E}">
        <p14:creationId xmlns:p14="http://schemas.microsoft.com/office/powerpoint/2010/main" val="29674392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3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7928658" y="836271"/>
            <a:ext cx="4263343" cy="5185458"/>
          </a:xfrm>
        </p:spPr>
        <p:txBody>
          <a:bodyPr/>
          <a:lstStyle>
            <a:lvl1pPr>
              <a:defRPr>
                <a:latin typeface="+mn-lt"/>
              </a:defRPr>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3657597" y="836271"/>
            <a:ext cx="4262400" cy="5185458"/>
          </a:xfrm>
          <a:solidFill>
            <a:schemeClr val="accent2"/>
          </a:solidFill>
        </p:spPr>
        <p:txBody>
          <a:bodyPr lIns="252000" tIns="144000" rIns="144000">
            <a:noAutofit/>
          </a:bodyPr>
          <a:lstStyle>
            <a:lvl1pPr marL="0" indent="0">
              <a:lnSpc>
                <a:spcPct val="100000"/>
              </a:lnSpc>
              <a:buNone/>
              <a:defRPr sz="1050">
                <a:solidFill>
                  <a:schemeClr val="tx2"/>
                </a:solidFill>
                <a:latin typeface="+mn-lt"/>
                <a:cs typeface="Arial" panose="020B060402020202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625034" y="1659772"/>
            <a:ext cx="2558005" cy="1325563"/>
          </a:xfrm>
        </p:spPr>
        <p:txBody>
          <a:bodyPr anchor="t"/>
          <a:lstStyle>
            <a:lvl1pPr algn="r">
              <a:defRPr>
                <a:latin typeface="+mj-lt"/>
              </a:defRPr>
            </a:lvl1pPr>
          </a:lstStyle>
          <a:p>
            <a:r>
              <a:rPr lang="en-US" dirty="0"/>
              <a:t>Click to </a:t>
            </a:r>
            <a:br>
              <a:rPr lang="en-US" dirty="0"/>
            </a:br>
            <a:r>
              <a:rPr lang="en-US" dirty="0"/>
              <a:t>Add Title</a:t>
            </a:r>
          </a:p>
        </p:txBody>
      </p:sp>
      <p:sp>
        <p:nvSpPr>
          <p:cNvPr id="6" name="Shape 62">
            <a:extLst>
              <a:ext uri="{FF2B5EF4-FFF2-40B4-BE49-F238E27FC236}">
                <a16:creationId xmlns:a16="http://schemas.microsoft.com/office/drawing/2014/main" id="{9EDA533D-03E6-4B64-A81C-A6F9E3301AB5}"/>
              </a:ext>
            </a:extLst>
          </p:cNvPr>
          <p:cNvSpPr/>
          <p:nvPr/>
        </p:nvSpPr>
        <p:spPr>
          <a:xfrm rot="16200000" flipV="1">
            <a:off x="965155" y="434981"/>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Tree>
    <p:extLst>
      <p:ext uri="{BB962C8B-B14F-4D97-AF65-F5344CB8AC3E}">
        <p14:creationId xmlns:p14="http://schemas.microsoft.com/office/powerpoint/2010/main" val="2472557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4_Custom Layou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0" y="3206188"/>
            <a:ext cx="12192000" cy="3651813"/>
          </a:xfrm>
          <a:solidFill>
            <a:schemeClr val="accent2"/>
          </a:solidFill>
        </p:spPr>
        <p:txBody>
          <a:bodyPr lIns="5400000" tIns="216000" rIns="1800000">
            <a:noAutofit/>
          </a:bodyPr>
          <a:lstStyle>
            <a:lvl1pPr marL="0" indent="0">
              <a:lnSpc>
                <a:spcPct val="100000"/>
              </a:lnSpc>
              <a:buNone/>
              <a:defRPr sz="1050">
                <a:solidFill>
                  <a:schemeClr val="tx2"/>
                </a:solidFill>
                <a:latin typeface="+mn-lt"/>
                <a:cs typeface="Arial" panose="020B060402020202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5278054" y="1775522"/>
            <a:ext cx="6435524" cy="1325563"/>
          </a:xfrm>
        </p:spPr>
        <p:txBody>
          <a:bodyPr anchor="b"/>
          <a:lstStyle>
            <a:lvl1pPr algn="l">
              <a:defRPr>
                <a:latin typeface="+mj-lt"/>
              </a:defRPr>
            </a:lvl1pPr>
          </a:lstStyle>
          <a:p>
            <a:r>
              <a:rPr lang="en-US" dirty="0"/>
              <a:t>Click to Add Title</a:t>
            </a:r>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971838" y="836271"/>
            <a:ext cx="3523423" cy="5185458"/>
          </a:xfrm>
          <a:solidFill>
            <a:schemeClr val="bg1">
              <a:lumMod val="95000"/>
            </a:schemeClr>
          </a:solidFill>
        </p:spPr>
        <p:txBody>
          <a:bodyPr/>
          <a:lstStyle>
            <a:lvl1pPr>
              <a:defRPr>
                <a:latin typeface="+mn-lt"/>
              </a:defRPr>
            </a:lvl1pPr>
          </a:lstStyle>
          <a:p>
            <a:r>
              <a:rPr lang="en-US"/>
              <a:t>Click icon to add picture</a:t>
            </a:r>
            <a:endParaRPr lang="en-US" dirty="0"/>
          </a:p>
        </p:txBody>
      </p:sp>
    </p:spTree>
    <p:extLst>
      <p:ext uri="{BB962C8B-B14F-4D97-AF65-F5344CB8AC3E}">
        <p14:creationId xmlns:p14="http://schemas.microsoft.com/office/powerpoint/2010/main" val="1814225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5_Custom Layou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33D39E2-2188-4621-B115-A912A057E8AC}"/>
              </a:ext>
            </a:extLst>
          </p:cNvPr>
          <p:cNvSpPr>
            <a:spLocks noGrp="1"/>
          </p:cNvSpPr>
          <p:nvPr>
            <p:ph type="body" sz="quarter" idx="11"/>
          </p:nvPr>
        </p:nvSpPr>
        <p:spPr>
          <a:xfrm>
            <a:off x="5278052" y="3206188"/>
            <a:ext cx="6435525" cy="2815543"/>
          </a:xfrm>
          <a:noFill/>
          <a:ln>
            <a:noFill/>
          </a:ln>
        </p:spPr>
        <p:txBody>
          <a:bodyPr lIns="0" tIns="216000" rIns="1800000">
            <a:noAutofit/>
          </a:bodyPr>
          <a:lstStyle>
            <a:lvl1pPr marL="0" indent="0">
              <a:lnSpc>
                <a:spcPct val="100000"/>
              </a:lnSpc>
              <a:buNone/>
              <a:defRPr sz="1050">
                <a:latin typeface="+mn-lt"/>
                <a:cs typeface="Arial" panose="020B060402020202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5278054" y="1775522"/>
            <a:ext cx="6435524" cy="1325563"/>
          </a:xfrm>
        </p:spPr>
        <p:txBody>
          <a:bodyPr lIns="0" anchor="b"/>
          <a:lstStyle>
            <a:lvl1pPr algn="l">
              <a:defRPr>
                <a:latin typeface="+mj-lt"/>
              </a:defRPr>
            </a:lvl1pPr>
          </a:lstStyle>
          <a:p>
            <a:r>
              <a:rPr lang="en-US" dirty="0"/>
              <a:t>Click to Add Title</a:t>
            </a:r>
          </a:p>
        </p:txBody>
      </p:sp>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838201" y="836271"/>
            <a:ext cx="3657059" cy="5185458"/>
          </a:xfrm>
          <a:solidFill>
            <a:schemeClr val="bg1">
              <a:lumMod val="95000"/>
            </a:schemeClr>
          </a:solidFill>
        </p:spPr>
        <p:txBody>
          <a:bodyPr/>
          <a:lstStyle>
            <a:lvl1pPr>
              <a:defRPr>
                <a:latin typeface="+mn-lt"/>
              </a:defRPr>
            </a:lvl1pPr>
          </a:lstStyle>
          <a:p>
            <a:r>
              <a:rPr lang="en-US"/>
              <a:t>Click icon to add picture</a:t>
            </a:r>
            <a:endParaRPr lang="en-US" dirty="0"/>
          </a:p>
        </p:txBody>
      </p:sp>
    </p:spTree>
    <p:extLst>
      <p:ext uri="{BB962C8B-B14F-4D97-AF65-F5344CB8AC3E}">
        <p14:creationId xmlns:p14="http://schemas.microsoft.com/office/powerpoint/2010/main" val="34127671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6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E84B7CE-D997-4F92-BD9D-3F9DE2782EF8}"/>
              </a:ext>
            </a:extLst>
          </p:cNvPr>
          <p:cNvSpPr>
            <a:spLocks noGrp="1"/>
          </p:cNvSpPr>
          <p:nvPr>
            <p:ph type="pic" sz="quarter" idx="10"/>
          </p:nvPr>
        </p:nvSpPr>
        <p:spPr>
          <a:xfrm>
            <a:off x="4745621" y="3428992"/>
            <a:ext cx="7446380" cy="3429009"/>
          </a:xfrm>
        </p:spPr>
        <p:txBody>
          <a:bodyPr/>
          <a:lstStyle>
            <a:lvl1pPr>
              <a:defRPr>
                <a:latin typeface="+mn-lt"/>
              </a:defRPr>
            </a:lvl1pPr>
          </a:lstStyle>
          <a:p>
            <a:r>
              <a:rPr lang="en-US"/>
              <a:t>Click icon to add picture</a:t>
            </a:r>
            <a:endParaRPr lang="en-US" dirty="0"/>
          </a:p>
        </p:txBody>
      </p:sp>
      <p:sp>
        <p:nvSpPr>
          <p:cNvPr id="2" name="Title 1">
            <a:extLst>
              <a:ext uri="{FF2B5EF4-FFF2-40B4-BE49-F238E27FC236}">
                <a16:creationId xmlns:a16="http://schemas.microsoft.com/office/drawing/2014/main" id="{110731EC-67BA-493B-B1C7-6258DD2B6042}"/>
              </a:ext>
            </a:extLst>
          </p:cNvPr>
          <p:cNvSpPr>
            <a:spLocks noGrp="1"/>
          </p:cNvSpPr>
          <p:nvPr>
            <p:ph type="title" hasCustomPrompt="1"/>
          </p:nvPr>
        </p:nvSpPr>
        <p:spPr>
          <a:xfrm>
            <a:off x="838200" y="1659772"/>
            <a:ext cx="3085619" cy="1325563"/>
          </a:xfrm>
        </p:spPr>
        <p:txBody>
          <a:bodyPr lIns="0" anchor="t"/>
          <a:lstStyle>
            <a:lvl1pPr algn="l">
              <a:defRPr>
                <a:latin typeface="+mj-lt"/>
              </a:defRPr>
            </a:lvl1pPr>
          </a:lstStyle>
          <a:p>
            <a:r>
              <a:rPr lang="en-US" dirty="0"/>
              <a:t>Click to </a:t>
            </a:r>
            <a:br>
              <a:rPr lang="en-US" dirty="0"/>
            </a:br>
            <a:r>
              <a:rPr lang="en-US" dirty="0"/>
              <a:t>Add Title</a:t>
            </a:r>
          </a:p>
        </p:txBody>
      </p:sp>
      <p:sp>
        <p:nvSpPr>
          <p:cNvPr id="6" name="Shape 62">
            <a:extLst>
              <a:ext uri="{FF2B5EF4-FFF2-40B4-BE49-F238E27FC236}">
                <a16:creationId xmlns:a16="http://schemas.microsoft.com/office/drawing/2014/main" id="{9EDA533D-03E6-4B64-A81C-A6F9E3301AB5}"/>
              </a:ext>
            </a:extLst>
          </p:cNvPr>
          <p:cNvSpPr/>
          <p:nvPr/>
        </p:nvSpPr>
        <p:spPr>
          <a:xfrm rot="16200000" flipV="1">
            <a:off x="965155" y="434981"/>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
        <p:nvSpPr>
          <p:cNvPr id="3" name="Rectangle 2">
            <a:extLst>
              <a:ext uri="{FF2B5EF4-FFF2-40B4-BE49-F238E27FC236}">
                <a16:creationId xmlns:a16="http://schemas.microsoft.com/office/drawing/2014/main" id="{9DF8596F-E730-47C4-86C3-F4A9B3F78268}"/>
              </a:ext>
            </a:extLst>
          </p:cNvPr>
          <p:cNvSpPr/>
          <p:nvPr/>
        </p:nvSpPr>
        <p:spPr>
          <a:xfrm>
            <a:off x="4745621" y="0"/>
            <a:ext cx="7446380" cy="3428990"/>
          </a:xfrm>
          <a:prstGeom prst="rect">
            <a:avLst/>
          </a:prstGeom>
          <a:solidFill>
            <a:schemeClr val="accent2"/>
          </a:solidFill>
        </p:spPr>
        <p:txBody>
          <a:bodyPr vert="horz" lIns="189000" tIns="108000" rIns="108000" bIns="34290" rtlCol="0">
            <a:noAutofit/>
          </a:bodyPr>
          <a:lstStyle/>
          <a:p>
            <a:pPr lvl="0" indent="0">
              <a:lnSpc>
                <a:spcPct val="100000"/>
              </a:lnSpc>
              <a:spcBef>
                <a:spcPts val="750"/>
              </a:spcBef>
              <a:buFont typeface="Arial" panose="020B0604020202020204" pitchFamily="34" charset="0"/>
              <a:buNone/>
            </a:pPr>
            <a:endParaRPr lang="en-US" sz="1050" b="0" i="0" dirty="0">
              <a:solidFill>
                <a:schemeClr val="tx2"/>
              </a:solidFill>
              <a:latin typeface="+mn-lt"/>
              <a:cs typeface="Arial" panose="020B0604020202020204" pitchFamily="34" charset="0"/>
            </a:endParaRPr>
          </a:p>
        </p:txBody>
      </p:sp>
      <p:sp>
        <p:nvSpPr>
          <p:cNvPr id="8" name="Text Placeholder 6">
            <a:extLst>
              <a:ext uri="{FF2B5EF4-FFF2-40B4-BE49-F238E27FC236}">
                <a16:creationId xmlns:a16="http://schemas.microsoft.com/office/drawing/2014/main" id="{2E0AB4DF-4264-4631-9A72-72B25F9BEED8}"/>
              </a:ext>
            </a:extLst>
          </p:cNvPr>
          <p:cNvSpPr>
            <a:spLocks noGrp="1"/>
          </p:cNvSpPr>
          <p:nvPr>
            <p:ph type="body" sz="quarter" idx="12" hasCustomPrompt="1"/>
          </p:nvPr>
        </p:nvSpPr>
        <p:spPr>
          <a:xfrm>
            <a:off x="5359078" y="987209"/>
            <a:ext cx="2837823" cy="382749"/>
          </a:xfrm>
        </p:spPr>
        <p:txBody>
          <a:bodyPr lIns="0" tIns="0" anchor="t">
            <a:normAutofit/>
          </a:bodyPr>
          <a:lstStyle>
            <a:lvl1pPr marL="0" indent="0">
              <a:buNone/>
              <a:defRPr sz="1200" b="1">
                <a:solidFill>
                  <a:schemeClr val="tx2"/>
                </a:solidFill>
                <a:latin typeface="+mn-lt"/>
                <a:cs typeface="Arial" panose="020B0604020202020204" pitchFamily="34" charset="0"/>
              </a:defRPr>
            </a:lvl1pPr>
          </a:lstStyle>
          <a:p>
            <a:pPr lvl="0"/>
            <a:r>
              <a:rPr lang="en-US" dirty="0"/>
              <a:t>Click to add title here</a:t>
            </a:r>
          </a:p>
        </p:txBody>
      </p:sp>
      <p:sp>
        <p:nvSpPr>
          <p:cNvPr id="9" name="Text Placeholder 3">
            <a:extLst>
              <a:ext uri="{FF2B5EF4-FFF2-40B4-BE49-F238E27FC236}">
                <a16:creationId xmlns:a16="http://schemas.microsoft.com/office/drawing/2014/main" id="{0E3F0CD0-D764-45BB-9798-E9046593B3AC}"/>
              </a:ext>
            </a:extLst>
          </p:cNvPr>
          <p:cNvSpPr>
            <a:spLocks noGrp="1"/>
          </p:cNvSpPr>
          <p:nvPr>
            <p:ph type="body" sz="quarter" idx="15"/>
          </p:nvPr>
        </p:nvSpPr>
        <p:spPr>
          <a:xfrm>
            <a:off x="8351371" y="987208"/>
            <a:ext cx="3501107" cy="1397178"/>
          </a:xfrm>
        </p:spPr>
        <p:txBody>
          <a:bodyPr lIns="0" tIns="0">
            <a:normAutofit/>
          </a:bodyPr>
          <a:lstStyle>
            <a:lvl1pPr marL="0" indent="0">
              <a:lnSpc>
                <a:spcPct val="100000"/>
              </a:lnSpc>
              <a:buNone/>
              <a:defRPr sz="1050">
                <a:solidFill>
                  <a:schemeClr val="tx2"/>
                </a:solidFill>
                <a:latin typeface="+mn-lt"/>
              </a:defRPr>
            </a:lvl1pPr>
            <a:lvl2pPr marL="342900" indent="0">
              <a:buNone/>
              <a:defRPr sz="900"/>
            </a:lvl2pPr>
            <a:lvl3pPr marL="685800" indent="0">
              <a:buNone/>
              <a:defRPr sz="825"/>
            </a:lvl3pPr>
            <a:lvl4pPr>
              <a:defRPr sz="788"/>
            </a:lvl4pPr>
            <a:lvl5pPr>
              <a:defRPr sz="788"/>
            </a:lvl5pPr>
          </a:lstStyle>
          <a:p>
            <a:pPr lvl="0"/>
            <a:r>
              <a:rPr lang="en-US"/>
              <a:t>Click to edit Master text styles</a:t>
            </a:r>
          </a:p>
        </p:txBody>
      </p:sp>
    </p:spTree>
    <p:extLst>
      <p:ext uri="{BB962C8B-B14F-4D97-AF65-F5344CB8AC3E}">
        <p14:creationId xmlns:p14="http://schemas.microsoft.com/office/powerpoint/2010/main" val="2680806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B9B3BD2-24FF-4E30-B0DA-4DCD6E57D9FC}"/>
              </a:ext>
            </a:extLst>
          </p:cNvPr>
          <p:cNvSpPr>
            <a:spLocks noGrp="1"/>
          </p:cNvSpPr>
          <p:nvPr>
            <p:ph type="pic" sz="quarter" idx="10"/>
          </p:nvPr>
        </p:nvSpPr>
        <p:spPr>
          <a:xfrm>
            <a:off x="838200" y="0"/>
            <a:ext cx="11353800" cy="6858000"/>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C7F92C0C-7E68-45AE-8824-6858C6874760}"/>
              </a:ext>
            </a:extLst>
          </p:cNvPr>
          <p:cNvSpPr>
            <a:spLocks noGrp="1"/>
          </p:cNvSpPr>
          <p:nvPr>
            <p:ph type="title" hasCustomPrompt="1"/>
          </p:nvPr>
        </p:nvSpPr>
        <p:spPr>
          <a:xfrm>
            <a:off x="838202" y="4566452"/>
            <a:ext cx="5007015" cy="1440000"/>
          </a:xfrm>
          <a:solidFill>
            <a:schemeClr val="bg1"/>
          </a:solidFill>
        </p:spPr>
        <p:txBody>
          <a:bodyPr lIns="216000">
            <a:normAutofit/>
          </a:bodyPr>
          <a:lstStyle>
            <a:lvl1pPr>
              <a:defRPr sz="3000">
                <a:latin typeface="+mj-lt"/>
              </a:defRPr>
            </a:lvl1pPr>
          </a:lstStyle>
          <a:p>
            <a:r>
              <a:rPr lang="en-US" dirty="0"/>
              <a:t>Click to edit </a:t>
            </a:r>
            <a:br>
              <a:rPr lang="en-US" dirty="0"/>
            </a:br>
            <a:r>
              <a:rPr lang="en-US" dirty="0"/>
              <a:t>Master title style</a:t>
            </a:r>
          </a:p>
        </p:txBody>
      </p:sp>
    </p:spTree>
    <p:extLst>
      <p:ext uri="{BB962C8B-B14F-4D97-AF65-F5344CB8AC3E}">
        <p14:creationId xmlns:p14="http://schemas.microsoft.com/office/powerpoint/2010/main" val="22825515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B9B3BD2-24FF-4E30-B0DA-4DCD6E57D9FC}"/>
              </a:ext>
            </a:extLst>
          </p:cNvPr>
          <p:cNvSpPr>
            <a:spLocks noGrp="1"/>
          </p:cNvSpPr>
          <p:nvPr>
            <p:ph type="pic" sz="quarter" idx="10"/>
          </p:nvPr>
        </p:nvSpPr>
        <p:spPr>
          <a:xfrm>
            <a:off x="838200" y="0"/>
            <a:ext cx="11353800" cy="6858000"/>
          </a:xfrm>
        </p:spPr>
        <p:txBody>
          <a:bodyPr/>
          <a:lstStyle/>
          <a:p>
            <a:r>
              <a:rPr lang="en-US"/>
              <a:t>Click icon to add picture</a:t>
            </a:r>
            <a:endParaRPr lang="en-US" dirty="0"/>
          </a:p>
        </p:txBody>
      </p:sp>
      <p:sp>
        <p:nvSpPr>
          <p:cNvPr id="4" name="Text Placeholder 3">
            <a:extLst>
              <a:ext uri="{FF2B5EF4-FFF2-40B4-BE49-F238E27FC236}">
                <a16:creationId xmlns:a16="http://schemas.microsoft.com/office/drawing/2014/main" id="{049A10FA-D831-43AB-9DF1-EDB14480E3E1}"/>
              </a:ext>
            </a:extLst>
          </p:cNvPr>
          <p:cNvSpPr>
            <a:spLocks noGrp="1"/>
          </p:cNvSpPr>
          <p:nvPr>
            <p:ph type="body" sz="quarter" idx="11" hasCustomPrompt="1"/>
          </p:nvPr>
        </p:nvSpPr>
        <p:spPr>
          <a:xfrm>
            <a:off x="0" y="-1478756"/>
            <a:ext cx="4572000" cy="1189037"/>
          </a:xfrm>
        </p:spPr>
        <p:txBody>
          <a:bodyPr anchor="b">
            <a:normAutofit/>
          </a:bodyPr>
          <a:lstStyle>
            <a:lvl1pPr marL="0" indent="0">
              <a:buNone/>
              <a:defRPr sz="2100">
                <a:solidFill>
                  <a:schemeClr val="bg1">
                    <a:lumMod val="85000"/>
                  </a:schemeClr>
                </a:solidFill>
              </a:defRPr>
            </a:lvl1pPr>
          </a:lstStyle>
          <a:p>
            <a:pPr lvl="0"/>
            <a:r>
              <a:rPr lang="en-US" dirty="0"/>
              <a:t>Slide Title</a:t>
            </a:r>
          </a:p>
        </p:txBody>
      </p:sp>
    </p:spTree>
    <p:extLst>
      <p:ext uri="{BB962C8B-B14F-4D97-AF65-F5344CB8AC3E}">
        <p14:creationId xmlns:p14="http://schemas.microsoft.com/office/powerpoint/2010/main" val="18077194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6858000"/>
          </a:xfrm>
        </p:spPr>
        <p:txBody>
          <a:bodyPr/>
          <a:lstStyle/>
          <a:p>
            <a:r>
              <a:rPr lang="en-US"/>
              <a:t>Click icon to add picture</a:t>
            </a:r>
            <a:endParaRPr lang="en-US" dirty="0"/>
          </a:p>
        </p:txBody>
      </p:sp>
      <p:sp>
        <p:nvSpPr>
          <p:cNvPr id="3" name="Title 4">
            <a:extLst>
              <a:ext uri="{FF2B5EF4-FFF2-40B4-BE49-F238E27FC236}">
                <a16:creationId xmlns:a16="http://schemas.microsoft.com/office/drawing/2014/main" id="{7FBD120B-8377-4641-9618-9DD682652CAA}"/>
              </a:ext>
            </a:extLst>
          </p:cNvPr>
          <p:cNvSpPr>
            <a:spLocks noGrp="1"/>
          </p:cNvSpPr>
          <p:nvPr>
            <p:ph type="title"/>
          </p:nvPr>
        </p:nvSpPr>
        <p:spPr>
          <a:xfrm>
            <a:off x="2" y="4705635"/>
            <a:ext cx="5845215" cy="1440000"/>
          </a:xfrm>
          <a:solidFill>
            <a:schemeClr val="bg1"/>
          </a:solidFill>
        </p:spPr>
        <p:txBody>
          <a:bodyPr lIns="792000">
            <a:normAutofit/>
          </a:bodyPr>
          <a:lstStyle>
            <a:lvl1pPr>
              <a:defRPr sz="3000">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18327040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9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0" y="0"/>
            <a:ext cx="12192000" cy="6858000"/>
          </a:xfrm>
        </p:spPr>
        <p:txBody>
          <a:bodyPr/>
          <a:lstStyle/>
          <a:p>
            <a:r>
              <a:rPr lang="en-US"/>
              <a:t>Click icon to add picture</a:t>
            </a:r>
            <a:endParaRPr lang="en-US" dirty="0"/>
          </a:p>
        </p:txBody>
      </p:sp>
    </p:spTree>
    <p:extLst>
      <p:ext uri="{BB962C8B-B14F-4D97-AF65-F5344CB8AC3E}">
        <p14:creationId xmlns:p14="http://schemas.microsoft.com/office/powerpoint/2010/main" val="5379394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0" y="2"/>
            <a:ext cx="12192000" cy="5497975"/>
          </a:xfrm>
        </p:spPr>
        <p:txBody>
          <a:bodyPr/>
          <a:lstStyle/>
          <a:p>
            <a:r>
              <a:rPr lang="en-US"/>
              <a:t>Click icon to add picture</a:t>
            </a:r>
            <a:endParaRPr lang="en-US" dirty="0"/>
          </a:p>
        </p:txBody>
      </p:sp>
      <p:sp>
        <p:nvSpPr>
          <p:cNvPr id="3" name="Title 4">
            <a:extLst>
              <a:ext uri="{FF2B5EF4-FFF2-40B4-BE49-F238E27FC236}">
                <a16:creationId xmlns:a16="http://schemas.microsoft.com/office/drawing/2014/main" id="{8DF09845-7890-4D10-A53B-2A4D05316878}"/>
              </a:ext>
            </a:extLst>
          </p:cNvPr>
          <p:cNvSpPr>
            <a:spLocks noGrp="1"/>
          </p:cNvSpPr>
          <p:nvPr>
            <p:ph type="title"/>
          </p:nvPr>
        </p:nvSpPr>
        <p:spPr>
          <a:xfrm>
            <a:off x="853440" y="5688402"/>
            <a:ext cx="8717280" cy="823070"/>
          </a:xfrm>
          <a:solidFill>
            <a:schemeClr val="bg1"/>
          </a:solidFill>
        </p:spPr>
        <p:txBody>
          <a:bodyPr lIns="0"/>
          <a:lstStyle>
            <a:lvl1pPr>
              <a:defRPr>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21571173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0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0" y="2"/>
            <a:ext cx="12192000" cy="5497975"/>
          </a:xfrm>
        </p:spPr>
        <p:txBody>
          <a:bodyPr/>
          <a:lstStyle/>
          <a:p>
            <a:r>
              <a:rPr lang="en-US"/>
              <a:t>Click icon to add picture</a:t>
            </a:r>
            <a:endParaRPr lang="en-US" dirty="0"/>
          </a:p>
        </p:txBody>
      </p:sp>
    </p:spTree>
    <p:extLst>
      <p:ext uri="{BB962C8B-B14F-4D97-AF65-F5344CB8AC3E}">
        <p14:creationId xmlns:p14="http://schemas.microsoft.com/office/powerpoint/2010/main" val="21714236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838200" y="1"/>
            <a:ext cx="11353800" cy="5547360"/>
          </a:xfrm>
        </p:spPr>
        <p:txBody>
          <a:bodyPr/>
          <a:lstStyle/>
          <a:p>
            <a:r>
              <a:rPr lang="en-US"/>
              <a:t>Click icon to add picture</a:t>
            </a:r>
            <a:endParaRPr lang="en-US" dirty="0"/>
          </a:p>
        </p:txBody>
      </p:sp>
      <p:sp>
        <p:nvSpPr>
          <p:cNvPr id="3" name="Title 4">
            <a:extLst>
              <a:ext uri="{FF2B5EF4-FFF2-40B4-BE49-F238E27FC236}">
                <a16:creationId xmlns:a16="http://schemas.microsoft.com/office/drawing/2014/main" id="{7EBB9618-FC05-4C85-8241-A1EFCE8127AD}"/>
              </a:ext>
            </a:extLst>
          </p:cNvPr>
          <p:cNvSpPr>
            <a:spLocks noGrp="1"/>
          </p:cNvSpPr>
          <p:nvPr>
            <p:ph type="title"/>
          </p:nvPr>
        </p:nvSpPr>
        <p:spPr>
          <a:xfrm>
            <a:off x="853440" y="5688402"/>
            <a:ext cx="8717280" cy="823070"/>
          </a:xfrm>
          <a:solidFill>
            <a:schemeClr val="bg1"/>
          </a:solidFill>
        </p:spPr>
        <p:txBody>
          <a:bodyPr lIns="0"/>
          <a:lstStyle>
            <a:lvl1pPr>
              <a:defRPr>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13814977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1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838200" y="853443"/>
            <a:ext cx="11353800" cy="5151119"/>
          </a:xfrm>
        </p:spPr>
        <p:txBody>
          <a:bodyPr/>
          <a:lstStyle/>
          <a:p>
            <a:r>
              <a:rPr lang="en-US"/>
              <a:t>Click icon to add picture</a:t>
            </a:r>
            <a:endParaRPr lang="en-US" dirty="0"/>
          </a:p>
        </p:txBody>
      </p:sp>
    </p:spTree>
    <p:extLst>
      <p:ext uri="{BB962C8B-B14F-4D97-AF65-F5344CB8AC3E}">
        <p14:creationId xmlns:p14="http://schemas.microsoft.com/office/powerpoint/2010/main" val="752182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2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1314210" y="1203769"/>
            <a:ext cx="9563583" cy="5060062"/>
          </a:xfrm>
          <a:solidFill>
            <a:schemeClr val="bg1"/>
          </a:solidFill>
        </p:spPr>
        <p:txBody>
          <a:bodyPr/>
          <a:lstStyle/>
          <a:p>
            <a:r>
              <a:rPr lang="en-US"/>
              <a:t>Click icon to add picture</a:t>
            </a:r>
            <a:endParaRPr lang="en-US" dirty="0"/>
          </a:p>
        </p:txBody>
      </p:sp>
      <p:sp>
        <p:nvSpPr>
          <p:cNvPr id="3" name="Title 4">
            <a:extLst>
              <a:ext uri="{FF2B5EF4-FFF2-40B4-BE49-F238E27FC236}">
                <a16:creationId xmlns:a16="http://schemas.microsoft.com/office/drawing/2014/main" id="{F595BB60-922F-4254-AD20-DEA3FA4B75C4}"/>
              </a:ext>
            </a:extLst>
          </p:cNvPr>
          <p:cNvSpPr>
            <a:spLocks noGrp="1"/>
          </p:cNvSpPr>
          <p:nvPr>
            <p:ph type="title"/>
          </p:nvPr>
        </p:nvSpPr>
        <p:spPr>
          <a:xfrm>
            <a:off x="1314208" y="339162"/>
            <a:ext cx="9563581" cy="823070"/>
          </a:xfrm>
          <a:noFill/>
        </p:spPr>
        <p:txBody>
          <a:bodyPr lIns="0">
            <a:normAutofit/>
          </a:bodyPr>
          <a:lstStyle>
            <a:lvl1pPr>
              <a:defRPr sz="3000">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17437743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2_Custom Layou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8DE1C71F-8DD3-4FFB-B233-CF08AE5260F8}"/>
              </a:ext>
            </a:extLst>
          </p:cNvPr>
          <p:cNvSpPr>
            <a:spLocks noGrp="1"/>
          </p:cNvSpPr>
          <p:nvPr>
            <p:ph type="pic" sz="quarter" idx="10"/>
          </p:nvPr>
        </p:nvSpPr>
        <p:spPr>
          <a:xfrm>
            <a:off x="836031" y="747000"/>
            <a:ext cx="10519940" cy="5364000"/>
          </a:xfrm>
          <a:solidFill>
            <a:schemeClr val="bg1"/>
          </a:solidFill>
        </p:spPr>
        <p:txBody>
          <a:bodyPr/>
          <a:lstStyle/>
          <a:p>
            <a:r>
              <a:rPr lang="en-US"/>
              <a:t>Click icon to add picture</a:t>
            </a:r>
            <a:endParaRPr lang="en-US" dirty="0"/>
          </a:p>
        </p:txBody>
      </p:sp>
    </p:spTree>
    <p:extLst>
      <p:ext uri="{BB962C8B-B14F-4D97-AF65-F5344CB8AC3E}">
        <p14:creationId xmlns:p14="http://schemas.microsoft.com/office/powerpoint/2010/main" val="41494698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5_Custom Layout">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0729B41-53A1-4BDC-BF75-A9E553C70D89}"/>
              </a:ext>
            </a:extLst>
          </p:cNvPr>
          <p:cNvSpPr/>
          <p:nvPr/>
        </p:nvSpPr>
        <p:spPr>
          <a:xfrm>
            <a:off x="-16640" y="0"/>
            <a:ext cx="1137043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38200" y="365127"/>
            <a:ext cx="7634288" cy="1325563"/>
          </a:xfrm>
        </p:spPr>
        <p:txBody>
          <a:bodyPr>
            <a:normAutofit/>
          </a:bodyPr>
          <a:lstStyle>
            <a:lvl1pPr>
              <a:defRPr sz="4500" b="1">
                <a:solidFill>
                  <a:schemeClr val="bg1"/>
                </a:solidFill>
                <a:latin typeface="+mj-lt"/>
              </a:defRPr>
            </a:lvl1pPr>
          </a:lstStyle>
          <a:p>
            <a:r>
              <a:rPr lang="en-US" dirty="0"/>
              <a:t>Section Header</a:t>
            </a:r>
          </a:p>
        </p:txBody>
      </p:sp>
      <p:sp>
        <p:nvSpPr>
          <p:cNvPr id="4" name="Text Placeholder 3">
            <a:extLst>
              <a:ext uri="{FF2B5EF4-FFF2-40B4-BE49-F238E27FC236}">
                <a16:creationId xmlns:a16="http://schemas.microsoft.com/office/drawing/2014/main" id="{D3710961-EE19-42C5-8B1B-B6C986226248}"/>
              </a:ext>
            </a:extLst>
          </p:cNvPr>
          <p:cNvSpPr>
            <a:spLocks noGrp="1"/>
          </p:cNvSpPr>
          <p:nvPr>
            <p:ph type="body" sz="quarter" idx="10" hasCustomPrompt="1"/>
          </p:nvPr>
        </p:nvSpPr>
        <p:spPr>
          <a:xfrm>
            <a:off x="8530361" y="4719574"/>
            <a:ext cx="2489200" cy="3124200"/>
          </a:xfrm>
        </p:spPr>
        <p:txBody>
          <a:bodyPr tIns="0" bIns="0" anchor="b">
            <a:noAutofit/>
          </a:bodyPr>
          <a:lstStyle>
            <a:lvl1pPr marL="0" indent="0" algn="r">
              <a:buNone/>
              <a:defRPr sz="22500">
                <a:solidFill>
                  <a:schemeClr val="bg1">
                    <a:alpha val="20000"/>
                  </a:schemeClr>
                </a:solidFill>
                <a:latin typeface="+mj-lt"/>
                <a:cs typeface="Arial" panose="020B0604020202020204" pitchFamily="34" charset="0"/>
              </a:defRPr>
            </a:lvl1pPr>
          </a:lstStyle>
          <a:p>
            <a:pPr lvl="0"/>
            <a:r>
              <a:rPr lang="en-US" dirty="0"/>
              <a:t>1</a:t>
            </a:r>
          </a:p>
        </p:txBody>
      </p:sp>
    </p:spTree>
    <p:extLst>
      <p:ext uri="{BB962C8B-B14F-4D97-AF65-F5344CB8AC3E}">
        <p14:creationId xmlns:p14="http://schemas.microsoft.com/office/powerpoint/2010/main" val="18537175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6_Custom Layout">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0729B41-53A1-4BDC-BF75-A9E553C70D89}"/>
              </a:ext>
            </a:extLst>
          </p:cNvPr>
          <p:cNvSpPr/>
          <p:nvPr/>
        </p:nvSpPr>
        <p:spPr>
          <a:xfrm>
            <a:off x="5831842" y="0"/>
            <a:ext cx="552195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38200" y="771525"/>
            <a:ext cx="4699000" cy="1694180"/>
          </a:xfrm>
        </p:spPr>
        <p:txBody>
          <a:bodyPr lIns="0" anchor="t">
            <a:noAutofit/>
          </a:bodyPr>
          <a:lstStyle>
            <a:lvl1pPr>
              <a:defRPr sz="4950" b="1">
                <a:solidFill>
                  <a:schemeClr val="tx2"/>
                </a:solidFill>
                <a:latin typeface="+mj-lt"/>
              </a:defRPr>
            </a:lvl1pPr>
          </a:lstStyle>
          <a:p>
            <a:r>
              <a:rPr lang="en-US" dirty="0"/>
              <a:t>Section </a:t>
            </a:r>
            <a:br>
              <a:rPr lang="en-US" dirty="0"/>
            </a:br>
            <a:r>
              <a:rPr lang="en-US" dirty="0"/>
              <a:t>Header</a:t>
            </a:r>
          </a:p>
        </p:txBody>
      </p:sp>
      <p:sp>
        <p:nvSpPr>
          <p:cNvPr id="18" name="Text Placeholder 3">
            <a:extLst>
              <a:ext uri="{FF2B5EF4-FFF2-40B4-BE49-F238E27FC236}">
                <a16:creationId xmlns:a16="http://schemas.microsoft.com/office/drawing/2014/main" id="{6E820AC0-D6D8-48F9-9D9F-A17400A404BB}"/>
              </a:ext>
            </a:extLst>
          </p:cNvPr>
          <p:cNvSpPr>
            <a:spLocks noGrp="1"/>
          </p:cNvSpPr>
          <p:nvPr>
            <p:ph type="body" sz="quarter" idx="10" hasCustomPrompt="1"/>
          </p:nvPr>
        </p:nvSpPr>
        <p:spPr>
          <a:xfrm>
            <a:off x="8530361" y="4554447"/>
            <a:ext cx="2489200" cy="3124198"/>
          </a:xfrm>
        </p:spPr>
        <p:txBody>
          <a:bodyPr bIns="0" anchor="b">
            <a:noAutofit/>
          </a:bodyPr>
          <a:lstStyle>
            <a:lvl1pPr marL="0" indent="0" algn="r">
              <a:buNone/>
              <a:defRPr sz="18750">
                <a:solidFill>
                  <a:schemeClr val="bg1">
                    <a:alpha val="20000"/>
                  </a:schemeClr>
                </a:solidFill>
                <a:latin typeface="+mj-lt"/>
                <a:cs typeface="Arial" panose="020B0604020202020204" pitchFamily="34" charset="0"/>
              </a:defRPr>
            </a:lvl1pPr>
          </a:lstStyle>
          <a:p>
            <a:pPr lvl="0"/>
            <a:r>
              <a:rPr lang="en-US" dirty="0"/>
              <a:t>2</a:t>
            </a:r>
          </a:p>
        </p:txBody>
      </p:sp>
    </p:spTree>
    <p:extLst>
      <p:ext uri="{BB962C8B-B14F-4D97-AF65-F5344CB8AC3E}">
        <p14:creationId xmlns:p14="http://schemas.microsoft.com/office/powerpoint/2010/main" val="1150449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7_Custom Layout">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0729B41-53A1-4BDC-BF75-A9E553C70D89}"/>
              </a:ext>
            </a:extLst>
          </p:cNvPr>
          <p:cNvSpPr/>
          <p:nvPr/>
        </p:nvSpPr>
        <p:spPr>
          <a:xfrm>
            <a:off x="1" y="0"/>
            <a:ext cx="705612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38200" y="771525"/>
            <a:ext cx="5257800" cy="1694180"/>
          </a:xfrm>
        </p:spPr>
        <p:txBody>
          <a:bodyPr lIns="0" anchor="t">
            <a:normAutofit/>
          </a:bodyPr>
          <a:lstStyle>
            <a:lvl1pPr>
              <a:defRPr sz="4500" b="1">
                <a:solidFill>
                  <a:schemeClr val="bg1"/>
                </a:solidFill>
                <a:latin typeface="+mj-lt"/>
              </a:defRPr>
            </a:lvl1pPr>
          </a:lstStyle>
          <a:p>
            <a:r>
              <a:rPr lang="en-US" dirty="0"/>
              <a:t>Section Header</a:t>
            </a:r>
          </a:p>
        </p:txBody>
      </p:sp>
      <p:sp>
        <p:nvSpPr>
          <p:cNvPr id="18" name="Text Placeholder 3">
            <a:extLst>
              <a:ext uri="{FF2B5EF4-FFF2-40B4-BE49-F238E27FC236}">
                <a16:creationId xmlns:a16="http://schemas.microsoft.com/office/drawing/2014/main" id="{88BD7D8D-4534-4674-90CD-5444E7502E2A}"/>
              </a:ext>
            </a:extLst>
          </p:cNvPr>
          <p:cNvSpPr>
            <a:spLocks noGrp="1"/>
          </p:cNvSpPr>
          <p:nvPr>
            <p:ph type="body" sz="quarter" idx="10" hasCustomPrompt="1"/>
          </p:nvPr>
        </p:nvSpPr>
        <p:spPr>
          <a:xfrm>
            <a:off x="9502636" y="4463007"/>
            <a:ext cx="2489200" cy="3124198"/>
          </a:xfrm>
        </p:spPr>
        <p:txBody>
          <a:bodyPr bIns="0" anchor="b">
            <a:noAutofit/>
          </a:bodyPr>
          <a:lstStyle>
            <a:lvl1pPr marL="0" indent="0" algn="r">
              <a:buNone/>
              <a:defRPr sz="18750">
                <a:solidFill>
                  <a:schemeClr val="bg1">
                    <a:lumMod val="85000"/>
                    <a:alpha val="20000"/>
                  </a:schemeClr>
                </a:solidFill>
                <a:latin typeface="+mj-lt"/>
                <a:cs typeface="Arial" panose="020B0604020202020204" pitchFamily="34" charset="0"/>
              </a:defRPr>
            </a:lvl1pPr>
          </a:lstStyle>
          <a:p>
            <a:pPr lvl="0"/>
            <a:r>
              <a:rPr lang="en-US" dirty="0"/>
              <a:t>#</a:t>
            </a:r>
          </a:p>
        </p:txBody>
      </p:sp>
    </p:spTree>
    <p:extLst>
      <p:ext uri="{BB962C8B-B14F-4D97-AF65-F5344CB8AC3E}">
        <p14:creationId xmlns:p14="http://schemas.microsoft.com/office/powerpoint/2010/main" val="37696021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8_Custom Layout">
    <p:bg>
      <p:bgPr>
        <a:solidFill>
          <a:schemeClr val="bg1"/>
        </a:solidFill>
        <a:effectLst/>
      </p:bgPr>
    </p:bg>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FC75DEA4-0A76-480D-A95E-49B8E0DD9749}"/>
              </a:ext>
            </a:extLst>
          </p:cNvPr>
          <p:cNvSpPr>
            <a:spLocks noGrp="1"/>
          </p:cNvSpPr>
          <p:nvPr>
            <p:ph type="body" sz="quarter" idx="10" hasCustomPrompt="1"/>
          </p:nvPr>
        </p:nvSpPr>
        <p:spPr>
          <a:xfrm>
            <a:off x="7335647" y="3145492"/>
            <a:ext cx="2489200" cy="3124198"/>
          </a:xfrm>
        </p:spPr>
        <p:txBody>
          <a:bodyPr bIns="0" anchor="b">
            <a:noAutofit/>
          </a:bodyPr>
          <a:lstStyle>
            <a:lvl1pPr marL="0" indent="0" algn="l">
              <a:buNone/>
              <a:defRPr sz="18750">
                <a:solidFill>
                  <a:srgbClr val="5DAAB0">
                    <a:alpha val="20000"/>
                  </a:srgbClr>
                </a:solidFill>
                <a:latin typeface="+mj-lt"/>
                <a:cs typeface="Arial" panose="020B0604020202020204" pitchFamily="34" charset="0"/>
              </a:defRPr>
            </a:lvl1pPr>
          </a:lstStyle>
          <a:p>
            <a:pPr lvl="0"/>
            <a:r>
              <a:rPr lang="en-US" dirty="0"/>
              <a:t>#</a:t>
            </a:r>
          </a:p>
        </p:txBody>
      </p:sp>
      <p:sp>
        <p:nvSpPr>
          <p:cNvPr id="16" name="Rectangle 15">
            <a:extLst>
              <a:ext uri="{FF2B5EF4-FFF2-40B4-BE49-F238E27FC236}">
                <a16:creationId xmlns:a16="http://schemas.microsoft.com/office/drawing/2014/main" id="{E0729B41-53A1-4BDC-BF75-A9E553C70D89}"/>
              </a:ext>
            </a:extLst>
          </p:cNvPr>
          <p:cNvSpPr/>
          <p:nvPr/>
        </p:nvSpPr>
        <p:spPr>
          <a:xfrm>
            <a:off x="1" y="1394372"/>
            <a:ext cx="7056121" cy="406926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22960" y="1934210"/>
            <a:ext cx="5273040" cy="1694180"/>
          </a:xfrm>
        </p:spPr>
        <p:txBody>
          <a:bodyPr lIns="0" anchor="t">
            <a:normAutofit/>
          </a:bodyPr>
          <a:lstStyle>
            <a:lvl1pPr>
              <a:defRPr sz="4500" b="1">
                <a:solidFill>
                  <a:schemeClr val="bg1"/>
                </a:solidFill>
                <a:latin typeface="+mj-lt"/>
              </a:defRPr>
            </a:lvl1pPr>
          </a:lstStyle>
          <a:p>
            <a:r>
              <a:rPr lang="en-US" dirty="0"/>
              <a:t>Section Header</a:t>
            </a:r>
          </a:p>
        </p:txBody>
      </p:sp>
    </p:spTree>
    <p:extLst>
      <p:ext uri="{BB962C8B-B14F-4D97-AF65-F5344CB8AC3E}">
        <p14:creationId xmlns:p14="http://schemas.microsoft.com/office/powerpoint/2010/main" val="25742512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9_Custom Layout">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0729B41-53A1-4BDC-BF75-A9E553C70D89}"/>
              </a:ext>
            </a:extLst>
          </p:cNvPr>
          <p:cNvSpPr/>
          <p:nvPr/>
        </p:nvSpPr>
        <p:spPr>
          <a:xfrm>
            <a:off x="-16640" y="1"/>
            <a:ext cx="12208639" cy="49072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D7C2A57E-453E-4CB0-8392-79C88345290A}"/>
              </a:ext>
            </a:extLst>
          </p:cNvPr>
          <p:cNvSpPr>
            <a:spLocks noGrp="1"/>
          </p:cNvSpPr>
          <p:nvPr>
            <p:ph type="title" hasCustomPrompt="1"/>
          </p:nvPr>
        </p:nvSpPr>
        <p:spPr>
          <a:xfrm>
            <a:off x="822961" y="2691447"/>
            <a:ext cx="6272321" cy="1694180"/>
          </a:xfrm>
        </p:spPr>
        <p:txBody>
          <a:bodyPr lIns="0" anchor="b">
            <a:noAutofit/>
          </a:bodyPr>
          <a:lstStyle>
            <a:lvl1pPr algn="l">
              <a:defRPr sz="4950" b="1">
                <a:solidFill>
                  <a:schemeClr val="bg1"/>
                </a:solidFill>
                <a:latin typeface="+mj-lt"/>
              </a:defRPr>
            </a:lvl1pPr>
          </a:lstStyle>
          <a:p>
            <a:r>
              <a:rPr lang="en-US" dirty="0"/>
              <a:t>Section Header</a:t>
            </a:r>
          </a:p>
        </p:txBody>
      </p:sp>
      <p:sp>
        <p:nvSpPr>
          <p:cNvPr id="19" name="Text Placeholder 3">
            <a:extLst>
              <a:ext uri="{FF2B5EF4-FFF2-40B4-BE49-F238E27FC236}">
                <a16:creationId xmlns:a16="http://schemas.microsoft.com/office/drawing/2014/main" id="{7A110188-91CF-42CE-9B0F-643DB15F9D8E}"/>
              </a:ext>
            </a:extLst>
          </p:cNvPr>
          <p:cNvSpPr>
            <a:spLocks noGrp="1"/>
          </p:cNvSpPr>
          <p:nvPr>
            <p:ph type="body" sz="quarter" idx="10" hasCustomPrompt="1"/>
          </p:nvPr>
        </p:nvSpPr>
        <p:spPr>
          <a:xfrm>
            <a:off x="7591827" y="2613057"/>
            <a:ext cx="2489200" cy="3124198"/>
          </a:xfrm>
        </p:spPr>
        <p:txBody>
          <a:bodyPr bIns="0" anchor="b">
            <a:noAutofit/>
          </a:bodyPr>
          <a:lstStyle>
            <a:lvl1pPr marL="0" indent="0" algn="l">
              <a:buNone/>
              <a:defRPr sz="18750">
                <a:solidFill>
                  <a:srgbClr val="3B7579"/>
                </a:solidFill>
                <a:latin typeface="+mj-lt"/>
                <a:cs typeface="Arial" panose="020B0604020202020204" pitchFamily="34" charset="0"/>
              </a:defRPr>
            </a:lvl1pPr>
          </a:lstStyle>
          <a:p>
            <a:pPr lvl="0"/>
            <a:r>
              <a:rPr lang="en-US" dirty="0"/>
              <a:t>#</a:t>
            </a:r>
          </a:p>
        </p:txBody>
      </p:sp>
    </p:spTree>
    <p:extLst>
      <p:ext uri="{BB962C8B-B14F-4D97-AF65-F5344CB8AC3E}">
        <p14:creationId xmlns:p14="http://schemas.microsoft.com/office/powerpoint/2010/main" val="7078937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15440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Imag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0DB138-926E-4EF2-BFC2-93D610E35703}"/>
              </a:ext>
            </a:extLst>
          </p:cNvPr>
          <p:cNvSpPr/>
          <p:nvPr/>
        </p:nvSpPr>
        <p:spPr>
          <a:xfrm>
            <a:off x="6134101" y="2"/>
            <a:ext cx="6057900" cy="6857995"/>
          </a:xfrm>
          <a:prstGeom prst="rect">
            <a:avLst/>
          </a:prstGeom>
          <a:solidFill>
            <a:schemeClr val="accent2">
              <a:alpha val="99000"/>
            </a:schemeClr>
          </a:solidFill>
        </p:spPr>
        <p:txBody>
          <a:bodyPr vert="horz" lIns="972000" tIns="34290" rIns="324000" bIns="34290" rtlCol="0" anchor="ctr">
            <a:normAutofit/>
          </a:bodyPr>
          <a:lstStyle/>
          <a:p>
            <a:pPr lvl="0" indent="0">
              <a:lnSpc>
                <a:spcPct val="100000"/>
              </a:lnSpc>
              <a:spcBef>
                <a:spcPts val="750"/>
              </a:spcBef>
              <a:buFontTx/>
              <a:buNone/>
            </a:pPr>
            <a:endParaRPr lang="en-US" sz="1050" b="0" i="0" spc="0" noProof="0" dirty="0">
              <a:solidFill>
                <a:schemeClr val="tx2"/>
              </a:solidFill>
              <a:latin typeface="+mn-lt"/>
              <a:cs typeface="Arial" panose="020B0604020202020204" pitchFamily="34" charset="0"/>
            </a:endParaRPr>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841058" y="1100290"/>
            <a:ext cx="4008437" cy="1395208"/>
          </a:xfrm>
        </p:spPr>
        <p:txBody>
          <a:bodyPr lIns="0" anchor="b"/>
          <a:lstStyle>
            <a:lvl1pPr>
              <a:defRPr b="1">
                <a:latin typeface="+mj-lt"/>
              </a:defRPr>
            </a:lvl1pPr>
          </a:lstStyle>
          <a:p>
            <a:r>
              <a:rPr lang="en-US" noProof="0"/>
              <a:t>Click to Add Slide Title Here</a:t>
            </a:r>
          </a:p>
        </p:txBody>
      </p:sp>
      <p:sp>
        <p:nvSpPr>
          <p:cNvPr id="17" name="Text Placeholder 11">
            <a:extLst>
              <a:ext uri="{FF2B5EF4-FFF2-40B4-BE49-F238E27FC236}">
                <a16:creationId xmlns:a16="http://schemas.microsoft.com/office/drawing/2014/main" id="{6CAA743B-32D9-CE44-9E46-D38DB57EFACE}"/>
              </a:ext>
            </a:extLst>
          </p:cNvPr>
          <p:cNvSpPr>
            <a:spLocks noGrp="1"/>
          </p:cNvSpPr>
          <p:nvPr>
            <p:ph type="body" sz="quarter" idx="12" hasCustomPrompt="1"/>
          </p:nvPr>
        </p:nvSpPr>
        <p:spPr>
          <a:xfrm>
            <a:off x="841059" y="2561161"/>
            <a:ext cx="4008437" cy="602887"/>
          </a:xfrm>
        </p:spPr>
        <p:txBody>
          <a:bodyPr lIns="0" anchor="t">
            <a:normAutofit/>
          </a:bodyPr>
          <a:lstStyle>
            <a:lvl1pPr marL="0" indent="0">
              <a:buNone/>
              <a:defRPr sz="1050" spc="225">
                <a:solidFill>
                  <a:schemeClr val="tx2"/>
                </a:solidFill>
              </a:defRPr>
            </a:lvl1pPr>
            <a:lvl2pPr>
              <a:defRPr sz="825">
                <a:solidFill>
                  <a:schemeClr val="tx2"/>
                </a:solidFill>
              </a:defRPr>
            </a:lvl2pPr>
            <a:lvl3pPr>
              <a:defRPr sz="788">
                <a:solidFill>
                  <a:schemeClr val="tx2"/>
                </a:solidFill>
              </a:defRPr>
            </a:lvl3pPr>
            <a:lvl4pPr>
              <a:defRPr sz="750">
                <a:solidFill>
                  <a:schemeClr val="tx2"/>
                </a:solidFill>
              </a:defRPr>
            </a:lvl4pPr>
            <a:lvl5pPr>
              <a:defRPr sz="750">
                <a:solidFill>
                  <a:schemeClr val="tx2"/>
                </a:solidFill>
              </a:defRPr>
            </a:lvl5pPr>
          </a:lstStyle>
          <a:p>
            <a:pPr lvl="0"/>
            <a:r>
              <a:rPr lang="en-US" noProof="0"/>
              <a:t>SUBTITLE HERE</a:t>
            </a:r>
          </a:p>
        </p:txBody>
      </p:sp>
      <p:sp>
        <p:nvSpPr>
          <p:cNvPr id="5" name="Shape 62">
            <a:extLst>
              <a:ext uri="{FF2B5EF4-FFF2-40B4-BE49-F238E27FC236}">
                <a16:creationId xmlns:a16="http://schemas.microsoft.com/office/drawing/2014/main" id="{00B58E1E-3AD1-467A-94AA-6578BE4756A3}"/>
              </a:ext>
            </a:extLst>
          </p:cNvPr>
          <p:cNvSpPr/>
          <p:nvPr/>
        </p:nvSpPr>
        <p:spPr>
          <a:xfrm rot="16200000" flipV="1">
            <a:off x="965155" y="18292"/>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lang="en-US" sz="1125" noProof="0" dirty="0"/>
          </a:p>
        </p:txBody>
      </p:sp>
      <p:sp>
        <p:nvSpPr>
          <p:cNvPr id="6" name="Picture Placeholder 5">
            <a:extLst>
              <a:ext uri="{FF2B5EF4-FFF2-40B4-BE49-F238E27FC236}">
                <a16:creationId xmlns:a16="http://schemas.microsoft.com/office/drawing/2014/main" id="{8C7AA169-6546-4620-BD7B-7B36553C28F7}"/>
              </a:ext>
            </a:extLst>
          </p:cNvPr>
          <p:cNvSpPr>
            <a:spLocks noGrp="1"/>
          </p:cNvSpPr>
          <p:nvPr>
            <p:ph type="pic" sz="quarter" idx="13"/>
          </p:nvPr>
        </p:nvSpPr>
        <p:spPr>
          <a:xfrm>
            <a:off x="6687423" y="1038726"/>
            <a:ext cx="804759" cy="804759"/>
          </a:xfrm>
          <a:prstGeom prst="ellipse">
            <a:avLst/>
          </a:prstGeom>
          <a:solidFill>
            <a:schemeClr val="bg1"/>
          </a:solidFill>
          <a:ln w="38100">
            <a:solidFill>
              <a:schemeClr val="bg1"/>
            </a:solidFill>
          </a:ln>
        </p:spPr>
        <p:txBody>
          <a:bodyPr>
            <a:normAutofit/>
          </a:bodyPr>
          <a:lstStyle>
            <a:lvl1pPr>
              <a:defRPr sz="600">
                <a:latin typeface="+mn-lt"/>
              </a:defRPr>
            </a:lvl1pPr>
          </a:lstStyle>
          <a:p>
            <a:r>
              <a:rPr lang="en-US" noProof="0"/>
              <a:t>Click icon to add picture</a:t>
            </a:r>
            <a:endParaRPr lang="en-US" noProof="0" dirty="0"/>
          </a:p>
        </p:txBody>
      </p:sp>
      <p:sp>
        <p:nvSpPr>
          <p:cNvPr id="11" name="Picture Placeholder 5">
            <a:extLst>
              <a:ext uri="{FF2B5EF4-FFF2-40B4-BE49-F238E27FC236}">
                <a16:creationId xmlns:a16="http://schemas.microsoft.com/office/drawing/2014/main" id="{CE9C16DA-A24B-4516-BCC8-C747730478D8}"/>
              </a:ext>
            </a:extLst>
          </p:cNvPr>
          <p:cNvSpPr>
            <a:spLocks noGrp="1"/>
          </p:cNvSpPr>
          <p:nvPr>
            <p:ph type="pic" sz="quarter" idx="14"/>
          </p:nvPr>
        </p:nvSpPr>
        <p:spPr>
          <a:xfrm>
            <a:off x="6687423" y="2330237"/>
            <a:ext cx="804759" cy="804759"/>
          </a:xfrm>
          <a:prstGeom prst="ellipse">
            <a:avLst/>
          </a:prstGeom>
          <a:solidFill>
            <a:schemeClr val="bg1"/>
          </a:solidFill>
          <a:ln w="38100">
            <a:solidFill>
              <a:schemeClr val="bg1"/>
            </a:solidFill>
          </a:ln>
        </p:spPr>
        <p:txBody>
          <a:bodyPr vert="horz" lIns="91440" tIns="45720" rIns="91440" bIns="45720" rtlCol="0">
            <a:normAutofit/>
          </a:bodyPr>
          <a:lstStyle>
            <a:lvl1pPr>
              <a:defRPr lang="en-US" sz="600" dirty="0">
                <a:latin typeface="+mn-lt"/>
              </a:defRPr>
            </a:lvl1pPr>
          </a:lstStyle>
          <a:p>
            <a:pPr lvl="0"/>
            <a:r>
              <a:rPr lang="en-US" noProof="0"/>
              <a:t>Click icon to add picture</a:t>
            </a:r>
            <a:endParaRPr lang="en-US" noProof="0" dirty="0"/>
          </a:p>
        </p:txBody>
      </p:sp>
      <p:sp>
        <p:nvSpPr>
          <p:cNvPr id="13" name="Picture Placeholder 5">
            <a:extLst>
              <a:ext uri="{FF2B5EF4-FFF2-40B4-BE49-F238E27FC236}">
                <a16:creationId xmlns:a16="http://schemas.microsoft.com/office/drawing/2014/main" id="{A498122E-BB6F-4765-B85E-6410B9CE17AC}"/>
              </a:ext>
            </a:extLst>
          </p:cNvPr>
          <p:cNvSpPr>
            <a:spLocks noGrp="1"/>
          </p:cNvSpPr>
          <p:nvPr>
            <p:ph type="pic" sz="quarter" idx="15"/>
          </p:nvPr>
        </p:nvSpPr>
        <p:spPr>
          <a:xfrm>
            <a:off x="6687423" y="3621748"/>
            <a:ext cx="804759" cy="804759"/>
          </a:xfrm>
          <a:prstGeom prst="ellipse">
            <a:avLst/>
          </a:prstGeom>
          <a:solidFill>
            <a:schemeClr val="bg1"/>
          </a:solidFill>
          <a:ln w="38100">
            <a:solidFill>
              <a:schemeClr val="bg1"/>
            </a:solidFill>
          </a:ln>
        </p:spPr>
        <p:txBody>
          <a:bodyPr vert="horz" lIns="91440" tIns="45720" rIns="91440" bIns="45720" rtlCol="0">
            <a:normAutofit/>
          </a:bodyPr>
          <a:lstStyle>
            <a:lvl1pPr>
              <a:defRPr lang="en-US" sz="600" dirty="0">
                <a:latin typeface="+mn-lt"/>
              </a:defRPr>
            </a:lvl1pPr>
          </a:lstStyle>
          <a:p>
            <a:pPr lvl="0"/>
            <a:r>
              <a:rPr lang="en-US" noProof="0"/>
              <a:t>Click icon to add picture</a:t>
            </a:r>
            <a:endParaRPr lang="en-US" noProof="0" dirty="0"/>
          </a:p>
        </p:txBody>
      </p:sp>
      <p:sp>
        <p:nvSpPr>
          <p:cNvPr id="14" name="Picture Placeholder 5">
            <a:extLst>
              <a:ext uri="{FF2B5EF4-FFF2-40B4-BE49-F238E27FC236}">
                <a16:creationId xmlns:a16="http://schemas.microsoft.com/office/drawing/2014/main" id="{D19B2F25-5E98-4166-8476-BE599D16121D}"/>
              </a:ext>
            </a:extLst>
          </p:cNvPr>
          <p:cNvSpPr>
            <a:spLocks noGrp="1"/>
          </p:cNvSpPr>
          <p:nvPr>
            <p:ph type="pic" sz="quarter" idx="16"/>
          </p:nvPr>
        </p:nvSpPr>
        <p:spPr>
          <a:xfrm>
            <a:off x="6687423" y="4913259"/>
            <a:ext cx="804759" cy="804759"/>
          </a:xfrm>
          <a:prstGeom prst="ellipse">
            <a:avLst/>
          </a:prstGeom>
          <a:solidFill>
            <a:schemeClr val="bg1"/>
          </a:solidFill>
          <a:ln w="38100">
            <a:solidFill>
              <a:schemeClr val="bg1"/>
            </a:solidFill>
          </a:ln>
        </p:spPr>
        <p:txBody>
          <a:bodyPr vert="horz" lIns="91440" tIns="45720" rIns="91440" bIns="45720" rtlCol="0">
            <a:normAutofit/>
          </a:bodyPr>
          <a:lstStyle>
            <a:lvl1pPr>
              <a:defRPr lang="en-US" sz="600" dirty="0">
                <a:latin typeface="+mn-lt"/>
              </a:defRPr>
            </a:lvl1pPr>
          </a:lstStyle>
          <a:p>
            <a:pPr lvl="0"/>
            <a:r>
              <a:rPr lang="en-US" noProof="0"/>
              <a:t>Click icon to add picture</a:t>
            </a:r>
            <a:endParaRPr lang="en-US"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7718323" y="1074809"/>
            <a:ext cx="3977648" cy="731694"/>
          </a:xfrm>
        </p:spPr>
        <p:txBody>
          <a:bodyPr anchor="ctr">
            <a:normAutofit/>
          </a:bodyPr>
          <a:lstStyle>
            <a:lvl1pPr marL="0" indent="0">
              <a:buNone/>
              <a:defRPr sz="1050">
                <a:latin typeface="+mn-lt"/>
              </a:defRPr>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7718323" y="2365537"/>
            <a:ext cx="3977648" cy="731694"/>
          </a:xfrm>
        </p:spPr>
        <p:txBody>
          <a:bodyPr anchor="ctr">
            <a:normAutofit/>
          </a:bodyPr>
          <a:lstStyle>
            <a:lvl1pPr marL="0" indent="0">
              <a:buNone/>
              <a:defRPr sz="1050">
                <a:latin typeface="+mn-lt"/>
              </a:defRPr>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7718323" y="3656265"/>
            <a:ext cx="3977648" cy="731694"/>
          </a:xfrm>
        </p:spPr>
        <p:txBody>
          <a:bodyPr anchor="ctr">
            <a:normAutofit/>
          </a:bodyPr>
          <a:lstStyle>
            <a:lvl1pPr marL="0" indent="0">
              <a:buNone/>
              <a:defRPr sz="1050">
                <a:latin typeface="+mn-lt"/>
              </a:defRPr>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7718323" y="4946994"/>
            <a:ext cx="3977648" cy="731694"/>
          </a:xfrm>
        </p:spPr>
        <p:txBody>
          <a:bodyPr anchor="ctr">
            <a:normAutofit/>
          </a:bodyPr>
          <a:lstStyle>
            <a:lvl1pPr marL="0" indent="0">
              <a:buNone/>
              <a:defRPr sz="1050">
                <a:latin typeface="+mn-lt"/>
              </a:defRPr>
            </a:lvl1pPr>
          </a:lstStyle>
          <a:p>
            <a:pPr lvl="0"/>
            <a:r>
              <a:rPr lang="en-US" noProof="0"/>
              <a:t>Click to edit Master text styles</a:t>
            </a:r>
          </a:p>
        </p:txBody>
      </p:sp>
      <p:sp>
        <p:nvSpPr>
          <p:cNvPr id="20"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838201" y="3278530"/>
            <a:ext cx="4008439" cy="2560899"/>
          </a:xfrm>
        </p:spPr>
        <p:txBody>
          <a:bodyPr lIns="0">
            <a:noAutofit/>
          </a:bodyPr>
          <a:lstStyle>
            <a:lvl1pPr marL="0" indent="0">
              <a:lnSpc>
                <a:spcPct val="100000"/>
              </a:lnSpc>
              <a:buNone/>
              <a:defRPr sz="1050">
                <a:latin typeface="+mn-lt"/>
                <a:cs typeface="Arial" panose="020B0604020202020204" pitchFamily="34" charset="0"/>
              </a:defRPr>
            </a:lvl1pPr>
          </a:lstStyle>
          <a:p>
            <a:pPr lvl="0"/>
            <a:r>
              <a:rPr lang="en-US" noProof="0"/>
              <a:t>Click to edit Master text styles</a:t>
            </a:r>
          </a:p>
        </p:txBody>
      </p:sp>
    </p:spTree>
    <p:extLst>
      <p:ext uri="{BB962C8B-B14F-4D97-AF65-F5344CB8AC3E}">
        <p14:creationId xmlns:p14="http://schemas.microsoft.com/office/powerpoint/2010/main" val="3080203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52"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3_Imag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0DB138-926E-4EF2-BFC2-93D610E35703}"/>
              </a:ext>
            </a:extLst>
          </p:cNvPr>
          <p:cNvSpPr/>
          <p:nvPr/>
        </p:nvSpPr>
        <p:spPr>
          <a:xfrm>
            <a:off x="1" y="2"/>
            <a:ext cx="6057900" cy="6857995"/>
          </a:xfrm>
          <a:prstGeom prst="rect">
            <a:avLst/>
          </a:prstGeom>
          <a:solidFill>
            <a:schemeClr val="accent2"/>
          </a:solidFill>
        </p:spPr>
        <p:txBody>
          <a:bodyPr vert="horz" lIns="972000" tIns="34290" rIns="324000" bIns="34290" rtlCol="0" anchor="ctr">
            <a:normAutofit/>
          </a:bodyPr>
          <a:lstStyle/>
          <a:p>
            <a:pPr lvl="0" indent="0">
              <a:lnSpc>
                <a:spcPct val="100000"/>
              </a:lnSpc>
              <a:spcBef>
                <a:spcPts val="750"/>
              </a:spcBef>
              <a:buFontTx/>
              <a:buNone/>
            </a:pPr>
            <a:endParaRPr lang="en-US" sz="1050" b="0" i="0" spc="0" noProof="0" dirty="0">
              <a:solidFill>
                <a:schemeClr val="tx2"/>
              </a:solidFill>
              <a:latin typeface="Arial" panose="020B0604020202020204" pitchFamily="34" charset="0"/>
              <a:cs typeface="Arial" panose="020B0604020202020204" pitchFamily="34" charset="0"/>
            </a:endParaRPr>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841058" y="1100290"/>
            <a:ext cx="4008437" cy="1395208"/>
          </a:xfrm>
        </p:spPr>
        <p:txBody>
          <a:bodyPr lIns="0" anchor="b"/>
          <a:lstStyle>
            <a:lvl1pPr>
              <a:defRPr b="1">
                <a:latin typeface="+mj-lt"/>
              </a:defRPr>
            </a:lvl1pPr>
          </a:lstStyle>
          <a:p>
            <a:r>
              <a:rPr lang="en-US" noProof="0"/>
              <a:t>Click to Add Slide Title Here</a:t>
            </a:r>
          </a:p>
        </p:txBody>
      </p:sp>
      <p:sp>
        <p:nvSpPr>
          <p:cNvPr id="17" name="Text Placeholder 11">
            <a:extLst>
              <a:ext uri="{FF2B5EF4-FFF2-40B4-BE49-F238E27FC236}">
                <a16:creationId xmlns:a16="http://schemas.microsoft.com/office/drawing/2014/main" id="{6CAA743B-32D9-CE44-9E46-D38DB57EFACE}"/>
              </a:ext>
            </a:extLst>
          </p:cNvPr>
          <p:cNvSpPr>
            <a:spLocks noGrp="1"/>
          </p:cNvSpPr>
          <p:nvPr>
            <p:ph type="body" sz="quarter" idx="12" hasCustomPrompt="1"/>
          </p:nvPr>
        </p:nvSpPr>
        <p:spPr>
          <a:xfrm>
            <a:off x="841059" y="2561161"/>
            <a:ext cx="4008437" cy="602887"/>
          </a:xfrm>
        </p:spPr>
        <p:txBody>
          <a:bodyPr lIns="0" anchor="t">
            <a:normAutofit/>
          </a:bodyPr>
          <a:lstStyle>
            <a:lvl1pPr marL="0" indent="0">
              <a:buNone/>
              <a:defRPr sz="1050" spc="225">
                <a:solidFill>
                  <a:schemeClr val="tx2"/>
                </a:solidFill>
              </a:defRPr>
            </a:lvl1pPr>
            <a:lvl2pPr>
              <a:defRPr sz="825">
                <a:solidFill>
                  <a:schemeClr val="tx2"/>
                </a:solidFill>
              </a:defRPr>
            </a:lvl2pPr>
            <a:lvl3pPr>
              <a:defRPr sz="788">
                <a:solidFill>
                  <a:schemeClr val="tx2"/>
                </a:solidFill>
              </a:defRPr>
            </a:lvl3pPr>
            <a:lvl4pPr>
              <a:defRPr sz="750">
                <a:solidFill>
                  <a:schemeClr val="tx2"/>
                </a:solidFill>
              </a:defRPr>
            </a:lvl4pPr>
            <a:lvl5pPr>
              <a:defRPr sz="750">
                <a:solidFill>
                  <a:schemeClr val="tx2"/>
                </a:solidFill>
              </a:defRPr>
            </a:lvl5pPr>
          </a:lstStyle>
          <a:p>
            <a:pPr lvl="0"/>
            <a:r>
              <a:rPr lang="en-US" noProof="0"/>
              <a:t>SUBTITLE HERE</a:t>
            </a:r>
          </a:p>
        </p:txBody>
      </p:sp>
      <p:sp>
        <p:nvSpPr>
          <p:cNvPr id="5" name="Shape 62">
            <a:extLst>
              <a:ext uri="{FF2B5EF4-FFF2-40B4-BE49-F238E27FC236}">
                <a16:creationId xmlns:a16="http://schemas.microsoft.com/office/drawing/2014/main" id="{00B58E1E-3AD1-467A-94AA-6578BE4756A3}"/>
              </a:ext>
            </a:extLst>
          </p:cNvPr>
          <p:cNvSpPr/>
          <p:nvPr/>
        </p:nvSpPr>
        <p:spPr>
          <a:xfrm rot="16200000" flipV="1">
            <a:off x="965155" y="18292"/>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lang="en-US" sz="1125"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7718323" y="1074809"/>
            <a:ext cx="3977648" cy="731694"/>
          </a:xfrm>
        </p:spPr>
        <p:txBody>
          <a:bodyPr anchor="ctr">
            <a:normAutofit/>
          </a:bodyPr>
          <a:lstStyle>
            <a:lvl1pPr marL="0" indent="0">
              <a:buNone/>
              <a:defRPr sz="1050"/>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7718323" y="2365537"/>
            <a:ext cx="3977648" cy="731694"/>
          </a:xfrm>
        </p:spPr>
        <p:txBody>
          <a:bodyPr anchor="ctr">
            <a:normAutofit/>
          </a:bodyPr>
          <a:lstStyle>
            <a:lvl1pPr marL="0" indent="0">
              <a:buNone/>
              <a:defRPr sz="1050"/>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7718323" y="3656265"/>
            <a:ext cx="3977648" cy="731694"/>
          </a:xfrm>
        </p:spPr>
        <p:txBody>
          <a:bodyPr anchor="ctr">
            <a:normAutofit/>
          </a:bodyPr>
          <a:lstStyle>
            <a:lvl1pPr marL="0" indent="0">
              <a:buNone/>
              <a:defRPr sz="1050"/>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7718323" y="4946994"/>
            <a:ext cx="3977648" cy="731694"/>
          </a:xfrm>
        </p:spPr>
        <p:txBody>
          <a:bodyPr anchor="ctr">
            <a:normAutofit/>
          </a:bodyPr>
          <a:lstStyle>
            <a:lvl1pPr marL="0" indent="0">
              <a:buNone/>
              <a:defRPr sz="1050"/>
            </a:lvl1pPr>
          </a:lstStyle>
          <a:p>
            <a:pPr lvl="0"/>
            <a:r>
              <a:rPr lang="en-US" noProof="0"/>
              <a:t>Click to edit Master text styles</a:t>
            </a:r>
          </a:p>
        </p:txBody>
      </p:sp>
      <p:sp>
        <p:nvSpPr>
          <p:cNvPr id="20"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838201" y="3278530"/>
            <a:ext cx="4008439" cy="2560899"/>
          </a:xfrm>
        </p:spPr>
        <p:txBody>
          <a:bodyPr lIns="0">
            <a:noAutofit/>
          </a:bodyPr>
          <a:lstStyle>
            <a:lvl1pPr marL="0" indent="0">
              <a:lnSpc>
                <a:spcPct val="100000"/>
              </a:lnSpc>
              <a:buNone/>
              <a:defRPr sz="1050">
                <a:latin typeface="+mn-lt"/>
                <a:cs typeface="Arial" panose="020B0604020202020204" pitchFamily="34" charset="0"/>
              </a:defRPr>
            </a:lvl1pPr>
          </a:lstStyle>
          <a:p>
            <a:pPr lvl="0"/>
            <a:r>
              <a:rPr lang="en-US" noProof="0"/>
              <a:t>Click to edit Master text styles</a:t>
            </a:r>
          </a:p>
        </p:txBody>
      </p:sp>
      <p:sp>
        <p:nvSpPr>
          <p:cNvPr id="15" name="Picture Placeholder 5">
            <a:extLst>
              <a:ext uri="{FF2B5EF4-FFF2-40B4-BE49-F238E27FC236}">
                <a16:creationId xmlns:a16="http://schemas.microsoft.com/office/drawing/2014/main" id="{EADDC907-00BA-437D-8631-DCDAA19616AC}"/>
              </a:ext>
            </a:extLst>
          </p:cNvPr>
          <p:cNvSpPr>
            <a:spLocks noGrp="1"/>
          </p:cNvSpPr>
          <p:nvPr>
            <p:ph type="pic" sz="quarter" idx="13"/>
          </p:nvPr>
        </p:nvSpPr>
        <p:spPr>
          <a:xfrm>
            <a:off x="6790157" y="1042386"/>
            <a:ext cx="804759" cy="804759"/>
          </a:xfrm>
          <a:prstGeom prst="ellipse">
            <a:avLst/>
          </a:prstGeom>
          <a:solidFill>
            <a:schemeClr val="bg1"/>
          </a:solidFill>
          <a:ln w="19050">
            <a:solidFill>
              <a:srgbClr val="1F1F26"/>
            </a:solidFill>
          </a:ln>
        </p:spPr>
        <p:txBody>
          <a:bodyPr>
            <a:normAutofit/>
          </a:bodyPr>
          <a:lstStyle>
            <a:lvl1pPr>
              <a:defRPr sz="600"/>
            </a:lvl1pPr>
          </a:lstStyle>
          <a:p>
            <a:r>
              <a:rPr lang="en-US" noProof="0"/>
              <a:t>Click icon to add picture</a:t>
            </a:r>
            <a:endParaRPr lang="en-US" noProof="0" dirty="0"/>
          </a:p>
        </p:txBody>
      </p:sp>
      <p:sp>
        <p:nvSpPr>
          <p:cNvPr id="21" name="Picture Placeholder 5">
            <a:extLst>
              <a:ext uri="{FF2B5EF4-FFF2-40B4-BE49-F238E27FC236}">
                <a16:creationId xmlns:a16="http://schemas.microsoft.com/office/drawing/2014/main" id="{44A0EDB5-B80A-4225-9741-99690ADBCE8D}"/>
              </a:ext>
            </a:extLst>
          </p:cNvPr>
          <p:cNvSpPr>
            <a:spLocks noGrp="1"/>
          </p:cNvSpPr>
          <p:nvPr>
            <p:ph type="pic" sz="quarter" idx="14"/>
          </p:nvPr>
        </p:nvSpPr>
        <p:spPr>
          <a:xfrm>
            <a:off x="6790157" y="2331745"/>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600" dirty="0"/>
            </a:lvl1pPr>
          </a:lstStyle>
          <a:p>
            <a:pPr lvl="0"/>
            <a:r>
              <a:rPr lang="en-US" noProof="0"/>
              <a:t>Click icon to add picture</a:t>
            </a:r>
            <a:endParaRPr lang="en-US" noProof="0" dirty="0"/>
          </a:p>
        </p:txBody>
      </p:sp>
      <p:sp>
        <p:nvSpPr>
          <p:cNvPr id="22" name="Picture Placeholder 5">
            <a:extLst>
              <a:ext uri="{FF2B5EF4-FFF2-40B4-BE49-F238E27FC236}">
                <a16:creationId xmlns:a16="http://schemas.microsoft.com/office/drawing/2014/main" id="{E5C18081-A6EE-421D-96AC-0A7FA46F744A}"/>
              </a:ext>
            </a:extLst>
          </p:cNvPr>
          <p:cNvSpPr>
            <a:spLocks noGrp="1"/>
          </p:cNvSpPr>
          <p:nvPr>
            <p:ph type="pic" sz="quarter" idx="15"/>
          </p:nvPr>
        </p:nvSpPr>
        <p:spPr>
          <a:xfrm>
            <a:off x="6790157" y="3621102"/>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600" dirty="0"/>
            </a:lvl1pPr>
          </a:lstStyle>
          <a:p>
            <a:pPr lvl="0"/>
            <a:r>
              <a:rPr lang="en-US" noProof="0"/>
              <a:t>Click icon to add picture</a:t>
            </a:r>
            <a:endParaRPr lang="en-US" noProof="0" dirty="0"/>
          </a:p>
        </p:txBody>
      </p:sp>
      <p:sp>
        <p:nvSpPr>
          <p:cNvPr id="23" name="Picture Placeholder 5">
            <a:extLst>
              <a:ext uri="{FF2B5EF4-FFF2-40B4-BE49-F238E27FC236}">
                <a16:creationId xmlns:a16="http://schemas.microsoft.com/office/drawing/2014/main" id="{1D21CB0A-3210-4B51-85A0-5111AEBA214F}"/>
              </a:ext>
            </a:extLst>
          </p:cNvPr>
          <p:cNvSpPr>
            <a:spLocks noGrp="1"/>
          </p:cNvSpPr>
          <p:nvPr>
            <p:ph type="pic" sz="quarter" idx="16"/>
          </p:nvPr>
        </p:nvSpPr>
        <p:spPr>
          <a:xfrm>
            <a:off x="6790157" y="4910463"/>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600" dirty="0"/>
            </a:lvl1pPr>
          </a:lstStyle>
          <a:p>
            <a:pPr lvl="0"/>
            <a:r>
              <a:rPr lang="en-US" noProof="0"/>
              <a:t>Click icon to add picture</a:t>
            </a:r>
            <a:endParaRPr lang="en-US" noProof="0" dirty="0"/>
          </a:p>
        </p:txBody>
      </p:sp>
    </p:spTree>
    <p:extLst>
      <p:ext uri="{BB962C8B-B14F-4D97-AF65-F5344CB8AC3E}">
        <p14:creationId xmlns:p14="http://schemas.microsoft.com/office/powerpoint/2010/main" val="24600720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7176"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4_Image and Conten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34DECF-152F-4E39-AD49-1ADCE9F759DB}"/>
              </a:ext>
            </a:extLst>
          </p:cNvPr>
          <p:cNvSpPr>
            <a:spLocks noGrp="1"/>
          </p:cNvSpPr>
          <p:nvPr>
            <p:ph type="pic" sz="quarter" idx="21"/>
          </p:nvPr>
        </p:nvSpPr>
        <p:spPr>
          <a:xfrm>
            <a:off x="841375" y="3097232"/>
            <a:ext cx="4008120" cy="2742196"/>
          </a:xfrm>
        </p:spPr>
        <p:txBody>
          <a:bodyPr>
            <a:normAutofit/>
          </a:bodyPr>
          <a:lstStyle>
            <a:lvl1pPr>
              <a:defRPr sz="900"/>
            </a:lvl1pPr>
          </a:lstStyle>
          <a:p>
            <a:r>
              <a:rPr lang="en-US" noProof="0"/>
              <a:t>Click icon to add picture</a:t>
            </a:r>
            <a:endParaRPr lang="en-US" noProof="0" dirty="0"/>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841058" y="1100290"/>
            <a:ext cx="4008437" cy="1395208"/>
          </a:xfrm>
        </p:spPr>
        <p:txBody>
          <a:bodyPr lIns="0" anchor="b">
            <a:normAutofit/>
          </a:bodyPr>
          <a:lstStyle>
            <a:lvl1pPr>
              <a:defRPr sz="3000" b="1">
                <a:latin typeface="+mj-lt"/>
              </a:defRPr>
            </a:lvl1pPr>
          </a:lstStyle>
          <a:p>
            <a:r>
              <a:rPr lang="en-US" noProof="0"/>
              <a:t>Click to Add </a:t>
            </a:r>
            <a:br>
              <a:rPr lang="en-US" noProof="0"/>
            </a:br>
            <a:r>
              <a:rPr lang="en-US" noProof="0"/>
              <a:t>Slide Title Here</a:t>
            </a:r>
          </a:p>
        </p:txBody>
      </p:sp>
      <p:sp>
        <p:nvSpPr>
          <p:cNvPr id="17" name="Text Placeholder 11">
            <a:extLst>
              <a:ext uri="{FF2B5EF4-FFF2-40B4-BE49-F238E27FC236}">
                <a16:creationId xmlns:a16="http://schemas.microsoft.com/office/drawing/2014/main" id="{6CAA743B-32D9-CE44-9E46-D38DB57EFACE}"/>
              </a:ext>
            </a:extLst>
          </p:cNvPr>
          <p:cNvSpPr>
            <a:spLocks noGrp="1"/>
          </p:cNvSpPr>
          <p:nvPr>
            <p:ph type="body" sz="quarter" idx="12" hasCustomPrompt="1"/>
          </p:nvPr>
        </p:nvSpPr>
        <p:spPr>
          <a:xfrm>
            <a:off x="841059" y="2561161"/>
            <a:ext cx="4008437" cy="375081"/>
          </a:xfrm>
        </p:spPr>
        <p:txBody>
          <a:bodyPr lIns="0" anchor="t">
            <a:normAutofit/>
          </a:bodyPr>
          <a:lstStyle>
            <a:lvl1pPr marL="0" indent="0">
              <a:buNone/>
              <a:defRPr sz="1050" spc="225">
                <a:solidFill>
                  <a:schemeClr val="tx2"/>
                </a:solidFill>
              </a:defRPr>
            </a:lvl1pPr>
            <a:lvl2pPr>
              <a:defRPr sz="825">
                <a:solidFill>
                  <a:schemeClr val="tx2"/>
                </a:solidFill>
              </a:defRPr>
            </a:lvl2pPr>
            <a:lvl3pPr>
              <a:defRPr sz="788">
                <a:solidFill>
                  <a:schemeClr val="tx2"/>
                </a:solidFill>
              </a:defRPr>
            </a:lvl3pPr>
            <a:lvl4pPr>
              <a:defRPr sz="750">
                <a:solidFill>
                  <a:schemeClr val="tx2"/>
                </a:solidFill>
              </a:defRPr>
            </a:lvl4pPr>
            <a:lvl5pPr>
              <a:defRPr sz="750">
                <a:solidFill>
                  <a:schemeClr val="tx2"/>
                </a:solidFill>
              </a:defRPr>
            </a:lvl5pPr>
          </a:lstStyle>
          <a:p>
            <a:pPr lvl="0"/>
            <a:r>
              <a:rPr lang="en-US" noProof="0"/>
              <a:t>SUBTITLE HERE</a:t>
            </a:r>
          </a:p>
        </p:txBody>
      </p:sp>
      <p:sp>
        <p:nvSpPr>
          <p:cNvPr id="5" name="Shape 62">
            <a:extLst>
              <a:ext uri="{FF2B5EF4-FFF2-40B4-BE49-F238E27FC236}">
                <a16:creationId xmlns:a16="http://schemas.microsoft.com/office/drawing/2014/main" id="{00B58E1E-3AD1-467A-94AA-6578BE4756A3}"/>
              </a:ext>
            </a:extLst>
          </p:cNvPr>
          <p:cNvSpPr/>
          <p:nvPr/>
        </p:nvSpPr>
        <p:spPr>
          <a:xfrm rot="16200000" flipV="1">
            <a:off x="965155" y="18292"/>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lang="en-US" sz="1125"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7718323" y="1074809"/>
            <a:ext cx="3977648" cy="731694"/>
          </a:xfrm>
        </p:spPr>
        <p:txBody>
          <a:bodyPr anchor="ctr">
            <a:normAutofit/>
          </a:bodyPr>
          <a:lstStyle>
            <a:lvl1pPr marL="0" indent="0">
              <a:buNone/>
              <a:defRPr sz="1050"/>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7718323" y="2365537"/>
            <a:ext cx="3977648" cy="731694"/>
          </a:xfrm>
        </p:spPr>
        <p:txBody>
          <a:bodyPr anchor="ctr">
            <a:normAutofit/>
          </a:bodyPr>
          <a:lstStyle>
            <a:lvl1pPr marL="0" indent="0">
              <a:buNone/>
              <a:defRPr sz="1050"/>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7718323" y="3656265"/>
            <a:ext cx="3977648" cy="731694"/>
          </a:xfrm>
        </p:spPr>
        <p:txBody>
          <a:bodyPr anchor="ctr">
            <a:normAutofit/>
          </a:bodyPr>
          <a:lstStyle>
            <a:lvl1pPr marL="0" indent="0">
              <a:buNone/>
              <a:defRPr sz="1050"/>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7718323" y="4946994"/>
            <a:ext cx="3977648" cy="731694"/>
          </a:xfrm>
        </p:spPr>
        <p:txBody>
          <a:bodyPr anchor="ctr">
            <a:normAutofit/>
          </a:bodyPr>
          <a:lstStyle>
            <a:lvl1pPr marL="0" indent="0">
              <a:buNone/>
              <a:defRPr sz="1050"/>
            </a:lvl1pPr>
          </a:lstStyle>
          <a:p>
            <a:pPr lvl="0"/>
            <a:r>
              <a:rPr lang="en-US" noProof="0"/>
              <a:t>Click to edit Master text styles</a:t>
            </a:r>
          </a:p>
        </p:txBody>
      </p:sp>
      <p:sp>
        <p:nvSpPr>
          <p:cNvPr id="15" name="Picture Placeholder 5">
            <a:extLst>
              <a:ext uri="{FF2B5EF4-FFF2-40B4-BE49-F238E27FC236}">
                <a16:creationId xmlns:a16="http://schemas.microsoft.com/office/drawing/2014/main" id="{EADDC907-00BA-437D-8631-DCDAA19616AC}"/>
              </a:ext>
            </a:extLst>
          </p:cNvPr>
          <p:cNvSpPr>
            <a:spLocks noGrp="1"/>
          </p:cNvSpPr>
          <p:nvPr>
            <p:ph type="pic" sz="quarter" idx="13"/>
          </p:nvPr>
        </p:nvSpPr>
        <p:spPr>
          <a:xfrm>
            <a:off x="6790157" y="1042386"/>
            <a:ext cx="804759" cy="804759"/>
          </a:xfrm>
          <a:prstGeom prst="ellipse">
            <a:avLst/>
          </a:prstGeom>
          <a:solidFill>
            <a:schemeClr val="accent1"/>
          </a:solidFill>
          <a:ln w="19050">
            <a:noFill/>
          </a:ln>
        </p:spPr>
        <p:txBody>
          <a:bodyPr>
            <a:normAutofit/>
          </a:bodyPr>
          <a:lstStyle>
            <a:lvl1pPr>
              <a:defRPr sz="600"/>
            </a:lvl1pPr>
          </a:lstStyle>
          <a:p>
            <a:r>
              <a:rPr lang="en-US" noProof="0"/>
              <a:t>Click icon to add picture</a:t>
            </a:r>
            <a:endParaRPr lang="en-US" noProof="0" dirty="0"/>
          </a:p>
        </p:txBody>
      </p:sp>
      <p:sp>
        <p:nvSpPr>
          <p:cNvPr id="21" name="Picture Placeholder 5">
            <a:extLst>
              <a:ext uri="{FF2B5EF4-FFF2-40B4-BE49-F238E27FC236}">
                <a16:creationId xmlns:a16="http://schemas.microsoft.com/office/drawing/2014/main" id="{44A0EDB5-B80A-4225-9741-99690ADBCE8D}"/>
              </a:ext>
            </a:extLst>
          </p:cNvPr>
          <p:cNvSpPr>
            <a:spLocks noGrp="1"/>
          </p:cNvSpPr>
          <p:nvPr>
            <p:ph type="pic" sz="quarter" idx="14"/>
          </p:nvPr>
        </p:nvSpPr>
        <p:spPr>
          <a:xfrm>
            <a:off x="6790157" y="2331745"/>
            <a:ext cx="804759" cy="804759"/>
          </a:xfrm>
          <a:prstGeom prst="ellipse">
            <a:avLst/>
          </a:prstGeom>
          <a:solidFill>
            <a:schemeClr val="accent1"/>
          </a:solidFill>
          <a:ln w="19050">
            <a:noFill/>
          </a:ln>
        </p:spPr>
        <p:txBody>
          <a:bodyPr vert="horz" lIns="91440" tIns="45720" rIns="91440" bIns="45720" rtlCol="0">
            <a:normAutofit/>
          </a:bodyPr>
          <a:lstStyle>
            <a:lvl1pPr>
              <a:defRPr lang="en-US" sz="600" dirty="0"/>
            </a:lvl1pPr>
          </a:lstStyle>
          <a:p>
            <a:pPr lvl="0"/>
            <a:r>
              <a:rPr lang="en-US" noProof="0"/>
              <a:t>Click icon to add picture</a:t>
            </a:r>
            <a:endParaRPr lang="en-US" noProof="0" dirty="0"/>
          </a:p>
        </p:txBody>
      </p:sp>
      <p:sp>
        <p:nvSpPr>
          <p:cNvPr id="22" name="Picture Placeholder 5">
            <a:extLst>
              <a:ext uri="{FF2B5EF4-FFF2-40B4-BE49-F238E27FC236}">
                <a16:creationId xmlns:a16="http://schemas.microsoft.com/office/drawing/2014/main" id="{E5C18081-A6EE-421D-96AC-0A7FA46F744A}"/>
              </a:ext>
            </a:extLst>
          </p:cNvPr>
          <p:cNvSpPr>
            <a:spLocks noGrp="1"/>
          </p:cNvSpPr>
          <p:nvPr>
            <p:ph type="pic" sz="quarter" idx="15"/>
          </p:nvPr>
        </p:nvSpPr>
        <p:spPr>
          <a:xfrm>
            <a:off x="6790157" y="3621102"/>
            <a:ext cx="804759" cy="804759"/>
          </a:xfrm>
          <a:prstGeom prst="ellipse">
            <a:avLst/>
          </a:prstGeom>
          <a:solidFill>
            <a:schemeClr val="accent1"/>
          </a:solidFill>
          <a:ln w="19050">
            <a:noFill/>
          </a:ln>
        </p:spPr>
        <p:txBody>
          <a:bodyPr vert="horz" lIns="91440" tIns="45720" rIns="91440" bIns="45720" rtlCol="0">
            <a:normAutofit/>
          </a:bodyPr>
          <a:lstStyle>
            <a:lvl1pPr>
              <a:defRPr lang="en-US" sz="600" dirty="0"/>
            </a:lvl1pPr>
          </a:lstStyle>
          <a:p>
            <a:pPr lvl="0"/>
            <a:r>
              <a:rPr lang="en-US" noProof="0"/>
              <a:t>Click icon to add picture</a:t>
            </a:r>
            <a:endParaRPr lang="en-US" noProof="0" dirty="0"/>
          </a:p>
        </p:txBody>
      </p:sp>
      <p:sp>
        <p:nvSpPr>
          <p:cNvPr id="23" name="Picture Placeholder 5">
            <a:extLst>
              <a:ext uri="{FF2B5EF4-FFF2-40B4-BE49-F238E27FC236}">
                <a16:creationId xmlns:a16="http://schemas.microsoft.com/office/drawing/2014/main" id="{1D21CB0A-3210-4B51-85A0-5111AEBA214F}"/>
              </a:ext>
            </a:extLst>
          </p:cNvPr>
          <p:cNvSpPr>
            <a:spLocks noGrp="1"/>
          </p:cNvSpPr>
          <p:nvPr>
            <p:ph type="pic" sz="quarter" idx="16"/>
          </p:nvPr>
        </p:nvSpPr>
        <p:spPr>
          <a:xfrm>
            <a:off x="6790157" y="4910463"/>
            <a:ext cx="804759" cy="804759"/>
          </a:xfrm>
          <a:prstGeom prst="ellipse">
            <a:avLst/>
          </a:prstGeom>
          <a:solidFill>
            <a:schemeClr val="accent1"/>
          </a:solidFill>
          <a:ln w="19050">
            <a:noFill/>
          </a:ln>
        </p:spPr>
        <p:txBody>
          <a:bodyPr vert="horz" lIns="91440" tIns="45720" rIns="91440" bIns="45720" rtlCol="0">
            <a:normAutofit/>
          </a:bodyPr>
          <a:lstStyle>
            <a:lvl1pPr>
              <a:defRPr lang="en-US" sz="600" dirty="0"/>
            </a:lvl1pPr>
          </a:lstStyle>
          <a:p>
            <a:pPr lvl="0"/>
            <a:r>
              <a:rPr lang="en-US" noProof="0"/>
              <a:t>Click icon to add picture</a:t>
            </a:r>
            <a:endParaRPr lang="en-US" noProof="0" dirty="0"/>
          </a:p>
        </p:txBody>
      </p:sp>
    </p:spTree>
    <p:extLst>
      <p:ext uri="{BB962C8B-B14F-4D97-AF65-F5344CB8AC3E}">
        <p14:creationId xmlns:p14="http://schemas.microsoft.com/office/powerpoint/2010/main" val="42008663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51"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2_Imag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0DB138-926E-4EF2-BFC2-93D610E35703}"/>
              </a:ext>
            </a:extLst>
          </p:cNvPr>
          <p:cNvSpPr/>
          <p:nvPr/>
        </p:nvSpPr>
        <p:spPr>
          <a:xfrm>
            <a:off x="0" y="3721474"/>
            <a:ext cx="12192000" cy="3136523"/>
          </a:xfrm>
          <a:prstGeom prst="rect">
            <a:avLst/>
          </a:prstGeom>
          <a:solidFill>
            <a:schemeClr val="accent2"/>
          </a:solidFill>
        </p:spPr>
        <p:txBody>
          <a:bodyPr vert="horz" lIns="972000" tIns="34290" rIns="324000" bIns="34290" rtlCol="0" anchor="ctr">
            <a:normAutofit/>
          </a:bodyPr>
          <a:lstStyle/>
          <a:p>
            <a:pPr lvl="0" indent="0">
              <a:lnSpc>
                <a:spcPct val="100000"/>
              </a:lnSpc>
              <a:spcBef>
                <a:spcPts val="750"/>
              </a:spcBef>
              <a:buFontTx/>
              <a:buNone/>
            </a:pPr>
            <a:endParaRPr lang="en-US" sz="1050" b="0" i="0" spc="0" noProof="0" dirty="0">
              <a:solidFill>
                <a:schemeClr val="tx2"/>
              </a:solidFill>
              <a:latin typeface="Arial" panose="020B0604020202020204" pitchFamily="34" charset="0"/>
              <a:cs typeface="Arial" panose="020B0604020202020204" pitchFamily="34" charset="0"/>
            </a:endParaRPr>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668543" y="358612"/>
            <a:ext cx="10854915" cy="804759"/>
          </a:xfrm>
        </p:spPr>
        <p:txBody>
          <a:bodyPr lIns="0" anchor="b">
            <a:normAutofit/>
          </a:bodyPr>
          <a:lstStyle>
            <a:lvl1pPr algn="ctr">
              <a:defRPr sz="3000" b="1">
                <a:latin typeface="+mj-lt"/>
              </a:defRPr>
            </a:lvl1pPr>
          </a:lstStyle>
          <a:p>
            <a:r>
              <a:rPr lang="en-US" noProof="0"/>
              <a:t>Click to Add Slide Title Here</a:t>
            </a:r>
          </a:p>
        </p:txBody>
      </p:sp>
      <p:sp>
        <p:nvSpPr>
          <p:cNvPr id="6" name="Picture Placeholder 5">
            <a:extLst>
              <a:ext uri="{FF2B5EF4-FFF2-40B4-BE49-F238E27FC236}">
                <a16:creationId xmlns:a16="http://schemas.microsoft.com/office/drawing/2014/main" id="{8C7AA169-6546-4620-BD7B-7B36553C28F7}"/>
              </a:ext>
            </a:extLst>
          </p:cNvPr>
          <p:cNvSpPr>
            <a:spLocks noGrp="1"/>
          </p:cNvSpPr>
          <p:nvPr>
            <p:ph type="pic" sz="quarter" idx="13"/>
          </p:nvPr>
        </p:nvSpPr>
        <p:spPr>
          <a:xfrm>
            <a:off x="1463305" y="2677212"/>
            <a:ext cx="804759" cy="804759"/>
          </a:xfrm>
          <a:prstGeom prst="ellipse">
            <a:avLst/>
          </a:prstGeom>
          <a:solidFill>
            <a:schemeClr val="bg1"/>
          </a:solidFill>
          <a:ln w="19050">
            <a:solidFill>
              <a:srgbClr val="1F1F26"/>
            </a:solidFill>
          </a:ln>
        </p:spPr>
        <p:txBody>
          <a:bodyPr>
            <a:normAutofit/>
          </a:bodyPr>
          <a:lstStyle>
            <a:lvl1pPr>
              <a:defRPr sz="600"/>
            </a:lvl1pPr>
          </a:lstStyle>
          <a:p>
            <a:r>
              <a:rPr lang="en-US" noProof="0"/>
              <a:t>Click icon to add picture</a:t>
            </a:r>
            <a:endParaRPr lang="en-US" noProof="0" dirty="0"/>
          </a:p>
        </p:txBody>
      </p:sp>
      <p:sp>
        <p:nvSpPr>
          <p:cNvPr id="11" name="Picture Placeholder 5">
            <a:extLst>
              <a:ext uri="{FF2B5EF4-FFF2-40B4-BE49-F238E27FC236}">
                <a16:creationId xmlns:a16="http://schemas.microsoft.com/office/drawing/2014/main" id="{CE9C16DA-A24B-4516-BCC8-C747730478D8}"/>
              </a:ext>
            </a:extLst>
          </p:cNvPr>
          <p:cNvSpPr>
            <a:spLocks noGrp="1"/>
          </p:cNvSpPr>
          <p:nvPr>
            <p:ph type="pic" sz="quarter" idx="14"/>
          </p:nvPr>
        </p:nvSpPr>
        <p:spPr>
          <a:xfrm>
            <a:off x="4310610" y="2677212"/>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600" dirty="0"/>
            </a:lvl1pPr>
          </a:lstStyle>
          <a:p>
            <a:pPr lvl="0"/>
            <a:r>
              <a:rPr lang="en-US" noProof="0"/>
              <a:t>Click icon to add picture</a:t>
            </a:r>
            <a:endParaRPr lang="en-US" noProof="0" dirty="0"/>
          </a:p>
        </p:txBody>
      </p:sp>
      <p:sp>
        <p:nvSpPr>
          <p:cNvPr id="13" name="Picture Placeholder 5">
            <a:extLst>
              <a:ext uri="{FF2B5EF4-FFF2-40B4-BE49-F238E27FC236}">
                <a16:creationId xmlns:a16="http://schemas.microsoft.com/office/drawing/2014/main" id="{A498122E-BB6F-4765-B85E-6410B9CE17AC}"/>
              </a:ext>
            </a:extLst>
          </p:cNvPr>
          <p:cNvSpPr>
            <a:spLocks noGrp="1"/>
          </p:cNvSpPr>
          <p:nvPr>
            <p:ph type="pic" sz="quarter" idx="15"/>
          </p:nvPr>
        </p:nvSpPr>
        <p:spPr>
          <a:xfrm>
            <a:off x="7157914" y="2677212"/>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600" dirty="0"/>
            </a:lvl1pPr>
          </a:lstStyle>
          <a:p>
            <a:pPr lvl="0"/>
            <a:r>
              <a:rPr lang="en-US" noProof="0"/>
              <a:t>Click icon to add picture</a:t>
            </a:r>
            <a:endParaRPr lang="en-US" noProof="0" dirty="0"/>
          </a:p>
        </p:txBody>
      </p:sp>
      <p:sp>
        <p:nvSpPr>
          <p:cNvPr id="14" name="Picture Placeholder 5">
            <a:extLst>
              <a:ext uri="{FF2B5EF4-FFF2-40B4-BE49-F238E27FC236}">
                <a16:creationId xmlns:a16="http://schemas.microsoft.com/office/drawing/2014/main" id="{D19B2F25-5E98-4166-8476-BE599D16121D}"/>
              </a:ext>
            </a:extLst>
          </p:cNvPr>
          <p:cNvSpPr>
            <a:spLocks noGrp="1"/>
          </p:cNvSpPr>
          <p:nvPr>
            <p:ph type="pic" sz="quarter" idx="16"/>
          </p:nvPr>
        </p:nvSpPr>
        <p:spPr>
          <a:xfrm>
            <a:off x="10005219" y="2677212"/>
            <a:ext cx="804759" cy="804759"/>
          </a:xfrm>
          <a:prstGeom prst="ellipse">
            <a:avLst/>
          </a:prstGeom>
          <a:solidFill>
            <a:schemeClr val="bg1"/>
          </a:solidFill>
          <a:ln w="19050">
            <a:solidFill>
              <a:srgbClr val="1F1F26"/>
            </a:solidFill>
          </a:ln>
        </p:spPr>
        <p:txBody>
          <a:bodyPr vert="horz" lIns="91440" tIns="45720" rIns="91440" bIns="45720" rtlCol="0">
            <a:normAutofit/>
          </a:bodyPr>
          <a:lstStyle>
            <a:lvl1pPr>
              <a:defRPr lang="en-US" sz="600" dirty="0"/>
            </a:lvl1pPr>
          </a:lstStyle>
          <a:p>
            <a:pPr lvl="0"/>
            <a:r>
              <a:rPr lang="en-US" noProof="0"/>
              <a:t>Click icon to add picture</a:t>
            </a:r>
            <a:endParaRPr lang="en-US"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630781" y="3920809"/>
            <a:ext cx="2469807" cy="731694"/>
          </a:xfrm>
        </p:spPr>
        <p:txBody>
          <a:bodyPr anchor="t">
            <a:normAutofit/>
          </a:bodyPr>
          <a:lstStyle>
            <a:lvl1pPr marL="0" indent="0" algn="ctr">
              <a:buNone/>
              <a:defRPr sz="1050"/>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3476826" y="3923752"/>
            <a:ext cx="2469807" cy="731694"/>
          </a:xfrm>
        </p:spPr>
        <p:txBody>
          <a:bodyPr anchor="t">
            <a:normAutofit/>
          </a:bodyPr>
          <a:lstStyle>
            <a:lvl1pPr marL="0" indent="0" algn="ctr">
              <a:buNone/>
              <a:defRPr sz="1050"/>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6322870" y="3920809"/>
            <a:ext cx="2469807" cy="731694"/>
          </a:xfrm>
        </p:spPr>
        <p:txBody>
          <a:bodyPr anchor="t">
            <a:normAutofit/>
          </a:bodyPr>
          <a:lstStyle>
            <a:lvl1pPr marL="0" indent="0" algn="ctr">
              <a:buNone/>
              <a:defRPr sz="1050"/>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9168917" y="3916626"/>
            <a:ext cx="2469807" cy="731694"/>
          </a:xfrm>
        </p:spPr>
        <p:txBody>
          <a:bodyPr anchor="t">
            <a:normAutofit/>
          </a:bodyPr>
          <a:lstStyle>
            <a:lvl1pPr marL="0" indent="0" algn="ctr">
              <a:buNone/>
              <a:defRPr sz="1050"/>
            </a:lvl1pPr>
          </a:lstStyle>
          <a:p>
            <a:pPr lvl="0"/>
            <a:r>
              <a:rPr lang="en-US" noProof="0"/>
              <a:t>Click to edit Master text styles</a:t>
            </a:r>
          </a:p>
        </p:txBody>
      </p:sp>
      <p:sp>
        <p:nvSpPr>
          <p:cNvPr id="20"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838201" y="1337304"/>
            <a:ext cx="10685257" cy="541483"/>
          </a:xfrm>
        </p:spPr>
        <p:txBody>
          <a:bodyPr lIns="0">
            <a:noAutofit/>
          </a:bodyPr>
          <a:lstStyle>
            <a:lvl1pPr marL="0" indent="0" algn="ctr">
              <a:lnSpc>
                <a:spcPct val="100000"/>
              </a:lnSpc>
              <a:buNone/>
              <a:defRPr sz="1050">
                <a:latin typeface="+mn-lt"/>
                <a:cs typeface="Arial" panose="020B0604020202020204" pitchFamily="34" charset="0"/>
              </a:defRPr>
            </a:lvl1pPr>
          </a:lstStyle>
          <a:p>
            <a:pPr lvl="0"/>
            <a:r>
              <a:rPr lang="en-US" noProof="0"/>
              <a:t>Click to edit Master text styles</a:t>
            </a:r>
          </a:p>
        </p:txBody>
      </p:sp>
    </p:spTree>
    <p:extLst>
      <p:ext uri="{BB962C8B-B14F-4D97-AF65-F5344CB8AC3E}">
        <p14:creationId xmlns:p14="http://schemas.microsoft.com/office/powerpoint/2010/main" val="32390919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52"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5_Image and Conten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668543" y="1039332"/>
            <a:ext cx="10854915" cy="804759"/>
          </a:xfrm>
        </p:spPr>
        <p:txBody>
          <a:bodyPr lIns="0" anchor="b">
            <a:normAutofit/>
          </a:bodyPr>
          <a:lstStyle>
            <a:lvl1pPr algn="ctr">
              <a:defRPr sz="3000" b="1">
                <a:latin typeface="+mj-lt"/>
              </a:defRPr>
            </a:lvl1pPr>
          </a:lstStyle>
          <a:p>
            <a:r>
              <a:rPr lang="en-US" noProof="0"/>
              <a:t>Click to Add Slide Title Here</a:t>
            </a:r>
          </a:p>
        </p:txBody>
      </p:sp>
      <p:sp>
        <p:nvSpPr>
          <p:cNvPr id="6" name="Picture Placeholder 5">
            <a:extLst>
              <a:ext uri="{FF2B5EF4-FFF2-40B4-BE49-F238E27FC236}">
                <a16:creationId xmlns:a16="http://schemas.microsoft.com/office/drawing/2014/main" id="{8C7AA169-6546-4620-BD7B-7B36553C28F7}"/>
              </a:ext>
            </a:extLst>
          </p:cNvPr>
          <p:cNvSpPr>
            <a:spLocks noGrp="1"/>
          </p:cNvSpPr>
          <p:nvPr>
            <p:ph type="pic" sz="quarter" idx="13"/>
          </p:nvPr>
        </p:nvSpPr>
        <p:spPr>
          <a:xfrm>
            <a:off x="1341121" y="3235748"/>
            <a:ext cx="1049127" cy="1049124"/>
          </a:xfrm>
          <a:prstGeom prst="ellipse">
            <a:avLst/>
          </a:prstGeom>
          <a:solidFill>
            <a:schemeClr val="accent1"/>
          </a:solidFill>
          <a:ln w="19050">
            <a:noFill/>
          </a:ln>
        </p:spPr>
        <p:txBody>
          <a:bodyPr>
            <a:normAutofit/>
          </a:bodyPr>
          <a:lstStyle>
            <a:lvl1pPr>
              <a:defRPr sz="600">
                <a:latin typeface="+mn-lt"/>
              </a:defRPr>
            </a:lvl1pPr>
          </a:lstStyle>
          <a:p>
            <a:r>
              <a:rPr lang="en-US" noProof="0"/>
              <a:t>Click icon to add picture</a:t>
            </a:r>
            <a:endParaRPr lang="en-US" noProof="0" dirty="0"/>
          </a:p>
        </p:txBody>
      </p:sp>
      <p:sp>
        <p:nvSpPr>
          <p:cNvPr id="11" name="Picture Placeholder 5">
            <a:extLst>
              <a:ext uri="{FF2B5EF4-FFF2-40B4-BE49-F238E27FC236}">
                <a16:creationId xmlns:a16="http://schemas.microsoft.com/office/drawing/2014/main" id="{CE9C16DA-A24B-4516-BCC8-C747730478D8}"/>
              </a:ext>
            </a:extLst>
          </p:cNvPr>
          <p:cNvSpPr>
            <a:spLocks noGrp="1"/>
          </p:cNvSpPr>
          <p:nvPr>
            <p:ph type="pic" sz="quarter" idx="14"/>
          </p:nvPr>
        </p:nvSpPr>
        <p:spPr>
          <a:xfrm>
            <a:off x="4188426" y="3235748"/>
            <a:ext cx="1049127" cy="1049124"/>
          </a:xfrm>
          <a:prstGeom prst="ellipse">
            <a:avLst/>
          </a:prstGeom>
          <a:solidFill>
            <a:schemeClr val="accent1"/>
          </a:solidFill>
          <a:ln w="19050">
            <a:noFill/>
          </a:ln>
        </p:spPr>
        <p:txBody>
          <a:bodyPr vert="horz" lIns="91440" tIns="45720" rIns="91440" bIns="45720" rtlCol="0">
            <a:normAutofit/>
          </a:bodyPr>
          <a:lstStyle>
            <a:lvl1pPr>
              <a:defRPr lang="en-US" sz="600" dirty="0">
                <a:latin typeface="+mn-lt"/>
              </a:defRPr>
            </a:lvl1pPr>
          </a:lstStyle>
          <a:p>
            <a:pPr lvl="0"/>
            <a:r>
              <a:rPr lang="en-US" noProof="0"/>
              <a:t>Click icon to add picture</a:t>
            </a:r>
            <a:endParaRPr lang="en-US" noProof="0" dirty="0"/>
          </a:p>
        </p:txBody>
      </p:sp>
      <p:sp>
        <p:nvSpPr>
          <p:cNvPr id="13" name="Picture Placeholder 5">
            <a:extLst>
              <a:ext uri="{FF2B5EF4-FFF2-40B4-BE49-F238E27FC236}">
                <a16:creationId xmlns:a16="http://schemas.microsoft.com/office/drawing/2014/main" id="{A498122E-BB6F-4765-B85E-6410B9CE17AC}"/>
              </a:ext>
            </a:extLst>
          </p:cNvPr>
          <p:cNvSpPr>
            <a:spLocks noGrp="1"/>
          </p:cNvSpPr>
          <p:nvPr>
            <p:ph type="pic" sz="quarter" idx="15"/>
          </p:nvPr>
        </p:nvSpPr>
        <p:spPr>
          <a:xfrm>
            <a:off x="7035730" y="3235748"/>
            <a:ext cx="1049127" cy="1049124"/>
          </a:xfrm>
          <a:prstGeom prst="ellipse">
            <a:avLst/>
          </a:prstGeom>
          <a:solidFill>
            <a:schemeClr val="accent1"/>
          </a:solidFill>
          <a:ln w="19050">
            <a:noFill/>
          </a:ln>
        </p:spPr>
        <p:txBody>
          <a:bodyPr vert="horz" lIns="91440" tIns="45720" rIns="91440" bIns="45720" rtlCol="0">
            <a:normAutofit/>
          </a:bodyPr>
          <a:lstStyle>
            <a:lvl1pPr>
              <a:defRPr lang="en-US" sz="600" dirty="0">
                <a:latin typeface="+mn-lt"/>
              </a:defRPr>
            </a:lvl1pPr>
          </a:lstStyle>
          <a:p>
            <a:pPr lvl="0"/>
            <a:r>
              <a:rPr lang="en-US" noProof="0"/>
              <a:t>Click icon to add picture</a:t>
            </a:r>
            <a:endParaRPr lang="en-US" noProof="0" dirty="0"/>
          </a:p>
        </p:txBody>
      </p:sp>
      <p:sp>
        <p:nvSpPr>
          <p:cNvPr id="14" name="Picture Placeholder 5">
            <a:extLst>
              <a:ext uri="{FF2B5EF4-FFF2-40B4-BE49-F238E27FC236}">
                <a16:creationId xmlns:a16="http://schemas.microsoft.com/office/drawing/2014/main" id="{D19B2F25-5E98-4166-8476-BE599D16121D}"/>
              </a:ext>
            </a:extLst>
          </p:cNvPr>
          <p:cNvSpPr>
            <a:spLocks noGrp="1"/>
          </p:cNvSpPr>
          <p:nvPr>
            <p:ph type="pic" sz="quarter" idx="16"/>
          </p:nvPr>
        </p:nvSpPr>
        <p:spPr>
          <a:xfrm>
            <a:off x="9883035" y="3235748"/>
            <a:ext cx="1049127" cy="1049124"/>
          </a:xfrm>
          <a:prstGeom prst="ellipse">
            <a:avLst/>
          </a:prstGeom>
          <a:solidFill>
            <a:schemeClr val="accent1"/>
          </a:solidFill>
          <a:ln w="19050">
            <a:noFill/>
          </a:ln>
        </p:spPr>
        <p:txBody>
          <a:bodyPr vert="horz" lIns="91440" tIns="45720" rIns="91440" bIns="45720" rtlCol="0">
            <a:normAutofit/>
          </a:bodyPr>
          <a:lstStyle>
            <a:lvl1pPr>
              <a:defRPr lang="en-US" sz="600" dirty="0">
                <a:latin typeface="+mn-lt"/>
              </a:defRPr>
            </a:lvl1pPr>
          </a:lstStyle>
          <a:p>
            <a:pPr lvl="0"/>
            <a:r>
              <a:rPr lang="en-US" noProof="0"/>
              <a:t>Click icon to add picture</a:t>
            </a:r>
            <a:endParaRPr lang="en-US"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630781" y="4601529"/>
            <a:ext cx="2469807" cy="731694"/>
          </a:xfrm>
        </p:spPr>
        <p:txBody>
          <a:bodyPr anchor="t">
            <a:normAutofit/>
          </a:bodyPr>
          <a:lstStyle>
            <a:lvl1pPr marL="0" indent="0" algn="ctr">
              <a:buNone/>
              <a:defRPr sz="1050">
                <a:latin typeface="+mn-lt"/>
              </a:defRPr>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3476826" y="4604472"/>
            <a:ext cx="2469807" cy="731694"/>
          </a:xfrm>
        </p:spPr>
        <p:txBody>
          <a:bodyPr anchor="t">
            <a:normAutofit/>
          </a:bodyPr>
          <a:lstStyle>
            <a:lvl1pPr marL="0" indent="0" algn="ctr">
              <a:buNone/>
              <a:defRPr sz="1050">
                <a:latin typeface="+mn-lt"/>
              </a:defRPr>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6322870" y="4601529"/>
            <a:ext cx="2469807" cy="731694"/>
          </a:xfrm>
        </p:spPr>
        <p:txBody>
          <a:bodyPr anchor="t">
            <a:normAutofit/>
          </a:bodyPr>
          <a:lstStyle>
            <a:lvl1pPr marL="0" indent="0" algn="ctr">
              <a:buNone/>
              <a:defRPr sz="1050">
                <a:latin typeface="+mn-lt"/>
              </a:defRPr>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9168917" y="4597346"/>
            <a:ext cx="2469807" cy="731694"/>
          </a:xfrm>
        </p:spPr>
        <p:txBody>
          <a:bodyPr anchor="t">
            <a:normAutofit/>
          </a:bodyPr>
          <a:lstStyle>
            <a:lvl1pPr marL="0" indent="0" algn="ctr">
              <a:buNone/>
              <a:defRPr sz="1050">
                <a:latin typeface="+mn-lt"/>
              </a:defRPr>
            </a:lvl1pPr>
          </a:lstStyle>
          <a:p>
            <a:pPr lvl="0"/>
            <a:r>
              <a:rPr lang="en-US" noProof="0"/>
              <a:t>Click to edit Master text styles</a:t>
            </a:r>
          </a:p>
        </p:txBody>
      </p:sp>
      <p:sp>
        <p:nvSpPr>
          <p:cNvPr id="20" name="Text Placeholder 6">
            <a:extLst>
              <a:ext uri="{FF2B5EF4-FFF2-40B4-BE49-F238E27FC236}">
                <a16:creationId xmlns:a16="http://schemas.microsoft.com/office/drawing/2014/main" id="{A4E9B315-244E-41A8-B655-63FCC22CCF4C}"/>
              </a:ext>
            </a:extLst>
          </p:cNvPr>
          <p:cNvSpPr>
            <a:spLocks noGrp="1"/>
          </p:cNvSpPr>
          <p:nvPr>
            <p:ph type="body" sz="quarter" idx="11"/>
          </p:nvPr>
        </p:nvSpPr>
        <p:spPr>
          <a:xfrm>
            <a:off x="838201" y="2018024"/>
            <a:ext cx="10685257" cy="541483"/>
          </a:xfrm>
        </p:spPr>
        <p:txBody>
          <a:bodyPr lIns="0">
            <a:noAutofit/>
          </a:bodyPr>
          <a:lstStyle>
            <a:lvl1pPr marL="0" indent="0" algn="ctr">
              <a:lnSpc>
                <a:spcPct val="100000"/>
              </a:lnSpc>
              <a:buNone/>
              <a:defRPr sz="1050">
                <a:latin typeface="+mn-lt"/>
                <a:cs typeface="Arial" panose="020B0604020202020204" pitchFamily="34" charset="0"/>
              </a:defRPr>
            </a:lvl1pPr>
          </a:lstStyle>
          <a:p>
            <a:pPr lvl="0"/>
            <a:r>
              <a:rPr lang="en-US" noProof="0"/>
              <a:t>Click to edit Master text styles</a:t>
            </a:r>
          </a:p>
        </p:txBody>
      </p:sp>
    </p:spTree>
    <p:extLst>
      <p:ext uri="{BB962C8B-B14F-4D97-AF65-F5344CB8AC3E}">
        <p14:creationId xmlns:p14="http://schemas.microsoft.com/office/powerpoint/2010/main" val="32335762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52"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Imag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0DB138-926E-4EF2-BFC2-93D610E35703}"/>
              </a:ext>
            </a:extLst>
          </p:cNvPr>
          <p:cNvSpPr/>
          <p:nvPr/>
        </p:nvSpPr>
        <p:spPr>
          <a:xfrm>
            <a:off x="6134101" y="2"/>
            <a:ext cx="6057900" cy="6857995"/>
          </a:xfrm>
          <a:prstGeom prst="rect">
            <a:avLst/>
          </a:prstGeom>
          <a:solidFill>
            <a:srgbClr val="DFE3E9"/>
          </a:solidFill>
        </p:spPr>
        <p:txBody>
          <a:bodyPr vert="horz" lIns="972000" tIns="34290" rIns="324000" bIns="34290" rtlCol="0" anchor="ctr">
            <a:normAutofit/>
          </a:bodyPr>
          <a:lstStyle/>
          <a:p>
            <a:pPr lvl="0" indent="0">
              <a:lnSpc>
                <a:spcPct val="100000"/>
              </a:lnSpc>
              <a:spcBef>
                <a:spcPts val="750"/>
              </a:spcBef>
              <a:buFontTx/>
              <a:buNone/>
            </a:pPr>
            <a:endParaRPr lang="en-US" sz="1050" b="0" i="0" spc="0" noProof="0" dirty="0">
              <a:solidFill>
                <a:schemeClr val="tx2"/>
              </a:solidFill>
              <a:latin typeface="+mn-lt"/>
              <a:cs typeface="Arial" panose="020B0604020202020204" pitchFamily="34" charset="0"/>
            </a:endParaRPr>
          </a:p>
        </p:txBody>
      </p:sp>
      <p:sp>
        <p:nvSpPr>
          <p:cNvPr id="10" name="Title 1">
            <a:extLst>
              <a:ext uri="{FF2B5EF4-FFF2-40B4-BE49-F238E27FC236}">
                <a16:creationId xmlns:a16="http://schemas.microsoft.com/office/drawing/2014/main" id="{95B2C2DA-ADF3-D44B-8824-9B44E01F747F}"/>
              </a:ext>
            </a:extLst>
          </p:cNvPr>
          <p:cNvSpPr>
            <a:spLocks noGrp="1"/>
          </p:cNvSpPr>
          <p:nvPr>
            <p:ph type="title" hasCustomPrompt="1"/>
          </p:nvPr>
        </p:nvSpPr>
        <p:spPr>
          <a:xfrm>
            <a:off x="841058" y="2234610"/>
            <a:ext cx="4008437" cy="1395208"/>
          </a:xfrm>
        </p:spPr>
        <p:txBody>
          <a:bodyPr lIns="0" anchor="b"/>
          <a:lstStyle>
            <a:lvl1pPr>
              <a:defRPr b="1">
                <a:latin typeface="+mj-lt"/>
              </a:defRPr>
            </a:lvl1pPr>
          </a:lstStyle>
          <a:p>
            <a:r>
              <a:rPr lang="en-US" noProof="0"/>
              <a:t>Click to Add Slide Title Here</a:t>
            </a:r>
          </a:p>
        </p:txBody>
      </p:sp>
      <p:sp>
        <p:nvSpPr>
          <p:cNvPr id="17" name="Text Placeholder 11">
            <a:extLst>
              <a:ext uri="{FF2B5EF4-FFF2-40B4-BE49-F238E27FC236}">
                <a16:creationId xmlns:a16="http://schemas.microsoft.com/office/drawing/2014/main" id="{6CAA743B-32D9-CE44-9E46-D38DB57EFACE}"/>
              </a:ext>
            </a:extLst>
          </p:cNvPr>
          <p:cNvSpPr>
            <a:spLocks noGrp="1"/>
          </p:cNvSpPr>
          <p:nvPr>
            <p:ph type="body" sz="quarter" idx="12" hasCustomPrompt="1"/>
          </p:nvPr>
        </p:nvSpPr>
        <p:spPr>
          <a:xfrm>
            <a:off x="841059" y="3695481"/>
            <a:ext cx="4008437" cy="602887"/>
          </a:xfrm>
        </p:spPr>
        <p:txBody>
          <a:bodyPr lIns="0" anchor="t">
            <a:normAutofit/>
          </a:bodyPr>
          <a:lstStyle>
            <a:lvl1pPr marL="0" indent="0">
              <a:buNone/>
              <a:defRPr sz="1050" spc="225">
                <a:solidFill>
                  <a:schemeClr val="tx2"/>
                </a:solidFill>
                <a:latin typeface="+mn-lt"/>
              </a:defRPr>
            </a:lvl1pPr>
            <a:lvl2pPr>
              <a:defRPr sz="825">
                <a:solidFill>
                  <a:schemeClr val="tx2"/>
                </a:solidFill>
              </a:defRPr>
            </a:lvl2pPr>
            <a:lvl3pPr>
              <a:defRPr sz="788">
                <a:solidFill>
                  <a:schemeClr val="tx2"/>
                </a:solidFill>
              </a:defRPr>
            </a:lvl3pPr>
            <a:lvl4pPr>
              <a:defRPr sz="750">
                <a:solidFill>
                  <a:schemeClr val="tx2"/>
                </a:solidFill>
              </a:defRPr>
            </a:lvl4pPr>
            <a:lvl5pPr>
              <a:defRPr sz="750">
                <a:solidFill>
                  <a:schemeClr val="tx2"/>
                </a:solidFill>
              </a:defRPr>
            </a:lvl5pPr>
          </a:lstStyle>
          <a:p>
            <a:pPr lvl="0"/>
            <a:r>
              <a:rPr lang="en-US" noProof="0"/>
              <a:t>SUBTITLE HERE</a:t>
            </a:r>
          </a:p>
        </p:txBody>
      </p:sp>
      <p:sp>
        <p:nvSpPr>
          <p:cNvPr id="5" name="Shape 62">
            <a:extLst>
              <a:ext uri="{FF2B5EF4-FFF2-40B4-BE49-F238E27FC236}">
                <a16:creationId xmlns:a16="http://schemas.microsoft.com/office/drawing/2014/main" id="{00B58E1E-3AD1-467A-94AA-6578BE4756A3}"/>
              </a:ext>
            </a:extLst>
          </p:cNvPr>
          <p:cNvSpPr/>
          <p:nvPr/>
        </p:nvSpPr>
        <p:spPr>
          <a:xfrm rot="16200000" flipV="1">
            <a:off x="965155" y="1152612"/>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lang="en-US" sz="1125" noProof="0" dirty="0"/>
          </a:p>
        </p:txBody>
      </p:sp>
      <p:sp>
        <p:nvSpPr>
          <p:cNvPr id="6" name="Picture Placeholder 5">
            <a:extLst>
              <a:ext uri="{FF2B5EF4-FFF2-40B4-BE49-F238E27FC236}">
                <a16:creationId xmlns:a16="http://schemas.microsoft.com/office/drawing/2014/main" id="{8C7AA169-6546-4620-BD7B-7B36553C28F7}"/>
              </a:ext>
            </a:extLst>
          </p:cNvPr>
          <p:cNvSpPr>
            <a:spLocks noGrp="1"/>
          </p:cNvSpPr>
          <p:nvPr>
            <p:ph type="pic" sz="quarter" idx="13"/>
          </p:nvPr>
        </p:nvSpPr>
        <p:spPr>
          <a:xfrm>
            <a:off x="6687423" y="1038726"/>
            <a:ext cx="804759" cy="804759"/>
          </a:xfrm>
          <a:prstGeom prst="ellipse">
            <a:avLst/>
          </a:prstGeom>
          <a:solidFill>
            <a:schemeClr val="bg1"/>
          </a:solidFill>
          <a:ln w="38100">
            <a:solidFill>
              <a:schemeClr val="bg1"/>
            </a:solidFill>
          </a:ln>
        </p:spPr>
        <p:txBody>
          <a:bodyPr>
            <a:normAutofit/>
          </a:bodyPr>
          <a:lstStyle>
            <a:lvl1pPr>
              <a:defRPr sz="600">
                <a:latin typeface="+mn-lt"/>
              </a:defRPr>
            </a:lvl1pPr>
          </a:lstStyle>
          <a:p>
            <a:r>
              <a:rPr lang="en-US" noProof="0"/>
              <a:t>Click icon to add picture</a:t>
            </a:r>
            <a:endParaRPr lang="en-US" noProof="0" dirty="0"/>
          </a:p>
        </p:txBody>
      </p:sp>
      <p:sp>
        <p:nvSpPr>
          <p:cNvPr id="11" name="Picture Placeholder 5">
            <a:extLst>
              <a:ext uri="{FF2B5EF4-FFF2-40B4-BE49-F238E27FC236}">
                <a16:creationId xmlns:a16="http://schemas.microsoft.com/office/drawing/2014/main" id="{CE9C16DA-A24B-4516-BCC8-C747730478D8}"/>
              </a:ext>
            </a:extLst>
          </p:cNvPr>
          <p:cNvSpPr>
            <a:spLocks noGrp="1"/>
          </p:cNvSpPr>
          <p:nvPr>
            <p:ph type="pic" sz="quarter" idx="14"/>
          </p:nvPr>
        </p:nvSpPr>
        <p:spPr>
          <a:xfrm>
            <a:off x="6687423" y="2330237"/>
            <a:ext cx="804759" cy="804759"/>
          </a:xfrm>
          <a:prstGeom prst="ellipse">
            <a:avLst/>
          </a:prstGeom>
          <a:solidFill>
            <a:schemeClr val="bg1"/>
          </a:solidFill>
          <a:ln w="38100">
            <a:solidFill>
              <a:schemeClr val="bg1"/>
            </a:solidFill>
          </a:ln>
        </p:spPr>
        <p:txBody>
          <a:bodyPr vert="horz" lIns="91440" tIns="45720" rIns="91440" bIns="45720" rtlCol="0">
            <a:normAutofit/>
          </a:bodyPr>
          <a:lstStyle>
            <a:lvl1pPr>
              <a:defRPr lang="en-US" sz="600" dirty="0">
                <a:latin typeface="+mn-lt"/>
              </a:defRPr>
            </a:lvl1pPr>
          </a:lstStyle>
          <a:p>
            <a:pPr lvl="0"/>
            <a:r>
              <a:rPr lang="en-US" noProof="0"/>
              <a:t>Click icon to add picture</a:t>
            </a:r>
            <a:endParaRPr lang="en-US" noProof="0" dirty="0"/>
          </a:p>
        </p:txBody>
      </p:sp>
      <p:sp>
        <p:nvSpPr>
          <p:cNvPr id="13" name="Picture Placeholder 5">
            <a:extLst>
              <a:ext uri="{FF2B5EF4-FFF2-40B4-BE49-F238E27FC236}">
                <a16:creationId xmlns:a16="http://schemas.microsoft.com/office/drawing/2014/main" id="{A498122E-BB6F-4765-B85E-6410B9CE17AC}"/>
              </a:ext>
            </a:extLst>
          </p:cNvPr>
          <p:cNvSpPr>
            <a:spLocks noGrp="1"/>
          </p:cNvSpPr>
          <p:nvPr>
            <p:ph type="pic" sz="quarter" idx="15"/>
          </p:nvPr>
        </p:nvSpPr>
        <p:spPr>
          <a:xfrm>
            <a:off x="6687423" y="3621748"/>
            <a:ext cx="804759" cy="804759"/>
          </a:xfrm>
          <a:prstGeom prst="ellipse">
            <a:avLst/>
          </a:prstGeom>
          <a:solidFill>
            <a:schemeClr val="bg1"/>
          </a:solidFill>
          <a:ln w="38100">
            <a:solidFill>
              <a:schemeClr val="bg1"/>
            </a:solidFill>
          </a:ln>
        </p:spPr>
        <p:txBody>
          <a:bodyPr vert="horz" lIns="91440" tIns="45720" rIns="91440" bIns="45720" rtlCol="0">
            <a:normAutofit/>
          </a:bodyPr>
          <a:lstStyle>
            <a:lvl1pPr>
              <a:defRPr lang="en-US" sz="600" dirty="0">
                <a:latin typeface="+mn-lt"/>
              </a:defRPr>
            </a:lvl1pPr>
          </a:lstStyle>
          <a:p>
            <a:pPr lvl="0"/>
            <a:r>
              <a:rPr lang="en-US" noProof="0"/>
              <a:t>Click icon to add picture</a:t>
            </a:r>
            <a:endParaRPr lang="en-US" noProof="0" dirty="0"/>
          </a:p>
        </p:txBody>
      </p:sp>
      <p:sp>
        <p:nvSpPr>
          <p:cNvPr id="14" name="Picture Placeholder 5">
            <a:extLst>
              <a:ext uri="{FF2B5EF4-FFF2-40B4-BE49-F238E27FC236}">
                <a16:creationId xmlns:a16="http://schemas.microsoft.com/office/drawing/2014/main" id="{D19B2F25-5E98-4166-8476-BE599D16121D}"/>
              </a:ext>
            </a:extLst>
          </p:cNvPr>
          <p:cNvSpPr>
            <a:spLocks noGrp="1"/>
          </p:cNvSpPr>
          <p:nvPr>
            <p:ph type="pic" sz="quarter" idx="16"/>
          </p:nvPr>
        </p:nvSpPr>
        <p:spPr>
          <a:xfrm>
            <a:off x="6687423" y="4913259"/>
            <a:ext cx="804759" cy="804759"/>
          </a:xfrm>
          <a:prstGeom prst="ellipse">
            <a:avLst/>
          </a:prstGeom>
          <a:solidFill>
            <a:schemeClr val="bg1"/>
          </a:solidFill>
          <a:ln w="38100">
            <a:solidFill>
              <a:schemeClr val="bg1"/>
            </a:solidFill>
          </a:ln>
        </p:spPr>
        <p:txBody>
          <a:bodyPr vert="horz" lIns="91440" tIns="45720" rIns="91440" bIns="45720" rtlCol="0">
            <a:normAutofit/>
          </a:bodyPr>
          <a:lstStyle>
            <a:lvl1pPr>
              <a:defRPr lang="en-US" sz="600" dirty="0">
                <a:latin typeface="+mn-lt"/>
              </a:defRPr>
            </a:lvl1pPr>
          </a:lstStyle>
          <a:p>
            <a:pPr lvl="0"/>
            <a:r>
              <a:rPr lang="en-US" noProof="0"/>
              <a:t>Click icon to add picture</a:t>
            </a:r>
            <a:endParaRPr lang="en-US" noProof="0" dirty="0"/>
          </a:p>
        </p:txBody>
      </p:sp>
      <p:sp>
        <p:nvSpPr>
          <p:cNvPr id="9" name="Text Placeholder 8">
            <a:extLst>
              <a:ext uri="{FF2B5EF4-FFF2-40B4-BE49-F238E27FC236}">
                <a16:creationId xmlns:a16="http://schemas.microsoft.com/office/drawing/2014/main" id="{A985C547-771F-4BD4-ADA8-B270DC50BDBC}"/>
              </a:ext>
            </a:extLst>
          </p:cNvPr>
          <p:cNvSpPr>
            <a:spLocks noGrp="1"/>
          </p:cNvSpPr>
          <p:nvPr>
            <p:ph type="body" sz="quarter" idx="17"/>
          </p:nvPr>
        </p:nvSpPr>
        <p:spPr>
          <a:xfrm>
            <a:off x="7718323" y="1074809"/>
            <a:ext cx="3977648" cy="731694"/>
          </a:xfrm>
        </p:spPr>
        <p:txBody>
          <a:bodyPr anchor="ctr">
            <a:normAutofit/>
          </a:bodyPr>
          <a:lstStyle>
            <a:lvl1pPr marL="0" indent="0">
              <a:buNone/>
              <a:defRPr sz="1050">
                <a:latin typeface="+mn-lt"/>
              </a:defRPr>
            </a:lvl1pPr>
          </a:lstStyle>
          <a:p>
            <a:pPr lvl="0"/>
            <a:r>
              <a:rPr lang="en-US" noProof="0"/>
              <a:t>Click to edit Master text styles</a:t>
            </a:r>
          </a:p>
        </p:txBody>
      </p:sp>
      <p:sp>
        <p:nvSpPr>
          <p:cNvPr id="16" name="Text Placeholder 8">
            <a:extLst>
              <a:ext uri="{FF2B5EF4-FFF2-40B4-BE49-F238E27FC236}">
                <a16:creationId xmlns:a16="http://schemas.microsoft.com/office/drawing/2014/main" id="{5726DA1D-D34F-4505-9722-98586A88D858}"/>
              </a:ext>
            </a:extLst>
          </p:cNvPr>
          <p:cNvSpPr>
            <a:spLocks noGrp="1"/>
          </p:cNvSpPr>
          <p:nvPr>
            <p:ph type="body" sz="quarter" idx="18"/>
          </p:nvPr>
        </p:nvSpPr>
        <p:spPr>
          <a:xfrm>
            <a:off x="7718323" y="2365537"/>
            <a:ext cx="3977648" cy="731694"/>
          </a:xfrm>
        </p:spPr>
        <p:txBody>
          <a:bodyPr anchor="ctr">
            <a:normAutofit/>
          </a:bodyPr>
          <a:lstStyle>
            <a:lvl1pPr marL="0" indent="0">
              <a:buNone/>
              <a:defRPr sz="1050">
                <a:latin typeface="+mn-lt"/>
              </a:defRPr>
            </a:lvl1pPr>
          </a:lstStyle>
          <a:p>
            <a:pPr lvl="0"/>
            <a:r>
              <a:rPr lang="en-US" noProof="0"/>
              <a:t>Click to edit Master text styles</a:t>
            </a:r>
          </a:p>
        </p:txBody>
      </p:sp>
      <p:sp>
        <p:nvSpPr>
          <p:cNvPr id="18" name="Text Placeholder 8">
            <a:extLst>
              <a:ext uri="{FF2B5EF4-FFF2-40B4-BE49-F238E27FC236}">
                <a16:creationId xmlns:a16="http://schemas.microsoft.com/office/drawing/2014/main" id="{DA05F0E8-C4BA-4839-9D3B-C830E7398021}"/>
              </a:ext>
            </a:extLst>
          </p:cNvPr>
          <p:cNvSpPr>
            <a:spLocks noGrp="1"/>
          </p:cNvSpPr>
          <p:nvPr>
            <p:ph type="body" sz="quarter" idx="19"/>
          </p:nvPr>
        </p:nvSpPr>
        <p:spPr>
          <a:xfrm>
            <a:off x="7718323" y="3656265"/>
            <a:ext cx="3977648" cy="731694"/>
          </a:xfrm>
        </p:spPr>
        <p:txBody>
          <a:bodyPr anchor="ctr">
            <a:normAutofit/>
          </a:bodyPr>
          <a:lstStyle>
            <a:lvl1pPr marL="0" indent="0">
              <a:buNone/>
              <a:defRPr sz="1050">
                <a:latin typeface="+mn-lt"/>
              </a:defRPr>
            </a:lvl1pPr>
          </a:lstStyle>
          <a:p>
            <a:pPr lvl="0"/>
            <a:r>
              <a:rPr lang="en-US" noProof="0"/>
              <a:t>Click to edit Master text styles</a:t>
            </a:r>
          </a:p>
        </p:txBody>
      </p:sp>
      <p:sp>
        <p:nvSpPr>
          <p:cNvPr id="19" name="Text Placeholder 8">
            <a:extLst>
              <a:ext uri="{FF2B5EF4-FFF2-40B4-BE49-F238E27FC236}">
                <a16:creationId xmlns:a16="http://schemas.microsoft.com/office/drawing/2014/main" id="{3BDE5625-360A-435B-8812-2FFD30C937B1}"/>
              </a:ext>
            </a:extLst>
          </p:cNvPr>
          <p:cNvSpPr>
            <a:spLocks noGrp="1"/>
          </p:cNvSpPr>
          <p:nvPr>
            <p:ph type="body" sz="quarter" idx="20"/>
          </p:nvPr>
        </p:nvSpPr>
        <p:spPr>
          <a:xfrm>
            <a:off x="7718323" y="4946994"/>
            <a:ext cx="3977648" cy="731694"/>
          </a:xfrm>
        </p:spPr>
        <p:txBody>
          <a:bodyPr anchor="ctr">
            <a:normAutofit/>
          </a:bodyPr>
          <a:lstStyle>
            <a:lvl1pPr marL="0" indent="0">
              <a:buNone/>
              <a:defRPr sz="1050">
                <a:latin typeface="+mn-lt"/>
              </a:defRPr>
            </a:lvl1pPr>
          </a:lstStyle>
          <a:p>
            <a:pPr lvl="0"/>
            <a:r>
              <a:rPr lang="en-US" noProof="0"/>
              <a:t>Click to edit Master text styles</a:t>
            </a:r>
          </a:p>
        </p:txBody>
      </p:sp>
    </p:spTree>
    <p:extLst>
      <p:ext uri="{BB962C8B-B14F-4D97-AF65-F5344CB8AC3E}">
        <p14:creationId xmlns:p14="http://schemas.microsoft.com/office/powerpoint/2010/main" val="27553643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52"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BBE79-9A2D-485C-A5FF-D6F6AFD2AFC3}"/>
              </a:ext>
            </a:extLst>
          </p:cNvPr>
          <p:cNvSpPr>
            <a:spLocks noGrp="1"/>
          </p:cNvSpPr>
          <p:nvPr>
            <p:ph type="title"/>
          </p:nvPr>
        </p:nvSpPr>
        <p:spPr>
          <a:xfrm>
            <a:off x="841682" y="971950"/>
            <a:ext cx="3537031" cy="2036100"/>
          </a:xfrm>
        </p:spPr>
        <p:txBody>
          <a:bodyPr lIns="0"/>
          <a:lstStyle>
            <a:lvl1pPr>
              <a:defRPr>
                <a:solidFill>
                  <a:srgbClr val="5DAAB0"/>
                </a:solidFill>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0D8C8A61-C19F-4EF6-A991-5B6EFC5F7AFB}"/>
              </a:ext>
            </a:extLst>
          </p:cNvPr>
          <p:cNvSpPr>
            <a:spLocks noGrp="1"/>
          </p:cNvSpPr>
          <p:nvPr>
            <p:ph type="pic" sz="quarter" idx="11"/>
          </p:nvPr>
        </p:nvSpPr>
        <p:spPr>
          <a:xfrm>
            <a:off x="6076931" y="729827"/>
            <a:ext cx="1643384" cy="1643384"/>
          </a:xfrm>
          <a:prstGeom prst="ellipse">
            <a:avLst/>
          </a:prstGeom>
        </p:spPr>
        <p:txBody>
          <a:bodyPr/>
          <a:lstStyle>
            <a:lvl1pPr>
              <a:defRPr>
                <a:latin typeface="+mn-lt"/>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FB28CC40-CBF3-4E1C-841D-45C7739F95EE}"/>
              </a:ext>
            </a:extLst>
          </p:cNvPr>
          <p:cNvSpPr>
            <a:spLocks noGrp="1"/>
          </p:cNvSpPr>
          <p:nvPr>
            <p:ph type="pic" sz="quarter" idx="12"/>
          </p:nvPr>
        </p:nvSpPr>
        <p:spPr>
          <a:xfrm>
            <a:off x="8970603" y="729827"/>
            <a:ext cx="1643384" cy="1643384"/>
          </a:xfrm>
          <a:prstGeom prst="ellipse">
            <a:avLst/>
          </a:prstGeom>
        </p:spPr>
        <p:txBody>
          <a:bodyPr/>
          <a:lstStyle>
            <a:lvl1pPr>
              <a:defRPr>
                <a:latin typeface="+mn-lt"/>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12606688-9042-46BE-82EA-2A9034C21250}"/>
              </a:ext>
            </a:extLst>
          </p:cNvPr>
          <p:cNvSpPr>
            <a:spLocks noGrp="1"/>
          </p:cNvSpPr>
          <p:nvPr>
            <p:ph type="pic" sz="quarter" idx="13"/>
          </p:nvPr>
        </p:nvSpPr>
        <p:spPr>
          <a:xfrm>
            <a:off x="6076931" y="3646649"/>
            <a:ext cx="1643384" cy="1643384"/>
          </a:xfrm>
          <a:prstGeom prst="ellipse">
            <a:avLst/>
          </a:prstGeom>
        </p:spPr>
        <p:txBody>
          <a:bodyPr/>
          <a:lstStyle>
            <a:lvl1pPr>
              <a:defRPr>
                <a:latin typeface="+mn-lt"/>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94A72397-DF36-48ED-9888-0827D143B9BE}"/>
              </a:ext>
            </a:extLst>
          </p:cNvPr>
          <p:cNvSpPr>
            <a:spLocks noGrp="1"/>
          </p:cNvSpPr>
          <p:nvPr>
            <p:ph type="pic" sz="quarter" idx="14"/>
          </p:nvPr>
        </p:nvSpPr>
        <p:spPr>
          <a:xfrm>
            <a:off x="8970603" y="3646649"/>
            <a:ext cx="1643384" cy="1643384"/>
          </a:xfrm>
          <a:prstGeom prst="ellipse">
            <a:avLst/>
          </a:prstGeom>
        </p:spPr>
        <p:txBody>
          <a:bodyPr/>
          <a:lstStyle>
            <a:lvl1pPr>
              <a:defRPr>
                <a:latin typeface="+mn-lt"/>
              </a:defRPr>
            </a:lvl1pPr>
          </a:lstStyle>
          <a:p>
            <a:r>
              <a:rPr lang="en-US"/>
              <a:t>Click icon to add picture</a:t>
            </a:r>
            <a:endParaRPr lang="en-US" dirty="0"/>
          </a:p>
        </p:txBody>
      </p:sp>
      <p:sp>
        <p:nvSpPr>
          <p:cNvPr id="9" name="Text Placeholder 6">
            <a:extLst>
              <a:ext uri="{FF2B5EF4-FFF2-40B4-BE49-F238E27FC236}">
                <a16:creationId xmlns:a16="http://schemas.microsoft.com/office/drawing/2014/main" id="{DD736A8B-DD51-4DE5-A500-3F2E06CA9E12}"/>
              </a:ext>
            </a:extLst>
          </p:cNvPr>
          <p:cNvSpPr>
            <a:spLocks noGrp="1"/>
          </p:cNvSpPr>
          <p:nvPr>
            <p:ph type="body" sz="quarter" idx="15"/>
          </p:nvPr>
        </p:nvSpPr>
        <p:spPr>
          <a:xfrm>
            <a:off x="5642771" y="2823837"/>
            <a:ext cx="2517605" cy="484146"/>
          </a:xfrm>
        </p:spPr>
        <p:txBody>
          <a:bodyPr lIns="0">
            <a:noAutofit/>
          </a:bodyPr>
          <a:lstStyle>
            <a:lvl1pPr marL="0" indent="0" algn="ctr">
              <a:buNone/>
              <a:defRPr sz="1050">
                <a:latin typeface="+mn-lt"/>
                <a:cs typeface="Arial" panose="020B0604020202020204" pitchFamily="34" charset="0"/>
              </a:defRPr>
            </a:lvl1pPr>
          </a:lstStyle>
          <a:p>
            <a:pPr lvl="0"/>
            <a:r>
              <a:rPr lang="en-US"/>
              <a:t>Click to edit Master text styles</a:t>
            </a:r>
          </a:p>
        </p:txBody>
      </p:sp>
      <p:sp>
        <p:nvSpPr>
          <p:cNvPr id="10" name="Text Placeholder 6">
            <a:extLst>
              <a:ext uri="{FF2B5EF4-FFF2-40B4-BE49-F238E27FC236}">
                <a16:creationId xmlns:a16="http://schemas.microsoft.com/office/drawing/2014/main" id="{088F0D2C-15BE-4CDF-B390-80500DDD7436}"/>
              </a:ext>
            </a:extLst>
          </p:cNvPr>
          <p:cNvSpPr>
            <a:spLocks noGrp="1"/>
          </p:cNvSpPr>
          <p:nvPr>
            <p:ph type="body" sz="quarter" idx="16" hasCustomPrompt="1"/>
          </p:nvPr>
        </p:nvSpPr>
        <p:spPr>
          <a:xfrm>
            <a:off x="5642771" y="2419513"/>
            <a:ext cx="2517605" cy="382749"/>
          </a:xfrm>
        </p:spPr>
        <p:txBody>
          <a:bodyPr lIns="0" anchor="b">
            <a:noAutofit/>
          </a:bodyPr>
          <a:lstStyle>
            <a:lvl1pPr marL="0" indent="0" algn="ctr">
              <a:buNone/>
              <a:defRPr sz="1200" b="1">
                <a:latin typeface="+mn-lt"/>
                <a:cs typeface="Arial" panose="020B0604020202020204" pitchFamily="34" charset="0"/>
              </a:defRPr>
            </a:lvl1pPr>
          </a:lstStyle>
          <a:p>
            <a:pPr lvl="0"/>
            <a:r>
              <a:rPr lang="en-US" dirty="0"/>
              <a:t>ADD NAME HERE</a:t>
            </a:r>
          </a:p>
        </p:txBody>
      </p:sp>
      <p:sp>
        <p:nvSpPr>
          <p:cNvPr id="11" name="Text Placeholder 6">
            <a:extLst>
              <a:ext uri="{FF2B5EF4-FFF2-40B4-BE49-F238E27FC236}">
                <a16:creationId xmlns:a16="http://schemas.microsoft.com/office/drawing/2014/main" id="{BC14EC5C-D80F-42F2-A5F0-D4F07AADAECE}"/>
              </a:ext>
            </a:extLst>
          </p:cNvPr>
          <p:cNvSpPr>
            <a:spLocks noGrp="1"/>
          </p:cNvSpPr>
          <p:nvPr>
            <p:ph type="body" sz="quarter" idx="17"/>
          </p:nvPr>
        </p:nvSpPr>
        <p:spPr>
          <a:xfrm>
            <a:off x="8544956" y="2823837"/>
            <a:ext cx="2517605" cy="484146"/>
          </a:xfrm>
        </p:spPr>
        <p:txBody>
          <a:bodyPr lIns="0">
            <a:noAutofit/>
          </a:bodyPr>
          <a:lstStyle>
            <a:lvl1pPr marL="0" indent="0" algn="ctr">
              <a:buNone/>
              <a:defRPr sz="1050">
                <a:latin typeface="+mn-lt"/>
                <a:cs typeface="Arial" panose="020B060402020202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235DD3B7-76E7-45B9-B75B-30D7AFC8EE6C}"/>
              </a:ext>
            </a:extLst>
          </p:cNvPr>
          <p:cNvSpPr>
            <a:spLocks noGrp="1"/>
          </p:cNvSpPr>
          <p:nvPr>
            <p:ph type="body" sz="quarter" idx="18" hasCustomPrompt="1"/>
          </p:nvPr>
        </p:nvSpPr>
        <p:spPr>
          <a:xfrm>
            <a:off x="8544956" y="2419513"/>
            <a:ext cx="2517605" cy="382749"/>
          </a:xfrm>
        </p:spPr>
        <p:txBody>
          <a:bodyPr lIns="0" anchor="b">
            <a:noAutofit/>
          </a:bodyPr>
          <a:lstStyle>
            <a:lvl1pPr marL="0" indent="0" algn="ctr">
              <a:buNone/>
              <a:defRPr sz="1200" b="1">
                <a:latin typeface="+mn-lt"/>
                <a:cs typeface="Arial" panose="020B0604020202020204" pitchFamily="34" charset="0"/>
              </a:defRPr>
            </a:lvl1pPr>
          </a:lstStyle>
          <a:p>
            <a:pPr lvl="0"/>
            <a:r>
              <a:rPr lang="en-US" dirty="0"/>
              <a:t>ADD NAME HERE</a:t>
            </a:r>
          </a:p>
        </p:txBody>
      </p:sp>
      <p:sp>
        <p:nvSpPr>
          <p:cNvPr id="17" name="Text Placeholder 6">
            <a:extLst>
              <a:ext uri="{FF2B5EF4-FFF2-40B4-BE49-F238E27FC236}">
                <a16:creationId xmlns:a16="http://schemas.microsoft.com/office/drawing/2014/main" id="{5A499762-AEDB-43BC-89CC-CC0602BEAF73}"/>
              </a:ext>
            </a:extLst>
          </p:cNvPr>
          <p:cNvSpPr>
            <a:spLocks noGrp="1"/>
          </p:cNvSpPr>
          <p:nvPr>
            <p:ph type="body" sz="quarter" idx="23"/>
          </p:nvPr>
        </p:nvSpPr>
        <p:spPr>
          <a:xfrm>
            <a:off x="5642771" y="5740657"/>
            <a:ext cx="2517605" cy="484146"/>
          </a:xfrm>
        </p:spPr>
        <p:txBody>
          <a:bodyPr lIns="0">
            <a:noAutofit/>
          </a:bodyPr>
          <a:lstStyle>
            <a:lvl1pPr marL="0" indent="0" algn="ctr">
              <a:buNone/>
              <a:defRPr sz="1050">
                <a:latin typeface="+mn-lt"/>
                <a:cs typeface="Arial" panose="020B0604020202020204" pitchFamily="34" charset="0"/>
              </a:defRPr>
            </a:lvl1pPr>
          </a:lstStyle>
          <a:p>
            <a:pPr lvl="0"/>
            <a:r>
              <a:rPr lang="en-US"/>
              <a:t>Click to edit Master text styles</a:t>
            </a:r>
          </a:p>
        </p:txBody>
      </p:sp>
      <p:sp>
        <p:nvSpPr>
          <p:cNvPr id="18" name="Text Placeholder 6">
            <a:extLst>
              <a:ext uri="{FF2B5EF4-FFF2-40B4-BE49-F238E27FC236}">
                <a16:creationId xmlns:a16="http://schemas.microsoft.com/office/drawing/2014/main" id="{880EDD7E-326D-47DC-B58D-88ECE1D00F94}"/>
              </a:ext>
            </a:extLst>
          </p:cNvPr>
          <p:cNvSpPr>
            <a:spLocks noGrp="1"/>
          </p:cNvSpPr>
          <p:nvPr>
            <p:ph type="body" sz="quarter" idx="24" hasCustomPrompt="1"/>
          </p:nvPr>
        </p:nvSpPr>
        <p:spPr>
          <a:xfrm>
            <a:off x="5642771" y="5336333"/>
            <a:ext cx="2517605" cy="382749"/>
          </a:xfrm>
        </p:spPr>
        <p:txBody>
          <a:bodyPr lIns="0" anchor="b">
            <a:noAutofit/>
          </a:bodyPr>
          <a:lstStyle>
            <a:lvl1pPr marL="0" indent="0" algn="ctr">
              <a:buNone/>
              <a:defRPr sz="1200" b="1">
                <a:latin typeface="+mn-lt"/>
                <a:cs typeface="Arial" panose="020B0604020202020204" pitchFamily="34" charset="0"/>
              </a:defRPr>
            </a:lvl1pPr>
          </a:lstStyle>
          <a:p>
            <a:pPr lvl="0"/>
            <a:r>
              <a:rPr lang="en-US" dirty="0"/>
              <a:t>ADD NAME HERE</a:t>
            </a:r>
          </a:p>
        </p:txBody>
      </p:sp>
      <p:sp>
        <p:nvSpPr>
          <p:cNvPr id="19" name="Text Placeholder 6">
            <a:extLst>
              <a:ext uri="{FF2B5EF4-FFF2-40B4-BE49-F238E27FC236}">
                <a16:creationId xmlns:a16="http://schemas.microsoft.com/office/drawing/2014/main" id="{DB92C933-F978-486C-A305-0BAC73E0F152}"/>
              </a:ext>
            </a:extLst>
          </p:cNvPr>
          <p:cNvSpPr>
            <a:spLocks noGrp="1"/>
          </p:cNvSpPr>
          <p:nvPr>
            <p:ph type="body" sz="quarter" idx="25"/>
          </p:nvPr>
        </p:nvSpPr>
        <p:spPr>
          <a:xfrm>
            <a:off x="8544956" y="5740657"/>
            <a:ext cx="2517605" cy="484146"/>
          </a:xfrm>
        </p:spPr>
        <p:txBody>
          <a:bodyPr lIns="0">
            <a:noAutofit/>
          </a:bodyPr>
          <a:lstStyle>
            <a:lvl1pPr marL="0" indent="0" algn="ctr">
              <a:buNone/>
              <a:defRPr sz="1050">
                <a:latin typeface="+mn-lt"/>
                <a:cs typeface="Arial" panose="020B0604020202020204" pitchFamily="34" charset="0"/>
              </a:defRPr>
            </a:lvl1pPr>
          </a:lstStyle>
          <a:p>
            <a:pPr lvl="0"/>
            <a:r>
              <a:rPr lang="en-US"/>
              <a:t>Click to edit Master text styles</a:t>
            </a:r>
          </a:p>
        </p:txBody>
      </p:sp>
      <p:sp>
        <p:nvSpPr>
          <p:cNvPr id="20" name="Text Placeholder 6">
            <a:extLst>
              <a:ext uri="{FF2B5EF4-FFF2-40B4-BE49-F238E27FC236}">
                <a16:creationId xmlns:a16="http://schemas.microsoft.com/office/drawing/2014/main" id="{B18BFAE0-942E-42DB-BD07-596D50E07E37}"/>
              </a:ext>
            </a:extLst>
          </p:cNvPr>
          <p:cNvSpPr>
            <a:spLocks noGrp="1"/>
          </p:cNvSpPr>
          <p:nvPr>
            <p:ph type="body" sz="quarter" idx="26" hasCustomPrompt="1"/>
          </p:nvPr>
        </p:nvSpPr>
        <p:spPr>
          <a:xfrm>
            <a:off x="8544956" y="5336333"/>
            <a:ext cx="2517605" cy="382749"/>
          </a:xfrm>
        </p:spPr>
        <p:txBody>
          <a:bodyPr lIns="0" anchor="b">
            <a:noAutofit/>
          </a:bodyPr>
          <a:lstStyle>
            <a:lvl1pPr marL="0" indent="0" algn="ctr">
              <a:buNone/>
              <a:defRPr sz="1200" b="1">
                <a:latin typeface="+mn-lt"/>
                <a:cs typeface="Arial" panose="020B0604020202020204" pitchFamily="34" charset="0"/>
              </a:defRPr>
            </a:lvl1pPr>
          </a:lstStyle>
          <a:p>
            <a:pPr lvl="0"/>
            <a:r>
              <a:rPr lang="en-US" dirty="0"/>
              <a:t>ADD NAME HERE</a:t>
            </a:r>
          </a:p>
        </p:txBody>
      </p:sp>
      <p:sp>
        <p:nvSpPr>
          <p:cNvPr id="16" name="Shape 62">
            <a:extLst>
              <a:ext uri="{FF2B5EF4-FFF2-40B4-BE49-F238E27FC236}">
                <a16:creationId xmlns:a16="http://schemas.microsoft.com/office/drawing/2014/main" id="{E2A7A773-8673-42D6-B565-4013CBE76BBD}"/>
              </a:ext>
            </a:extLst>
          </p:cNvPr>
          <p:cNvSpPr/>
          <p:nvPr/>
        </p:nvSpPr>
        <p:spPr>
          <a:xfrm rot="16200000" flipV="1">
            <a:off x="965155" y="-184909"/>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sz="1125" dirty="0"/>
          </a:p>
        </p:txBody>
      </p:sp>
    </p:spTree>
    <p:extLst>
      <p:ext uri="{BB962C8B-B14F-4D97-AF65-F5344CB8AC3E}">
        <p14:creationId xmlns:p14="http://schemas.microsoft.com/office/powerpoint/2010/main" val="33811209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8_Custom Layout">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EE8D18BE-27C3-4048-91A7-DD0F0F8D0861}"/>
              </a:ext>
            </a:extLst>
          </p:cNvPr>
          <p:cNvSpPr/>
          <p:nvPr/>
        </p:nvSpPr>
        <p:spPr>
          <a:xfrm>
            <a:off x="4190265" y="2280735"/>
            <a:ext cx="1874871" cy="1874870"/>
          </a:xfrm>
          <a:prstGeom prst="ellipse">
            <a:avLst/>
          </a:prstGeom>
          <a:noFill/>
          <a:ln>
            <a:solidFill>
              <a:srgbClr val="5DA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mn-lt"/>
            </a:endParaRPr>
          </a:p>
        </p:txBody>
      </p:sp>
      <p:sp>
        <p:nvSpPr>
          <p:cNvPr id="2" name="Title 1">
            <a:extLst>
              <a:ext uri="{FF2B5EF4-FFF2-40B4-BE49-F238E27FC236}">
                <a16:creationId xmlns:a16="http://schemas.microsoft.com/office/drawing/2014/main" id="{A8FBBE79-9A2D-485C-A5FF-D6F6AFD2AFC3}"/>
              </a:ext>
            </a:extLst>
          </p:cNvPr>
          <p:cNvSpPr>
            <a:spLocks noGrp="1"/>
          </p:cNvSpPr>
          <p:nvPr>
            <p:ph type="title"/>
          </p:nvPr>
        </p:nvSpPr>
        <p:spPr>
          <a:xfrm>
            <a:off x="2106888" y="616350"/>
            <a:ext cx="7978227" cy="1062602"/>
          </a:xfrm>
        </p:spPr>
        <p:txBody>
          <a:bodyPr lIns="0"/>
          <a:lstStyle>
            <a:lvl1pPr algn="ctr">
              <a:defRPr>
                <a:solidFill>
                  <a:schemeClr val="tx2"/>
                </a:solidFill>
                <a:latin typeface="+mj-lt"/>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0D8C8A61-C19F-4EF6-A991-5B6EFC5F7AFB}"/>
              </a:ext>
            </a:extLst>
          </p:cNvPr>
          <p:cNvSpPr>
            <a:spLocks noGrp="1"/>
          </p:cNvSpPr>
          <p:nvPr>
            <p:ph type="pic" sz="quarter" idx="11"/>
          </p:nvPr>
        </p:nvSpPr>
        <p:spPr>
          <a:xfrm>
            <a:off x="4306007" y="2385012"/>
            <a:ext cx="1643384" cy="1643384"/>
          </a:xfrm>
          <a:prstGeom prst="ellipse">
            <a:avLst/>
          </a:prstGeom>
        </p:spPr>
        <p:txBody>
          <a:bodyPr>
            <a:normAutofit/>
          </a:bodyPr>
          <a:lstStyle>
            <a:lvl1pPr algn="ctr">
              <a:defRPr sz="1200">
                <a:latin typeface="+mn-lt"/>
              </a:defRPr>
            </a:lvl1pPr>
          </a:lstStyle>
          <a:p>
            <a:r>
              <a:rPr lang="en-US"/>
              <a:t>Click icon to add picture</a:t>
            </a:r>
            <a:endParaRPr lang="en-US" dirty="0"/>
          </a:p>
        </p:txBody>
      </p:sp>
      <p:sp>
        <p:nvSpPr>
          <p:cNvPr id="6" name="Picture Placeholder 4">
            <a:extLst>
              <a:ext uri="{FF2B5EF4-FFF2-40B4-BE49-F238E27FC236}">
                <a16:creationId xmlns:a16="http://schemas.microsoft.com/office/drawing/2014/main" id="{FB28CC40-CBF3-4E1C-841D-45C7739F95EE}"/>
              </a:ext>
            </a:extLst>
          </p:cNvPr>
          <p:cNvSpPr>
            <a:spLocks noGrp="1"/>
          </p:cNvSpPr>
          <p:nvPr>
            <p:ph type="pic" sz="quarter" idx="12"/>
          </p:nvPr>
        </p:nvSpPr>
        <p:spPr>
          <a:xfrm>
            <a:off x="6273705" y="2385012"/>
            <a:ext cx="1643384" cy="1643384"/>
          </a:xfrm>
          <a:prstGeom prst="ellipse">
            <a:avLst/>
          </a:prstGeom>
        </p:spPr>
        <p:txBody>
          <a:bodyPr>
            <a:normAutofit/>
          </a:bodyPr>
          <a:lstStyle>
            <a:lvl1pPr algn="ctr">
              <a:defRPr sz="1200">
                <a:latin typeface="+mn-lt"/>
              </a:defRPr>
            </a:lvl1pPr>
          </a:lstStyle>
          <a:p>
            <a:r>
              <a:rPr lang="en-US"/>
              <a:t>Click icon to add picture</a:t>
            </a:r>
            <a:endParaRPr lang="en-US" dirty="0"/>
          </a:p>
        </p:txBody>
      </p:sp>
      <p:sp>
        <p:nvSpPr>
          <p:cNvPr id="7" name="Picture Placeholder 4">
            <a:extLst>
              <a:ext uri="{FF2B5EF4-FFF2-40B4-BE49-F238E27FC236}">
                <a16:creationId xmlns:a16="http://schemas.microsoft.com/office/drawing/2014/main" id="{12606688-9042-46BE-82EA-2A9034C21250}"/>
              </a:ext>
            </a:extLst>
          </p:cNvPr>
          <p:cNvSpPr>
            <a:spLocks noGrp="1"/>
          </p:cNvSpPr>
          <p:nvPr>
            <p:ph type="pic" sz="quarter" idx="13"/>
          </p:nvPr>
        </p:nvSpPr>
        <p:spPr>
          <a:xfrm>
            <a:off x="4306007" y="4352707"/>
            <a:ext cx="1643384" cy="1643384"/>
          </a:xfrm>
          <a:prstGeom prst="ellipse">
            <a:avLst/>
          </a:prstGeom>
        </p:spPr>
        <p:txBody>
          <a:bodyPr>
            <a:normAutofit/>
          </a:bodyPr>
          <a:lstStyle>
            <a:lvl1pPr algn="ctr">
              <a:defRPr sz="1200">
                <a:latin typeface="+mn-lt"/>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94A72397-DF36-48ED-9888-0827D143B9BE}"/>
              </a:ext>
            </a:extLst>
          </p:cNvPr>
          <p:cNvSpPr>
            <a:spLocks noGrp="1"/>
          </p:cNvSpPr>
          <p:nvPr>
            <p:ph type="pic" sz="quarter" idx="14"/>
          </p:nvPr>
        </p:nvSpPr>
        <p:spPr>
          <a:xfrm>
            <a:off x="6273705" y="4352707"/>
            <a:ext cx="1643384" cy="1643384"/>
          </a:xfrm>
          <a:prstGeom prst="ellipse">
            <a:avLst/>
          </a:prstGeom>
        </p:spPr>
        <p:txBody>
          <a:bodyPr>
            <a:normAutofit/>
          </a:bodyPr>
          <a:lstStyle>
            <a:lvl1pPr algn="ctr">
              <a:defRPr sz="1200">
                <a:latin typeface="+mn-lt"/>
              </a:defRPr>
            </a:lvl1pPr>
          </a:lstStyle>
          <a:p>
            <a:r>
              <a:rPr lang="en-US"/>
              <a:t>Click icon to add picture</a:t>
            </a:r>
            <a:endParaRPr lang="en-US" dirty="0"/>
          </a:p>
        </p:txBody>
      </p:sp>
      <p:sp>
        <p:nvSpPr>
          <p:cNvPr id="9" name="Text Placeholder 6">
            <a:extLst>
              <a:ext uri="{FF2B5EF4-FFF2-40B4-BE49-F238E27FC236}">
                <a16:creationId xmlns:a16="http://schemas.microsoft.com/office/drawing/2014/main" id="{DD736A8B-DD51-4DE5-A500-3F2E06CA9E12}"/>
              </a:ext>
            </a:extLst>
          </p:cNvPr>
          <p:cNvSpPr>
            <a:spLocks noGrp="1"/>
          </p:cNvSpPr>
          <p:nvPr>
            <p:ph type="body" sz="quarter" idx="15"/>
          </p:nvPr>
        </p:nvSpPr>
        <p:spPr>
          <a:xfrm>
            <a:off x="1504732" y="3168715"/>
            <a:ext cx="2517605" cy="484146"/>
          </a:xfrm>
        </p:spPr>
        <p:txBody>
          <a:bodyPr lIns="0">
            <a:noAutofit/>
          </a:bodyPr>
          <a:lstStyle>
            <a:lvl1pPr marL="0" indent="0" algn="r">
              <a:buNone/>
              <a:defRPr sz="1050">
                <a:latin typeface="+mn-lt"/>
                <a:cs typeface="Arial" panose="020B0604020202020204" pitchFamily="34" charset="0"/>
              </a:defRPr>
            </a:lvl1pPr>
          </a:lstStyle>
          <a:p>
            <a:pPr lvl="0"/>
            <a:r>
              <a:rPr lang="en-US"/>
              <a:t>Click to edit Master text styles</a:t>
            </a:r>
          </a:p>
        </p:txBody>
      </p:sp>
      <p:sp>
        <p:nvSpPr>
          <p:cNvPr id="10" name="Text Placeholder 6">
            <a:extLst>
              <a:ext uri="{FF2B5EF4-FFF2-40B4-BE49-F238E27FC236}">
                <a16:creationId xmlns:a16="http://schemas.microsoft.com/office/drawing/2014/main" id="{088F0D2C-15BE-4CDF-B390-80500DDD7436}"/>
              </a:ext>
            </a:extLst>
          </p:cNvPr>
          <p:cNvSpPr>
            <a:spLocks noGrp="1"/>
          </p:cNvSpPr>
          <p:nvPr>
            <p:ph type="body" sz="quarter" idx="16" hasCustomPrompt="1"/>
          </p:nvPr>
        </p:nvSpPr>
        <p:spPr>
          <a:xfrm>
            <a:off x="1504732" y="2764391"/>
            <a:ext cx="2517605" cy="382749"/>
          </a:xfrm>
        </p:spPr>
        <p:txBody>
          <a:bodyPr lIns="0" anchor="b">
            <a:noAutofit/>
          </a:bodyPr>
          <a:lstStyle>
            <a:lvl1pPr marL="0" indent="0" algn="r">
              <a:buNone/>
              <a:defRPr sz="1200" b="1">
                <a:latin typeface="+mn-lt"/>
                <a:cs typeface="Arial" panose="020B0604020202020204" pitchFamily="34" charset="0"/>
              </a:defRPr>
            </a:lvl1pPr>
          </a:lstStyle>
          <a:p>
            <a:pPr lvl="0"/>
            <a:r>
              <a:rPr lang="en-US" dirty="0"/>
              <a:t>ADD NAME HERE</a:t>
            </a:r>
          </a:p>
        </p:txBody>
      </p:sp>
      <p:sp>
        <p:nvSpPr>
          <p:cNvPr id="11" name="Text Placeholder 6">
            <a:extLst>
              <a:ext uri="{FF2B5EF4-FFF2-40B4-BE49-F238E27FC236}">
                <a16:creationId xmlns:a16="http://schemas.microsoft.com/office/drawing/2014/main" id="{BC14EC5C-D80F-42F2-A5F0-D4F07AADAECE}"/>
              </a:ext>
            </a:extLst>
          </p:cNvPr>
          <p:cNvSpPr>
            <a:spLocks noGrp="1"/>
          </p:cNvSpPr>
          <p:nvPr>
            <p:ph type="body" sz="quarter" idx="17"/>
          </p:nvPr>
        </p:nvSpPr>
        <p:spPr>
          <a:xfrm>
            <a:off x="8241404" y="3168715"/>
            <a:ext cx="2517605" cy="484146"/>
          </a:xfrm>
        </p:spPr>
        <p:txBody>
          <a:bodyPr lIns="0">
            <a:noAutofit/>
          </a:bodyPr>
          <a:lstStyle>
            <a:lvl1pPr marL="0" indent="0" algn="l">
              <a:buNone/>
              <a:defRPr sz="1050">
                <a:latin typeface="+mn-lt"/>
                <a:cs typeface="Arial" panose="020B060402020202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235DD3B7-76E7-45B9-B75B-30D7AFC8EE6C}"/>
              </a:ext>
            </a:extLst>
          </p:cNvPr>
          <p:cNvSpPr>
            <a:spLocks noGrp="1"/>
          </p:cNvSpPr>
          <p:nvPr>
            <p:ph type="body" sz="quarter" idx="18" hasCustomPrompt="1"/>
          </p:nvPr>
        </p:nvSpPr>
        <p:spPr>
          <a:xfrm>
            <a:off x="8241404" y="2764391"/>
            <a:ext cx="2517605" cy="382749"/>
          </a:xfrm>
        </p:spPr>
        <p:txBody>
          <a:bodyPr lIns="0" anchor="b">
            <a:noAutofit/>
          </a:bodyPr>
          <a:lstStyle>
            <a:lvl1pPr marL="0" indent="0" algn="l">
              <a:buNone/>
              <a:defRPr sz="1200" b="1">
                <a:latin typeface="+mn-lt"/>
                <a:cs typeface="Arial" panose="020B0604020202020204" pitchFamily="34" charset="0"/>
              </a:defRPr>
            </a:lvl1pPr>
          </a:lstStyle>
          <a:p>
            <a:pPr lvl="0"/>
            <a:r>
              <a:rPr lang="en-US" dirty="0"/>
              <a:t>ADD NAME HERE</a:t>
            </a:r>
          </a:p>
        </p:txBody>
      </p:sp>
      <p:sp>
        <p:nvSpPr>
          <p:cNvPr id="13" name="Text Placeholder 6">
            <a:extLst>
              <a:ext uri="{FF2B5EF4-FFF2-40B4-BE49-F238E27FC236}">
                <a16:creationId xmlns:a16="http://schemas.microsoft.com/office/drawing/2014/main" id="{3B9FAC90-EA8D-4C0E-A0D1-0D252B50A12F}"/>
              </a:ext>
            </a:extLst>
          </p:cNvPr>
          <p:cNvSpPr>
            <a:spLocks noGrp="1"/>
          </p:cNvSpPr>
          <p:nvPr>
            <p:ph type="body" sz="quarter" idx="19"/>
          </p:nvPr>
        </p:nvSpPr>
        <p:spPr>
          <a:xfrm>
            <a:off x="1504732" y="5167572"/>
            <a:ext cx="2517605" cy="484146"/>
          </a:xfrm>
        </p:spPr>
        <p:txBody>
          <a:bodyPr lIns="0">
            <a:noAutofit/>
          </a:bodyPr>
          <a:lstStyle>
            <a:lvl1pPr marL="0" indent="0" algn="r">
              <a:buNone/>
              <a:defRPr sz="1050">
                <a:latin typeface="+mn-lt"/>
                <a:cs typeface="Arial" panose="020B0604020202020204" pitchFamily="34" charset="0"/>
              </a:defRPr>
            </a:lvl1pPr>
          </a:lstStyle>
          <a:p>
            <a:pPr lvl="0"/>
            <a:r>
              <a:rPr lang="en-US"/>
              <a:t>Click to edit Master text styles</a:t>
            </a:r>
          </a:p>
        </p:txBody>
      </p:sp>
      <p:sp>
        <p:nvSpPr>
          <p:cNvPr id="14" name="Text Placeholder 6">
            <a:extLst>
              <a:ext uri="{FF2B5EF4-FFF2-40B4-BE49-F238E27FC236}">
                <a16:creationId xmlns:a16="http://schemas.microsoft.com/office/drawing/2014/main" id="{5556F808-0B84-4923-9C86-83F13CFABBB6}"/>
              </a:ext>
            </a:extLst>
          </p:cNvPr>
          <p:cNvSpPr>
            <a:spLocks noGrp="1"/>
          </p:cNvSpPr>
          <p:nvPr>
            <p:ph type="body" sz="quarter" idx="20" hasCustomPrompt="1"/>
          </p:nvPr>
        </p:nvSpPr>
        <p:spPr>
          <a:xfrm>
            <a:off x="1504732" y="4763248"/>
            <a:ext cx="2517605" cy="382749"/>
          </a:xfrm>
        </p:spPr>
        <p:txBody>
          <a:bodyPr lIns="0" anchor="b">
            <a:noAutofit/>
          </a:bodyPr>
          <a:lstStyle>
            <a:lvl1pPr marL="0" indent="0" algn="r">
              <a:buNone/>
              <a:defRPr sz="1200" b="1">
                <a:latin typeface="+mn-lt"/>
                <a:cs typeface="Arial" panose="020B0604020202020204" pitchFamily="34" charset="0"/>
              </a:defRPr>
            </a:lvl1pPr>
          </a:lstStyle>
          <a:p>
            <a:pPr lvl="0"/>
            <a:r>
              <a:rPr lang="en-US" dirty="0"/>
              <a:t>ADD NAME HERE</a:t>
            </a:r>
          </a:p>
        </p:txBody>
      </p:sp>
      <p:sp>
        <p:nvSpPr>
          <p:cNvPr id="15" name="Text Placeholder 6">
            <a:extLst>
              <a:ext uri="{FF2B5EF4-FFF2-40B4-BE49-F238E27FC236}">
                <a16:creationId xmlns:a16="http://schemas.microsoft.com/office/drawing/2014/main" id="{6D49870F-68D7-4CDC-8F2A-696151FA2B90}"/>
              </a:ext>
            </a:extLst>
          </p:cNvPr>
          <p:cNvSpPr>
            <a:spLocks noGrp="1"/>
          </p:cNvSpPr>
          <p:nvPr>
            <p:ph type="body" sz="quarter" idx="21"/>
          </p:nvPr>
        </p:nvSpPr>
        <p:spPr>
          <a:xfrm>
            <a:off x="8241404" y="5167572"/>
            <a:ext cx="2517605" cy="484146"/>
          </a:xfrm>
        </p:spPr>
        <p:txBody>
          <a:bodyPr lIns="0">
            <a:noAutofit/>
          </a:bodyPr>
          <a:lstStyle>
            <a:lvl1pPr marL="0" indent="0" algn="l">
              <a:buNone/>
              <a:defRPr sz="1050">
                <a:latin typeface="+mn-lt"/>
                <a:cs typeface="Arial" panose="020B0604020202020204" pitchFamily="34" charset="0"/>
              </a:defRPr>
            </a:lvl1pPr>
          </a:lstStyle>
          <a:p>
            <a:pPr lvl="0"/>
            <a:r>
              <a:rPr lang="en-US"/>
              <a:t>Click to edit Master text styles</a:t>
            </a:r>
          </a:p>
        </p:txBody>
      </p:sp>
      <p:sp>
        <p:nvSpPr>
          <p:cNvPr id="16" name="Text Placeholder 6">
            <a:extLst>
              <a:ext uri="{FF2B5EF4-FFF2-40B4-BE49-F238E27FC236}">
                <a16:creationId xmlns:a16="http://schemas.microsoft.com/office/drawing/2014/main" id="{530C251D-6B9A-485B-A02D-AAF34ECA7B5D}"/>
              </a:ext>
            </a:extLst>
          </p:cNvPr>
          <p:cNvSpPr>
            <a:spLocks noGrp="1"/>
          </p:cNvSpPr>
          <p:nvPr>
            <p:ph type="body" sz="quarter" idx="22" hasCustomPrompt="1"/>
          </p:nvPr>
        </p:nvSpPr>
        <p:spPr>
          <a:xfrm>
            <a:off x="8241404" y="4763248"/>
            <a:ext cx="2517605" cy="382749"/>
          </a:xfrm>
        </p:spPr>
        <p:txBody>
          <a:bodyPr lIns="0" anchor="b">
            <a:noAutofit/>
          </a:bodyPr>
          <a:lstStyle>
            <a:lvl1pPr marL="0" indent="0" algn="l">
              <a:buNone/>
              <a:defRPr sz="1200" b="1">
                <a:latin typeface="+mn-lt"/>
                <a:cs typeface="Arial" panose="020B0604020202020204" pitchFamily="34" charset="0"/>
              </a:defRPr>
            </a:lvl1pPr>
          </a:lstStyle>
          <a:p>
            <a:pPr lvl="0"/>
            <a:r>
              <a:rPr lang="en-US" dirty="0"/>
              <a:t>ADD NAME HERE</a:t>
            </a:r>
          </a:p>
        </p:txBody>
      </p:sp>
      <p:sp>
        <p:nvSpPr>
          <p:cNvPr id="17" name="Oval 16">
            <a:extLst>
              <a:ext uri="{FF2B5EF4-FFF2-40B4-BE49-F238E27FC236}">
                <a16:creationId xmlns:a16="http://schemas.microsoft.com/office/drawing/2014/main" id="{EC623159-5A5F-49ED-8FE8-D17FB82C8BB9}"/>
              </a:ext>
            </a:extLst>
          </p:cNvPr>
          <p:cNvSpPr/>
          <p:nvPr/>
        </p:nvSpPr>
        <p:spPr>
          <a:xfrm>
            <a:off x="6157961" y="2280735"/>
            <a:ext cx="1874871" cy="1874870"/>
          </a:xfrm>
          <a:prstGeom prst="ellipse">
            <a:avLst/>
          </a:prstGeom>
          <a:noFill/>
          <a:ln>
            <a:solidFill>
              <a:srgbClr val="5DA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mn-lt"/>
            </a:endParaRPr>
          </a:p>
        </p:txBody>
      </p:sp>
      <p:sp>
        <p:nvSpPr>
          <p:cNvPr id="18" name="Oval 17">
            <a:extLst>
              <a:ext uri="{FF2B5EF4-FFF2-40B4-BE49-F238E27FC236}">
                <a16:creationId xmlns:a16="http://schemas.microsoft.com/office/drawing/2014/main" id="{83F630FE-FEDE-4DCF-98BE-57FA329D971D}"/>
              </a:ext>
            </a:extLst>
          </p:cNvPr>
          <p:cNvSpPr/>
          <p:nvPr/>
        </p:nvSpPr>
        <p:spPr>
          <a:xfrm>
            <a:off x="4190265" y="4236857"/>
            <a:ext cx="1874871" cy="1874870"/>
          </a:xfrm>
          <a:prstGeom prst="ellipse">
            <a:avLst/>
          </a:prstGeom>
          <a:noFill/>
          <a:ln>
            <a:solidFill>
              <a:srgbClr val="5DA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mn-lt"/>
            </a:endParaRPr>
          </a:p>
        </p:txBody>
      </p:sp>
      <p:sp>
        <p:nvSpPr>
          <p:cNvPr id="19" name="Oval 18">
            <a:extLst>
              <a:ext uri="{FF2B5EF4-FFF2-40B4-BE49-F238E27FC236}">
                <a16:creationId xmlns:a16="http://schemas.microsoft.com/office/drawing/2014/main" id="{5CEE0F46-6DA2-40B8-B7F9-015FA8D24163}"/>
              </a:ext>
            </a:extLst>
          </p:cNvPr>
          <p:cNvSpPr/>
          <p:nvPr/>
        </p:nvSpPr>
        <p:spPr>
          <a:xfrm>
            <a:off x="6157961" y="4236857"/>
            <a:ext cx="1874871" cy="1874870"/>
          </a:xfrm>
          <a:prstGeom prst="ellipse">
            <a:avLst/>
          </a:prstGeom>
          <a:noFill/>
          <a:ln>
            <a:solidFill>
              <a:srgbClr val="5DA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mn-lt"/>
            </a:endParaRPr>
          </a:p>
        </p:txBody>
      </p:sp>
    </p:spTree>
    <p:extLst>
      <p:ext uri="{BB962C8B-B14F-4D97-AF65-F5344CB8AC3E}">
        <p14:creationId xmlns:p14="http://schemas.microsoft.com/office/powerpoint/2010/main" val="37162330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Blank ">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6790781" y="839974"/>
            <a:ext cx="4767263" cy="1342045"/>
          </a:xfrm>
        </p:spPr>
        <p:txBody>
          <a:bodyPr lIns="0" anchor="b">
            <a:normAutofit/>
          </a:bodyPr>
          <a:lstStyle>
            <a:lvl1pPr>
              <a:defRPr sz="3000">
                <a:latin typeface="+mj-lt"/>
              </a:defRPr>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6790781" y="2635244"/>
            <a:ext cx="4767263" cy="3483263"/>
          </a:xfrm>
        </p:spPr>
        <p:txBody>
          <a:bodyPr lIns="0">
            <a:normAutofit/>
          </a:bodyPr>
          <a:lstStyle>
            <a:lvl1pPr marL="0" indent="0">
              <a:lnSpc>
                <a:spcPct val="100000"/>
              </a:lnSpc>
              <a:buNone/>
              <a:defRPr sz="1050" spc="0">
                <a:solidFill>
                  <a:schemeClr val="tx2"/>
                </a:solidFill>
              </a:defRPr>
            </a:lvl1pPr>
            <a:lvl2pPr marL="342900" indent="0">
              <a:lnSpc>
                <a:spcPct val="100000"/>
              </a:lnSpc>
              <a:buNone/>
              <a:defRPr sz="825" spc="0">
                <a:solidFill>
                  <a:schemeClr val="tx2"/>
                </a:solidFill>
              </a:defRPr>
            </a:lvl2pPr>
            <a:lvl3pPr marL="685800" indent="0">
              <a:lnSpc>
                <a:spcPct val="100000"/>
              </a:lnSpc>
              <a:buNone/>
              <a:defRPr sz="788" spc="0">
                <a:solidFill>
                  <a:schemeClr val="tx2"/>
                </a:solidFill>
              </a:defRPr>
            </a:lvl3pPr>
            <a:lvl4pPr marL="1028700" indent="0">
              <a:lnSpc>
                <a:spcPct val="100000"/>
              </a:lnSpc>
              <a:buNone/>
              <a:defRPr sz="750" spc="0">
                <a:solidFill>
                  <a:schemeClr val="tx2"/>
                </a:solidFill>
              </a:defRPr>
            </a:lvl4pPr>
            <a:lvl5pPr marL="1371600" indent="0">
              <a:lnSpc>
                <a:spcPct val="100000"/>
              </a:lnSpc>
              <a:buNone/>
              <a:defRPr sz="750" spc="0">
                <a:solidFill>
                  <a:schemeClr val="tx2"/>
                </a:solidFill>
              </a:defRPr>
            </a:lvl5pPr>
          </a:lstStyle>
          <a:p>
            <a:pPr lvl="0"/>
            <a:r>
              <a:rPr lang="en-US" noProof="0"/>
              <a:t>Click to edit Master text styles</a:t>
            </a:r>
          </a:p>
        </p:txBody>
      </p:sp>
      <p:sp>
        <p:nvSpPr>
          <p:cNvPr id="14" name="Text Placeholder 11">
            <a:extLst>
              <a:ext uri="{FF2B5EF4-FFF2-40B4-BE49-F238E27FC236}">
                <a16:creationId xmlns:a16="http://schemas.microsoft.com/office/drawing/2014/main" id="{BC005EA5-AC3E-B248-B6E7-9CA2F3092AAD}"/>
              </a:ext>
            </a:extLst>
          </p:cNvPr>
          <p:cNvSpPr>
            <a:spLocks noGrp="1"/>
          </p:cNvSpPr>
          <p:nvPr>
            <p:ph type="body" sz="quarter" idx="12" hasCustomPrompt="1"/>
          </p:nvPr>
        </p:nvSpPr>
        <p:spPr>
          <a:xfrm>
            <a:off x="6790781" y="2247681"/>
            <a:ext cx="4767263" cy="321901"/>
          </a:xfrm>
        </p:spPr>
        <p:txBody>
          <a:bodyPr lIns="0" anchor="t">
            <a:normAutofit/>
          </a:bodyPr>
          <a:lstStyle>
            <a:lvl1pPr marL="0" indent="0">
              <a:buNone/>
              <a:defRPr sz="1050" spc="225">
                <a:solidFill>
                  <a:schemeClr val="tx2"/>
                </a:solidFill>
              </a:defRPr>
            </a:lvl1pPr>
            <a:lvl2pPr>
              <a:defRPr sz="825">
                <a:solidFill>
                  <a:schemeClr val="tx2"/>
                </a:solidFill>
              </a:defRPr>
            </a:lvl2pPr>
            <a:lvl3pPr>
              <a:defRPr sz="788">
                <a:solidFill>
                  <a:schemeClr val="tx2"/>
                </a:solidFill>
              </a:defRPr>
            </a:lvl3pPr>
            <a:lvl4pPr>
              <a:defRPr sz="750">
                <a:solidFill>
                  <a:schemeClr val="tx2"/>
                </a:solidFill>
              </a:defRPr>
            </a:lvl4pPr>
            <a:lvl5pPr>
              <a:defRPr sz="750">
                <a:solidFill>
                  <a:schemeClr val="tx2"/>
                </a:solidFill>
              </a:defRPr>
            </a:lvl5pPr>
          </a:lstStyle>
          <a:p>
            <a:pPr lvl="0"/>
            <a:r>
              <a:rPr lang="en-US" noProof="0"/>
              <a:t>SUBTITLE HERE</a:t>
            </a:r>
          </a:p>
        </p:txBody>
      </p:sp>
      <p:sp>
        <p:nvSpPr>
          <p:cNvPr id="3" name="Chart Placeholder 2">
            <a:extLst>
              <a:ext uri="{FF2B5EF4-FFF2-40B4-BE49-F238E27FC236}">
                <a16:creationId xmlns:a16="http://schemas.microsoft.com/office/drawing/2014/main" id="{D352E4A8-F531-4E6C-BD45-CE540EDB1D48}"/>
              </a:ext>
            </a:extLst>
          </p:cNvPr>
          <p:cNvSpPr>
            <a:spLocks noGrp="1"/>
          </p:cNvSpPr>
          <p:nvPr>
            <p:ph type="chart" sz="quarter" idx="13"/>
          </p:nvPr>
        </p:nvSpPr>
        <p:spPr>
          <a:xfrm>
            <a:off x="838201" y="2247902"/>
            <a:ext cx="5620473" cy="3870325"/>
          </a:xfrm>
        </p:spPr>
        <p:txBody>
          <a:bodyPr/>
          <a:lstStyle/>
          <a:p>
            <a:r>
              <a:rPr lang="en-US" noProof="0"/>
              <a:t>Click icon to add chart</a:t>
            </a:r>
            <a:endParaRPr lang="en-US" noProof="0" dirty="0"/>
          </a:p>
        </p:txBody>
      </p:sp>
    </p:spTree>
    <p:extLst>
      <p:ext uri="{BB962C8B-B14F-4D97-AF65-F5344CB8AC3E}">
        <p14:creationId xmlns:p14="http://schemas.microsoft.com/office/powerpoint/2010/main" val="19550144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Blank ">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847181" y="687574"/>
            <a:ext cx="4767263" cy="1342045"/>
          </a:xfrm>
        </p:spPr>
        <p:txBody>
          <a:bodyPr lIns="0" anchor="b">
            <a:normAutofit/>
          </a:bodyPr>
          <a:lstStyle>
            <a:lvl1pPr algn="r">
              <a:defRPr sz="3000">
                <a:latin typeface="+mj-lt"/>
              </a:defRPr>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5815421" y="687573"/>
            <a:ext cx="5370740" cy="1342044"/>
          </a:xfrm>
        </p:spPr>
        <p:txBody>
          <a:bodyPr lIns="0">
            <a:normAutofit/>
          </a:bodyPr>
          <a:lstStyle>
            <a:lvl1pPr marL="0" indent="0">
              <a:lnSpc>
                <a:spcPct val="100000"/>
              </a:lnSpc>
              <a:buNone/>
              <a:defRPr sz="1050" spc="0">
                <a:solidFill>
                  <a:schemeClr val="tx2"/>
                </a:solidFill>
              </a:defRPr>
            </a:lvl1pPr>
            <a:lvl2pPr marL="342900" indent="0">
              <a:lnSpc>
                <a:spcPct val="100000"/>
              </a:lnSpc>
              <a:buNone/>
              <a:defRPr sz="825" spc="0">
                <a:solidFill>
                  <a:schemeClr val="tx2"/>
                </a:solidFill>
              </a:defRPr>
            </a:lvl2pPr>
            <a:lvl3pPr marL="685800" indent="0">
              <a:lnSpc>
                <a:spcPct val="100000"/>
              </a:lnSpc>
              <a:buNone/>
              <a:defRPr sz="788" spc="0">
                <a:solidFill>
                  <a:schemeClr val="tx2"/>
                </a:solidFill>
              </a:defRPr>
            </a:lvl3pPr>
            <a:lvl4pPr marL="1028700" indent="0">
              <a:lnSpc>
                <a:spcPct val="100000"/>
              </a:lnSpc>
              <a:buNone/>
              <a:defRPr sz="750" spc="0">
                <a:solidFill>
                  <a:schemeClr val="tx2"/>
                </a:solidFill>
              </a:defRPr>
            </a:lvl4pPr>
            <a:lvl5pPr marL="1371600" indent="0">
              <a:lnSpc>
                <a:spcPct val="100000"/>
              </a:lnSpc>
              <a:buNone/>
              <a:defRPr sz="750" spc="0">
                <a:solidFill>
                  <a:schemeClr val="tx2"/>
                </a:solidFill>
              </a:defRPr>
            </a:lvl5pPr>
          </a:lstStyle>
          <a:p>
            <a:pPr lvl="0"/>
            <a:r>
              <a:rPr lang="en-US" noProof="0"/>
              <a:t>Click to edit Master text styles</a:t>
            </a:r>
          </a:p>
        </p:txBody>
      </p:sp>
      <p:sp>
        <p:nvSpPr>
          <p:cNvPr id="3" name="Chart Placeholder 2">
            <a:extLst>
              <a:ext uri="{FF2B5EF4-FFF2-40B4-BE49-F238E27FC236}">
                <a16:creationId xmlns:a16="http://schemas.microsoft.com/office/drawing/2014/main" id="{D352E4A8-F531-4E6C-BD45-CE540EDB1D48}"/>
              </a:ext>
            </a:extLst>
          </p:cNvPr>
          <p:cNvSpPr>
            <a:spLocks noGrp="1"/>
          </p:cNvSpPr>
          <p:nvPr>
            <p:ph type="chart" sz="quarter" idx="13"/>
          </p:nvPr>
        </p:nvSpPr>
        <p:spPr>
          <a:xfrm>
            <a:off x="838200" y="2392682"/>
            <a:ext cx="10719843" cy="4167505"/>
          </a:xfrm>
        </p:spPr>
        <p:txBody>
          <a:bodyPr/>
          <a:lstStyle/>
          <a:p>
            <a:r>
              <a:rPr lang="en-US" noProof="0"/>
              <a:t>Click icon to add chart</a:t>
            </a:r>
            <a:endParaRPr lang="en-US" noProof="0" dirty="0"/>
          </a:p>
        </p:txBody>
      </p:sp>
    </p:spTree>
    <p:extLst>
      <p:ext uri="{BB962C8B-B14F-4D97-AF65-F5344CB8AC3E}">
        <p14:creationId xmlns:p14="http://schemas.microsoft.com/office/powerpoint/2010/main" val="8083755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_Blank ">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F6D2B1F-21AB-FC4C-ADF6-BC4463A62DC7}"/>
              </a:ext>
            </a:extLst>
          </p:cNvPr>
          <p:cNvSpPr>
            <a:spLocks noGrp="1"/>
          </p:cNvSpPr>
          <p:nvPr>
            <p:ph type="title" hasCustomPrompt="1"/>
          </p:nvPr>
        </p:nvSpPr>
        <p:spPr>
          <a:xfrm>
            <a:off x="847181" y="687574"/>
            <a:ext cx="4767263" cy="1342045"/>
          </a:xfrm>
        </p:spPr>
        <p:txBody>
          <a:bodyPr lIns="0" anchor="b">
            <a:normAutofit/>
          </a:bodyPr>
          <a:lstStyle>
            <a:lvl1pPr algn="r">
              <a:defRPr sz="3000">
                <a:latin typeface="+mj-lt"/>
              </a:defRPr>
            </a:lvl1pPr>
          </a:lstStyle>
          <a:p>
            <a:r>
              <a:rPr lang="en-US" noProof="0"/>
              <a:t>Click to Add </a:t>
            </a:r>
            <a:br>
              <a:rPr lang="en-US" noProof="0"/>
            </a:br>
            <a:r>
              <a:rPr lang="en-US" noProof="0"/>
              <a:t>Slide Title Here</a:t>
            </a:r>
          </a:p>
        </p:txBody>
      </p:sp>
      <p:sp>
        <p:nvSpPr>
          <p:cNvPr id="13" name="Text Placeholder 11">
            <a:extLst>
              <a:ext uri="{FF2B5EF4-FFF2-40B4-BE49-F238E27FC236}">
                <a16:creationId xmlns:a16="http://schemas.microsoft.com/office/drawing/2014/main" id="{F1372009-C299-3A49-80B3-22EAC70160E8}"/>
              </a:ext>
            </a:extLst>
          </p:cNvPr>
          <p:cNvSpPr>
            <a:spLocks noGrp="1"/>
          </p:cNvSpPr>
          <p:nvPr>
            <p:ph type="body" sz="quarter" idx="11"/>
          </p:nvPr>
        </p:nvSpPr>
        <p:spPr>
          <a:xfrm>
            <a:off x="5815421" y="687573"/>
            <a:ext cx="5370740" cy="1342044"/>
          </a:xfrm>
        </p:spPr>
        <p:txBody>
          <a:bodyPr lIns="0">
            <a:normAutofit/>
          </a:bodyPr>
          <a:lstStyle>
            <a:lvl1pPr marL="0" indent="0">
              <a:lnSpc>
                <a:spcPct val="100000"/>
              </a:lnSpc>
              <a:buNone/>
              <a:defRPr sz="1050" spc="0">
                <a:solidFill>
                  <a:schemeClr val="tx2"/>
                </a:solidFill>
              </a:defRPr>
            </a:lvl1pPr>
            <a:lvl2pPr marL="342900" indent="0">
              <a:lnSpc>
                <a:spcPct val="100000"/>
              </a:lnSpc>
              <a:buNone/>
              <a:defRPr sz="825" spc="0">
                <a:solidFill>
                  <a:schemeClr val="tx2"/>
                </a:solidFill>
              </a:defRPr>
            </a:lvl2pPr>
            <a:lvl3pPr marL="685800" indent="0">
              <a:lnSpc>
                <a:spcPct val="100000"/>
              </a:lnSpc>
              <a:buNone/>
              <a:defRPr sz="788" spc="0">
                <a:solidFill>
                  <a:schemeClr val="tx2"/>
                </a:solidFill>
              </a:defRPr>
            </a:lvl3pPr>
            <a:lvl4pPr marL="1028700" indent="0">
              <a:lnSpc>
                <a:spcPct val="100000"/>
              </a:lnSpc>
              <a:buNone/>
              <a:defRPr sz="750" spc="0">
                <a:solidFill>
                  <a:schemeClr val="tx2"/>
                </a:solidFill>
              </a:defRPr>
            </a:lvl4pPr>
            <a:lvl5pPr marL="1371600" indent="0">
              <a:lnSpc>
                <a:spcPct val="100000"/>
              </a:lnSpc>
              <a:buNone/>
              <a:defRPr sz="750" spc="0">
                <a:solidFill>
                  <a:schemeClr val="tx2"/>
                </a:solidFill>
              </a:defRPr>
            </a:lvl5pPr>
          </a:lstStyle>
          <a:p>
            <a:pPr lvl="0"/>
            <a:r>
              <a:rPr lang="en-US" noProof="0"/>
              <a:t>Click to edit Master text styles</a:t>
            </a:r>
          </a:p>
        </p:txBody>
      </p:sp>
      <p:sp>
        <p:nvSpPr>
          <p:cNvPr id="3" name="Chart Placeholder 2">
            <a:extLst>
              <a:ext uri="{FF2B5EF4-FFF2-40B4-BE49-F238E27FC236}">
                <a16:creationId xmlns:a16="http://schemas.microsoft.com/office/drawing/2014/main" id="{D352E4A8-F531-4E6C-BD45-CE540EDB1D48}"/>
              </a:ext>
            </a:extLst>
          </p:cNvPr>
          <p:cNvSpPr>
            <a:spLocks noGrp="1"/>
          </p:cNvSpPr>
          <p:nvPr>
            <p:ph type="chart" sz="quarter" idx="13"/>
          </p:nvPr>
        </p:nvSpPr>
        <p:spPr>
          <a:xfrm>
            <a:off x="5815421" y="2392682"/>
            <a:ext cx="5742623" cy="4023995"/>
          </a:xfrm>
        </p:spPr>
        <p:txBody>
          <a:bodyPr/>
          <a:lstStyle/>
          <a:p>
            <a:r>
              <a:rPr lang="en-US" noProof="0"/>
              <a:t>Click icon to add chart</a:t>
            </a:r>
            <a:endParaRPr lang="en-US" noProof="0" dirty="0"/>
          </a:p>
        </p:txBody>
      </p:sp>
      <p:sp>
        <p:nvSpPr>
          <p:cNvPr id="4" name="Picture Placeholder 3">
            <a:extLst>
              <a:ext uri="{FF2B5EF4-FFF2-40B4-BE49-F238E27FC236}">
                <a16:creationId xmlns:a16="http://schemas.microsoft.com/office/drawing/2014/main" id="{C9E9201F-1E54-4CE0-974D-2A45F04F48B9}"/>
              </a:ext>
            </a:extLst>
          </p:cNvPr>
          <p:cNvSpPr>
            <a:spLocks noGrp="1"/>
          </p:cNvSpPr>
          <p:nvPr>
            <p:ph type="pic" sz="quarter" idx="14"/>
          </p:nvPr>
        </p:nvSpPr>
        <p:spPr>
          <a:xfrm>
            <a:off x="838201" y="2392047"/>
            <a:ext cx="4776788" cy="4023995"/>
          </a:xfrm>
        </p:spPr>
        <p:txBody>
          <a:bodyPr/>
          <a:lstStyle/>
          <a:p>
            <a:r>
              <a:rPr lang="en-US" noProof="0"/>
              <a:t>Click icon to add picture</a:t>
            </a:r>
            <a:endParaRPr lang="en-US" noProof="0" dirty="0"/>
          </a:p>
        </p:txBody>
      </p:sp>
    </p:spTree>
    <p:extLst>
      <p:ext uri="{BB962C8B-B14F-4D97-AF65-F5344CB8AC3E}">
        <p14:creationId xmlns:p14="http://schemas.microsoft.com/office/powerpoint/2010/main" val="19213712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74535-13A9-914D-A6BC-97AFF288301C}"/>
              </a:ext>
            </a:extLst>
          </p:cNvPr>
          <p:cNvSpPr>
            <a:spLocks noGrp="1"/>
          </p:cNvSpPr>
          <p:nvPr>
            <p:ph type="title" hasCustomPrompt="1"/>
          </p:nvPr>
        </p:nvSpPr>
        <p:spPr>
          <a:xfrm>
            <a:off x="647700" y="289560"/>
            <a:ext cx="10896600" cy="893218"/>
          </a:xfrm>
        </p:spPr>
        <p:txBody>
          <a:bodyPr anchor="b"/>
          <a:lstStyle>
            <a:lvl1pPr algn="ctr">
              <a:defRPr>
                <a:latin typeface="+mj-lt"/>
              </a:defRPr>
            </a:lvl1pPr>
          </a:lstStyle>
          <a:p>
            <a:r>
              <a:rPr lang="en-US" dirty="0"/>
              <a:t>CLICK TO EDIT MASTER TITLE STYLE</a:t>
            </a:r>
          </a:p>
        </p:txBody>
      </p:sp>
      <p:sp>
        <p:nvSpPr>
          <p:cNvPr id="11" name="Text Placeholder 11">
            <a:extLst>
              <a:ext uri="{FF2B5EF4-FFF2-40B4-BE49-F238E27FC236}">
                <a16:creationId xmlns:a16="http://schemas.microsoft.com/office/drawing/2014/main" id="{43A40995-514F-A74C-B120-F2ADB492062F}"/>
              </a:ext>
            </a:extLst>
          </p:cNvPr>
          <p:cNvSpPr>
            <a:spLocks noGrp="1"/>
          </p:cNvSpPr>
          <p:nvPr>
            <p:ph type="body" sz="quarter" idx="12" hasCustomPrompt="1"/>
          </p:nvPr>
        </p:nvSpPr>
        <p:spPr>
          <a:xfrm>
            <a:off x="647700" y="1097365"/>
            <a:ext cx="10896600" cy="602887"/>
          </a:xfrm>
        </p:spPr>
        <p:txBody>
          <a:bodyPr anchor="ctr">
            <a:normAutofit/>
          </a:bodyPr>
          <a:lstStyle>
            <a:lvl1pPr marL="0" indent="0" algn="ctr">
              <a:buNone/>
              <a:defRPr sz="1050" spc="225">
                <a:solidFill>
                  <a:schemeClr val="tx2"/>
                </a:solidFill>
              </a:defRPr>
            </a:lvl1pPr>
            <a:lvl2pPr>
              <a:defRPr sz="825">
                <a:solidFill>
                  <a:schemeClr val="tx2"/>
                </a:solidFill>
              </a:defRPr>
            </a:lvl2pPr>
            <a:lvl3pPr>
              <a:defRPr sz="788">
                <a:solidFill>
                  <a:schemeClr val="tx2"/>
                </a:solidFill>
              </a:defRPr>
            </a:lvl3pPr>
            <a:lvl4pPr>
              <a:defRPr sz="750">
                <a:solidFill>
                  <a:schemeClr val="tx2"/>
                </a:solidFill>
              </a:defRPr>
            </a:lvl4pPr>
            <a:lvl5pPr>
              <a:defRPr sz="750">
                <a:solidFill>
                  <a:schemeClr val="tx2"/>
                </a:solidFill>
              </a:defRPr>
            </a:lvl5pPr>
          </a:lstStyle>
          <a:p>
            <a:pPr lvl="0"/>
            <a:r>
              <a:rPr lang="en-US" dirty="0"/>
              <a:t>SUBTITLE HERE</a:t>
            </a:r>
          </a:p>
        </p:txBody>
      </p:sp>
      <p:sp>
        <p:nvSpPr>
          <p:cNvPr id="4" name="Table Placeholder 3">
            <a:extLst>
              <a:ext uri="{FF2B5EF4-FFF2-40B4-BE49-F238E27FC236}">
                <a16:creationId xmlns:a16="http://schemas.microsoft.com/office/drawing/2014/main" id="{EC1740A4-BBA1-4296-9738-ADD3B80B2439}"/>
              </a:ext>
            </a:extLst>
          </p:cNvPr>
          <p:cNvSpPr>
            <a:spLocks noGrp="1"/>
          </p:cNvSpPr>
          <p:nvPr>
            <p:ph type="tbl" sz="quarter" idx="13"/>
          </p:nvPr>
        </p:nvSpPr>
        <p:spPr>
          <a:xfrm>
            <a:off x="647700" y="1806575"/>
            <a:ext cx="10896600" cy="4578350"/>
          </a:xfrm>
        </p:spPr>
        <p:txBody>
          <a:bodyPr/>
          <a:lstStyle/>
          <a:p>
            <a:r>
              <a:rPr lang="en-US"/>
              <a:t>Click icon to add table</a:t>
            </a:r>
            <a:endParaRPr lang="en-US" dirty="0"/>
          </a:p>
        </p:txBody>
      </p:sp>
    </p:spTree>
    <p:extLst>
      <p:ext uri="{BB962C8B-B14F-4D97-AF65-F5344CB8AC3E}">
        <p14:creationId xmlns:p14="http://schemas.microsoft.com/office/powerpoint/2010/main" val="32262162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972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3236597" y="260350"/>
            <a:ext cx="4492625" cy="6300788"/>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noProof="0"/>
              <a:t>Click icon to add picture</a:t>
            </a:r>
            <a:endParaRPr lang="en-US" noProof="0" dirty="0"/>
          </a:p>
        </p:txBody>
      </p:sp>
      <p:sp>
        <p:nvSpPr>
          <p:cNvPr id="6" name="Picture Placeholder 6">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noProof="0"/>
              <a:t>Click icon to add picture</a:t>
            </a:r>
            <a:endParaRPr lang="en-US" noProof="0" dirty="0"/>
          </a:p>
        </p:txBody>
      </p:sp>
      <p:sp>
        <p:nvSpPr>
          <p:cNvPr id="7" name="Picture Placeholder 6">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noProof="0"/>
              <a:t>Click icon to add picture</a:t>
            </a:r>
            <a:endParaRPr lang="en-US" noProof="0" dirty="0"/>
          </a:p>
        </p:txBody>
      </p:sp>
      <p:sp>
        <p:nvSpPr>
          <p:cNvPr id="8" name="Title 1">
            <a:extLst>
              <a:ext uri="{FF2B5EF4-FFF2-40B4-BE49-F238E27FC236}">
                <a16:creationId xmlns:a16="http://schemas.microsoft.com/office/drawing/2014/main" id="{531D0563-B39F-46E6-AC0D-1CDBD9E8989A}"/>
              </a:ext>
            </a:extLst>
          </p:cNvPr>
          <p:cNvSpPr>
            <a:spLocks noGrp="1"/>
          </p:cNvSpPr>
          <p:nvPr>
            <p:ph type="title" hasCustomPrompt="1"/>
          </p:nvPr>
        </p:nvSpPr>
        <p:spPr>
          <a:xfrm>
            <a:off x="518161" y="524172"/>
            <a:ext cx="2578099" cy="2508588"/>
          </a:xfrm>
        </p:spPr>
        <p:txBody>
          <a:bodyPr lIns="0" anchor="t">
            <a:normAutofit/>
          </a:bodyPr>
          <a:lstStyle>
            <a:lvl1pPr algn="l">
              <a:defRPr sz="3000">
                <a:latin typeface="+mj-lt"/>
              </a:defRPr>
            </a:lvl1pPr>
          </a:lstStyle>
          <a:p>
            <a:r>
              <a:rPr lang="en-US" noProof="0"/>
              <a:t>Click to Add </a:t>
            </a:r>
            <a:br>
              <a:rPr lang="en-US" noProof="0"/>
            </a:br>
            <a:r>
              <a:rPr lang="en-US" noProof="0"/>
              <a:t>Slide Title Here</a:t>
            </a:r>
          </a:p>
        </p:txBody>
      </p:sp>
      <p:sp>
        <p:nvSpPr>
          <p:cNvPr id="9" name="Shape 62">
            <a:extLst>
              <a:ext uri="{FF2B5EF4-FFF2-40B4-BE49-F238E27FC236}">
                <a16:creationId xmlns:a16="http://schemas.microsoft.com/office/drawing/2014/main" id="{77A2F74A-3B1A-417B-8998-62F0E7EF0E74}"/>
              </a:ext>
            </a:extLst>
          </p:cNvPr>
          <p:cNvSpPr/>
          <p:nvPr/>
        </p:nvSpPr>
        <p:spPr>
          <a:xfrm rot="16200000" flipV="1">
            <a:off x="965155" y="-703070"/>
            <a:ext cx="0" cy="1930311"/>
          </a:xfrm>
          <a:prstGeom prst="line">
            <a:avLst/>
          </a:prstGeom>
          <a:ln w="19050">
            <a:solidFill>
              <a:schemeClr val="tx2"/>
            </a:solidFill>
            <a:miter lim="400000"/>
          </a:ln>
        </p:spPr>
        <p:txBody>
          <a:bodyPr lIns="14288" tIns="14288" rIns="14288" bIns="14288" anchor="ctr"/>
          <a:lstStyle/>
          <a:p>
            <a:pPr algn="ctr">
              <a:defRPr sz="3000">
                <a:solidFill>
                  <a:srgbClr val="000000"/>
                </a:solidFill>
                <a:latin typeface="Helvetica Light"/>
                <a:ea typeface="Helvetica Light"/>
                <a:cs typeface="Helvetica Light"/>
                <a:sym typeface="Helvetica Light"/>
              </a:defRPr>
            </a:pPr>
            <a:endParaRPr lang="en-US" sz="1125" noProof="0" dirty="0"/>
          </a:p>
        </p:txBody>
      </p:sp>
    </p:spTree>
    <p:extLst>
      <p:ext uri="{BB962C8B-B14F-4D97-AF65-F5344CB8AC3E}">
        <p14:creationId xmlns:p14="http://schemas.microsoft.com/office/powerpoint/2010/main" val="16407807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AC817481-FC70-46B9-B779-4E5C04778C8E}"/>
              </a:ext>
            </a:extLst>
          </p:cNvPr>
          <p:cNvSpPr>
            <a:spLocks noGrp="1"/>
          </p:cNvSpPr>
          <p:nvPr>
            <p:ph type="pic" sz="quarter" idx="10"/>
          </p:nvPr>
        </p:nvSpPr>
        <p:spPr>
          <a:xfrm>
            <a:off x="212726" y="198755"/>
            <a:ext cx="3856039" cy="4235450"/>
          </a:xfrm>
          <a:solidFill>
            <a:schemeClr val="bg1">
              <a:lumMod val="95000"/>
            </a:schemeClr>
          </a:solidFill>
        </p:spPr>
        <p:txBody>
          <a:bodyPr/>
          <a:lstStyle/>
          <a:p>
            <a:r>
              <a:rPr lang="en-US"/>
              <a:t>Click icon to add picture</a:t>
            </a:r>
            <a:endParaRPr lang="en-US" dirty="0"/>
          </a:p>
        </p:txBody>
      </p:sp>
      <p:sp>
        <p:nvSpPr>
          <p:cNvPr id="4" name="Picture Placeholder 4">
            <a:extLst>
              <a:ext uri="{FF2B5EF4-FFF2-40B4-BE49-F238E27FC236}">
                <a16:creationId xmlns:a16="http://schemas.microsoft.com/office/drawing/2014/main" id="{D653D0B5-B695-4544-91E9-B8223EA713FF}"/>
              </a:ext>
            </a:extLst>
          </p:cNvPr>
          <p:cNvSpPr>
            <a:spLocks noGrp="1"/>
          </p:cNvSpPr>
          <p:nvPr>
            <p:ph type="pic" sz="quarter" idx="11"/>
          </p:nvPr>
        </p:nvSpPr>
        <p:spPr>
          <a:xfrm>
            <a:off x="4312285" y="198755"/>
            <a:ext cx="7651115" cy="4235450"/>
          </a:xfrm>
          <a:solidFill>
            <a:schemeClr val="bg1">
              <a:lumMod val="95000"/>
            </a:schemeClr>
          </a:solidFill>
        </p:spPr>
        <p:txBody>
          <a:bodyPr/>
          <a:lstStyle/>
          <a:p>
            <a:r>
              <a:rPr lang="en-US"/>
              <a:t>Click icon to add picture</a:t>
            </a:r>
            <a:endParaRPr lang="en-US" dirty="0"/>
          </a:p>
        </p:txBody>
      </p:sp>
      <p:sp>
        <p:nvSpPr>
          <p:cNvPr id="5" name="Picture Placeholder 4">
            <a:extLst>
              <a:ext uri="{FF2B5EF4-FFF2-40B4-BE49-F238E27FC236}">
                <a16:creationId xmlns:a16="http://schemas.microsoft.com/office/drawing/2014/main" id="{00DB6AEA-811C-4554-97AF-7D4F2639BDC7}"/>
              </a:ext>
            </a:extLst>
          </p:cNvPr>
          <p:cNvSpPr>
            <a:spLocks noGrp="1"/>
          </p:cNvSpPr>
          <p:nvPr>
            <p:ph type="pic" sz="quarter" idx="12"/>
          </p:nvPr>
        </p:nvSpPr>
        <p:spPr>
          <a:xfrm>
            <a:off x="213362" y="4648202"/>
            <a:ext cx="7651116" cy="2011679"/>
          </a:xfrm>
          <a:solidFill>
            <a:schemeClr val="bg1">
              <a:lumMod val="95000"/>
            </a:schemeClr>
          </a:solidFill>
        </p:spPr>
        <p:txBody>
          <a:bodyPr/>
          <a:lstStyle/>
          <a:p>
            <a:r>
              <a:rPr lang="en-US"/>
              <a:t>Click icon to add picture</a:t>
            </a:r>
            <a:endParaRPr lang="en-US" dirty="0"/>
          </a:p>
        </p:txBody>
      </p:sp>
      <p:sp>
        <p:nvSpPr>
          <p:cNvPr id="6" name="Picture Placeholder 4">
            <a:extLst>
              <a:ext uri="{FF2B5EF4-FFF2-40B4-BE49-F238E27FC236}">
                <a16:creationId xmlns:a16="http://schemas.microsoft.com/office/drawing/2014/main" id="{75694821-2A94-40B8-8AAD-3E3762AFD388}"/>
              </a:ext>
            </a:extLst>
          </p:cNvPr>
          <p:cNvSpPr>
            <a:spLocks noGrp="1"/>
          </p:cNvSpPr>
          <p:nvPr>
            <p:ph type="pic" sz="quarter" idx="13"/>
          </p:nvPr>
        </p:nvSpPr>
        <p:spPr>
          <a:xfrm>
            <a:off x="8122921" y="4648202"/>
            <a:ext cx="3855721" cy="2011679"/>
          </a:xfrm>
          <a:solidFill>
            <a:schemeClr val="bg1">
              <a:lumMod val="95000"/>
            </a:schemeClr>
          </a:solidFill>
        </p:spPr>
        <p:txBody>
          <a:bodyPr/>
          <a:lstStyle/>
          <a:p>
            <a:r>
              <a:rPr lang="en-US"/>
              <a:t>Click icon to add picture</a:t>
            </a:r>
            <a:endParaRPr lang="en-US" dirty="0"/>
          </a:p>
        </p:txBody>
      </p:sp>
    </p:spTree>
    <p:extLst>
      <p:ext uri="{BB962C8B-B14F-4D97-AF65-F5344CB8AC3E}">
        <p14:creationId xmlns:p14="http://schemas.microsoft.com/office/powerpoint/2010/main" val="30667616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pPr lvl="0"/>
            <a:r>
              <a:rPr lang="en-US"/>
              <a:t>Click to edit Master text styles</a:t>
            </a:r>
          </a:p>
        </p:txBody>
      </p:sp>
      <p:sp>
        <p:nvSpPr>
          <p:cNvPr id="4" name="Holder 4"/>
          <p:cNvSpPr>
            <a:spLocks noGrp="1"/>
          </p:cNvSpPr>
          <p:nvPr>
            <p:ph type="ftr" sz="quarter" idx="5"/>
          </p:nvPr>
        </p:nvSpPr>
        <p:spPr>
          <a:xfrm>
            <a:off x="4038600" y="6356352"/>
            <a:ext cx="4114800" cy="365125"/>
          </a:xfrm>
          <a:prstGeom prst="rect">
            <a:avLst/>
          </a:prstGeom>
        </p:spPr>
        <p:txBody>
          <a:bodyPr lIns="0" tIns="0" rIns="0" bIns="0"/>
          <a:lstStyle>
            <a:lvl1pPr algn="ctr">
              <a:defRPr>
                <a:solidFill>
                  <a:schemeClr val="tx1">
                    <a:tint val="75000"/>
                  </a:schemeClr>
                </a:solidFill>
              </a:defRPr>
            </a:lvl1pPr>
          </a:lstStyle>
          <a:p>
            <a:endParaRPr lang="ar-JO"/>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6337D6C-98AA-42D3-9843-0DF31A9C34E7}" type="datetime1">
              <a:rPr lang="en-US" smtClean="0"/>
              <a:t>4/12/25</a:t>
            </a:fld>
            <a:endParaRPr lang="en-US"/>
          </a:p>
        </p:txBody>
      </p:sp>
      <p:sp>
        <p:nvSpPr>
          <p:cNvPr id="6" name="Holder 6"/>
          <p:cNvSpPr>
            <a:spLocks noGrp="1"/>
          </p:cNvSpPr>
          <p:nvPr>
            <p:ph type="sldNum" sz="quarter" idx="7"/>
          </p:nvPr>
        </p:nvSpPr>
        <p:spPr/>
        <p:txBody>
          <a:bodyPr lIns="0" tIns="0" rIns="0" bIns="0"/>
          <a:lstStyle>
            <a:lvl1pPr>
              <a:defRPr sz="900" b="0" i="0">
                <a:solidFill>
                  <a:schemeClr val="tx1"/>
                </a:solidFill>
                <a:latin typeface="Calibri"/>
                <a:cs typeface="Calibri"/>
              </a:defRPr>
            </a:lvl1pPr>
          </a:lstStyle>
          <a:p>
            <a:pPr marL="12700">
              <a:lnSpc>
                <a:spcPts val="1240"/>
              </a:lnSpc>
            </a:pPr>
            <a:r>
              <a:rPr lang="en-US" spc="-5"/>
              <a:t>Lecture</a:t>
            </a:r>
            <a:r>
              <a:rPr lang="en-US" spc="-30"/>
              <a:t> </a:t>
            </a:r>
            <a:r>
              <a:rPr lang="en-US" spc="-5"/>
              <a:t>2:</a:t>
            </a:r>
            <a:r>
              <a:rPr lang="en-US" spc="-10"/>
              <a:t> </a:t>
            </a:r>
            <a:r>
              <a:rPr lang="en-US" spc="-5"/>
              <a:t>Slide</a:t>
            </a:r>
            <a:r>
              <a:rPr lang="en-US" spc="-20"/>
              <a:t> </a:t>
            </a:r>
            <a:fld id="{81D60167-4931-47E6-BA6A-407CBD079E47}" type="slidenum">
              <a:rPr smtClean="0"/>
              <a:pPr marL="12700">
                <a:lnSpc>
                  <a:spcPts val="1240"/>
                </a:lnSpc>
              </a:pPr>
              <a:t>‹#›</a:t>
            </a:fld>
            <a:endParaRPr dirty="0"/>
          </a:p>
        </p:txBody>
      </p:sp>
    </p:spTree>
    <p:extLst>
      <p:ext uri="{BB962C8B-B14F-4D97-AF65-F5344CB8AC3E}">
        <p14:creationId xmlns:p14="http://schemas.microsoft.com/office/powerpoint/2010/main" val="32944564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r>
              <a:rPr lang="en-US"/>
              <a:t>Click to edit Master title style</a:t>
            </a:r>
            <a:endParaRPr/>
          </a:p>
        </p:txBody>
      </p:sp>
      <p:sp>
        <p:nvSpPr>
          <p:cNvPr id="3" name="Holder 3"/>
          <p:cNvSpPr>
            <a:spLocks noGrp="1"/>
          </p:cNvSpPr>
          <p:nvPr>
            <p:ph type="ftr" sz="quarter" idx="5"/>
          </p:nvPr>
        </p:nvSpPr>
        <p:spPr>
          <a:xfrm>
            <a:off x="4038600" y="6356352"/>
            <a:ext cx="4114800" cy="365125"/>
          </a:xfrm>
          <a:prstGeom prst="rect">
            <a:avLst/>
          </a:prstGeom>
        </p:spPr>
        <p:txBody>
          <a:bodyPr lIns="0" tIns="0" rIns="0" bIns="0"/>
          <a:lstStyle>
            <a:lvl1pPr algn="ctr">
              <a:defRPr>
                <a:solidFill>
                  <a:schemeClr val="tx1">
                    <a:tint val="75000"/>
                  </a:schemeClr>
                </a:solidFill>
              </a:defRPr>
            </a:lvl1pPr>
          </a:lstStyle>
          <a:p>
            <a:endParaRPr lang="ar-JO"/>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433937A-F89A-4D00-8D54-29C0028D3E96}" type="datetime1">
              <a:rPr lang="en-US" smtClean="0"/>
              <a:t>4/12/25</a:t>
            </a:fld>
            <a:endParaRPr lang="en-US"/>
          </a:p>
        </p:txBody>
      </p:sp>
      <p:sp>
        <p:nvSpPr>
          <p:cNvPr id="5" name="Holder 5"/>
          <p:cNvSpPr>
            <a:spLocks noGrp="1"/>
          </p:cNvSpPr>
          <p:nvPr>
            <p:ph type="sldNum" sz="quarter" idx="7"/>
          </p:nvPr>
        </p:nvSpPr>
        <p:spPr/>
        <p:txBody>
          <a:bodyPr lIns="0" tIns="0" rIns="0" bIns="0"/>
          <a:lstStyle>
            <a:lvl1pPr>
              <a:defRPr sz="900" b="0" i="0">
                <a:solidFill>
                  <a:schemeClr val="tx1"/>
                </a:solidFill>
                <a:latin typeface="Calibri"/>
                <a:cs typeface="Calibri"/>
              </a:defRPr>
            </a:lvl1pPr>
          </a:lstStyle>
          <a:p>
            <a:pPr marL="12700">
              <a:lnSpc>
                <a:spcPts val="1240"/>
              </a:lnSpc>
            </a:pPr>
            <a:r>
              <a:rPr lang="en-US" spc="-5"/>
              <a:t>Lecture</a:t>
            </a:r>
            <a:r>
              <a:rPr lang="en-US" spc="-30"/>
              <a:t> </a:t>
            </a:r>
            <a:r>
              <a:rPr lang="en-US" spc="-5"/>
              <a:t>2:</a:t>
            </a:r>
            <a:r>
              <a:rPr lang="en-US" spc="-10"/>
              <a:t> </a:t>
            </a:r>
            <a:r>
              <a:rPr lang="en-US" spc="-5"/>
              <a:t>Slide</a:t>
            </a:r>
            <a:r>
              <a:rPr lang="en-US" spc="-20"/>
              <a:t> </a:t>
            </a:r>
            <a:fld id="{81D60167-4931-47E6-BA6A-407CBD079E47}" type="slidenum">
              <a:rPr smtClean="0"/>
              <a:pPr marL="12700">
                <a:lnSpc>
                  <a:spcPts val="1240"/>
                </a:lnSpc>
              </a:pPr>
              <a:t>‹#›</a:t>
            </a:fld>
            <a:endParaRPr dirty="0"/>
          </a:p>
        </p:txBody>
      </p:sp>
    </p:spTree>
    <p:extLst>
      <p:ext uri="{BB962C8B-B14F-4D97-AF65-F5344CB8AC3E}">
        <p14:creationId xmlns:p14="http://schemas.microsoft.com/office/powerpoint/2010/main" val="21388573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13C212-10D7-462D-9249-9BE5ED3A8A02}" type="datetime1">
              <a:rPr lang="en-US" smtClean="0"/>
              <a:t>4/12/25</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ar-JO"/>
          </a:p>
        </p:txBody>
      </p:sp>
      <p:sp>
        <p:nvSpPr>
          <p:cNvPr id="7" name="Slide Number Placeholder 6"/>
          <p:cNvSpPr>
            <a:spLocks noGrp="1"/>
          </p:cNvSpPr>
          <p:nvPr>
            <p:ph type="sldNum" sz="quarter" idx="12"/>
          </p:nvPr>
        </p:nvSpPr>
        <p:spPr/>
        <p:txBody>
          <a:bodyPr/>
          <a:lstStyle/>
          <a:p>
            <a:pPr marL="12700">
              <a:lnSpc>
                <a:spcPts val="1240"/>
              </a:lnSpc>
            </a:pPr>
            <a:r>
              <a:rPr lang="en-US" spc="-5"/>
              <a:t>Lecture</a:t>
            </a:r>
            <a:r>
              <a:rPr lang="en-US" spc="-30"/>
              <a:t> </a:t>
            </a:r>
            <a:r>
              <a:rPr lang="en-US" spc="-5"/>
              <a:t>2:</a:t>
            </a:r>
            <a:r>
              <a:rPr lang="en-US" spc="-10"/>
              <a:t> </a:t>
            </a:r>
            <a:r>
              <a:rPr lang="en-US" spc="-5"/>
              <a:t>Slide</a:t>
            </a:r>
            <a:r>
              <a:rPr lang="en-US" spc="-20"/>
              <a:t> </a:t>
            </a:r>
            <a:fld id="{81D60167-4931-47E6-BA6A-407CBD079E47}" type="slidenum">
              <a:rPr smtClean="0"/>
              <a:pPr marL="12700">
                <a:lnSpc>
                  <a:spcPts val="1240"/>
                </a:lnSpc>
              </a:pPr>
              <a:t>‹#›</a:t>
            </a:fld>
            <a:endParaRPr dirty="0"/>
          </a:p>
        </p:txBody>
      </p:sp>
    </p:spTree>
    <p:extLst>
      <p:ext uri="{BB962C8B-B14F-4D97-AF65-F5344CB8AC3E}">
        <p14:creationId xmlns:p14="http://schemas.microsoft.com/office/powerpoint/2010/main" val="27648344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ar-JO"/>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Online Image Placeholder 3"/>
          <p:cNvSpPr>
            <a:spLocks noGrp="1"/>
          </p:cNvSpPr>
          <p:nvPr>
            <p:ph type="clipArt" sz="half" idx="2"/>
          </p:nvPr>
        </p:nvSpPr>
        <p:spPr>
          <a:xfrm>
            <a:off x="6197600" y="1981200"/>
            <a:ext cx="5080000" cy="4114800"/>
          </a:xfrm>
        </p:spPr>
        <p:txBody>
          <a:bodyPr rtlCol="0">
            <a:normAutofit/>
          </a:bodyPr>
          <a:lstStyle/>
          <a:p>
            <a:pPr lvl="0"/>
            <a:r>
              <a:rPr lang="en-US" noProof="0"/>
              <a:t>Click icon to add online image</a:t>
            </a:r>
            <a:endParaRPr lang="ar-JO" noProof="0"/>
          </a:p>
        </p:txBody>
      </p:sp>
      <p:sp>
        <p:nvSpPr>
          <p:cNvPr id="5" name="Date Placeholder 4">
            <a:extLst>
              <a:ext uri="{FF2B5EF4-FFF2-40B4-BE49-F238E27FC236}">
                <a16:creationId xmlns:a16="http://schemas.microsoft.com/office/drawing/2014/main" id="{1EC2491F-726C-C6A0-EACA-6D7FAF77254F}"/>
              </a:ext>
            </a:extLst>
          </p:cNvPr>
          <p:cNvSpPr>
            <a:spLocks noGrp="1"/>
          </p:cNvSpPr>
          <p:nvPr>
            <p:ph type="dt" sz="half" idx="10"/>
          </p:nvPr>
        </p:nvSpPr>
        <p:spPr>
          <a:xfrm>
            <a:off x="914400" y="6248400"/>
            <a:ext cx="2540000" cy="457200"/>
          </a:xfrm>
        </p:spPr>
        <p:txBody>
          <a:bodyPr/>
          <a:lstStyle>
            <a:lvl1pPr>
              <a:defRPr/>
            </a:lvl1pPr>
          </a:lstStyle>
          <a:p>
            <a:pPr>
              <a:defRPr/>
            </a:pPr>
            <a:fld id="{FDD92C0D-119F-4A84-9B4E-5CB438830E5B}" type="datetime1">
              <a:rPr lang="en-US" altLang="ar-JO" smtClean="0"/>
              <a:t>4/12/25</a:t>
            </a:fld>
            <a:endParaRPr lang="en-US" altLang="ar-JO"/>
          </a:p>
        </p:txBody>
      </p:sp>
      <p:sp>
        <p:nvSpPr>
          <p:cNvPr id="6" name="Slide Number Placeholder 5">
            <a:extLst>
              <a:ext uri="{FF2B5EF4-FFF2-40B4-BE49-F238E27FC236}">
                <a16:creationId xmlns:a16="http://schemas.microsoft.com/office/drawing/2014/main" id="{B51D3986-1088-6381-49CD-C4BFBD0C5CC3}"/>
              </a:ext>
            </a:extLst>
          </p:cNvPr>
          <p:cNvSpPr>
            <a:spLocks noGrp="1"/>
          </p:cNvSpPr>
          <p:nvPr>
            <p:ph type="sldNum" sz="quarter" idx="11"/>
          </p:nvPr>
        </p:nvSpPr>
        <p:spPr>
          <a:xfrm>
            <a:off x="8737600" y="6248400"/>
            <a:ext cx="2540000" cy="457200"/>
          </a:xfrm>
        </p:spPr>
        <p:txBody>
          <a:bodyPr/>
          <a:lstStyle>
            <a:lvl1pPr>
              <a:defRPr/>
            </a:lvl1pPr>
          </a:lstStyle>
          <a:p>
            <a:pPr>
              <a:defRPr/>
            </a:pPr>
            <a:fld id="{A3876AA5-1AC2-46F5-80B1-AD7EBF07FF31}" type="slidenum">
              <a:rPr lang="en-US" altLang="ar-JO"/>
              <a:pPr>
                <a:defRPr/>
              </a:pPr>
              <a:t>‹#›</a:t>
            </a:fld>
            <a:endParaRPr lang="en-US" altLang="ar-JO"/>
          </a:p>
        </p:txBody>
      </p:sp>
    </p:spTree>
    <p:extLst>
      <p:ext uri="{BB962C8B-B14F-4D97-AF65-F5344CB8AC3E}">
        <p14:creationId xmlns:p14="http://schemas.microsoft.com/office/powerpoint/2010/main" val="177795268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8182BEF-06DB-9541-70A9-48AC5FF67488}"/>
              </a:ext>
            </a:extLst>
          </p:cNvPr>
          <p:cNvSpPr>
            <a:spLocks noGrp="1"/>
          </p:cNvSpPr>
          <p:nvPr>
            <p:ph type="dt" sz="half" idx="10"/>
          </p:nvPr>
        </p:nvSpPr>
        <p:spPr/>
        <p:txBody>
          <a:bodyPr/>
          <a:lstStyle>
            <a:lvl1pPr>
              <a:defRPr/>
            </a:lvl1pPr>
          </a:lstStyle>
          <a:p>
            <a:pPr>
              <a:defRPr/>
            </a:pPr>
            <a:fld id="{454C167F-C5F0-4DA9-A291-58DFD62BFC26}" type="datetime1">
              <a:rPr lang="en-US" altLang="ar-JO" smtClean="0"/>
              <a:t>4/12/25</a:t>
            </a:fld>
            <a:endParaRPr lang="en-US" altLang="ar-JO"/>
          </a:p>
        </p:txBody>
      </p:sp>
      <p:sp>
        <p:nvSpPr>
          <p:cNvPr id="3" name="Footer Placeholder 4">
            <a:extLst>
              <a:ext uri="{FF2B5EF4-FFF2-40B4-BE49-F238E27FC236}">
                <a16:creationId xmlns:a16="http://schemas.microsoft.com/office/drawing/2014/main" id="{DB046CCB-0F29-9E71-99DB-768F93E0D44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AD16B57-E6FB-454D-F0F8-435D738B55E2}"/>
              </a:ext>
            </a:extLst>
          </p:cNvPr>
          <p:cNvSpPr>
            <a:spLocks noGrp="1"/>
          </p:cNvSpPr>
          <p:nvPr>
            <p:ph type="sldNum" sz="quarter" idx="12"/>
          </p:nvPr>
        </p:nvSpPr>
        <p:spPr/>
        <p:txBody>
          <a:bodyPr/>
          <a:lstStyle>
            <a:lvl1pPr>
              <a:defRPr/>
            </a:lvl1pPr>
          </a:lstStyle>
          <a:p>
            <a:pPr>
              <a:defRPr/>
            </a:pPr>
            <a:fld id="{FA002DC4-5AA1-45B7-94C8-CFF3C984A591}" type="slidenum">
              <a:rPr lang="en-US" altLang="ar-JO"/>
              <a:pPr>
                <a:defRPr/>
              </a:pPr>
              <a:t>‹#›</a:t>
            </a:fld>
            <a:endParaRPr lang="en-US" altLang="ar-JO"/>
          </a:p>
        </p:txBody>
      </p:sp>
    </p:spTree>
    <p:extLst>
      <p:ext uri="{BB962C8B-B14F-4D97-AF65-F5344CB8AC3E}">
        <p14:creationId xmlns:p14="http://schemas.microsoft.com/office/powerpoint/2010/main" val="336452795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ar-JO"/>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Online Image Placeholder 3"/>
          <p:cNvSpPr>
            <a:spLocks noGrp="1"/>
          </p:cNvSpPr>
          <p:nvPr>
            <p:ph type="clipArt" sz="half" idx="2"/>
          </p:nvPr>
        </p:nvSpPr>
        <p:spPr>
          <a:xfrm>
            <a:off x="6197600" y="1981200"/>
            <a:ext cx="5080000" cy="4114800"/>
          </a:xfrm>
        </p:spPr>
        <p:txBody>
          <a:bodyPr rtlCol="0">
            <a:normAutofit/>
          </a:bodyPr>
          <a:lstStyle/>
          <a:p>
            <a:pPr lvl="0"/>
            <a:r>
              <a:rPr lang="en-US" noProof="0"/>
              <a:t>Click icon to add online image</a:t>
            </a:r>
            <a:endParaRPr lang="ar-JO" noProof="0"/>
          </a:p>
        </p:txBody>
      </p:sp>
      <p:sp>
        <p:nvSpPr>
          <p:cNvPr id="5" name="Date Placeholder 4">
            <a:extLst>
              <a:ext uri="{FF2B5EF4-FFF2-40B4-BE49-F238E27FC236}">
                <a16:creationId xmlns:a16="http://schemas.microsoft.com/office/drawing/2014/main" id="{1EC2491F-726C-C6A0-EACA-6D7FAF77254F}"/>
              </a:ext>
            </a:extLst>
          </p:cNvPr>
          <p:cNvSpPr>
            <a:spLocks noGrp="1"/>
          </p:cNvSpPr>
          <p:nvPr>
            <p:ph type="dt" sz="half" idx="10"/>
          </p:nvPr>
        </p:nvSpPr>
        <p:spPr>
          <a:xfrm>
            <a:off x="914400" y="6248400"/>
            <a:ext cx="2540000" cy="457200"/>
          </a:xfrm>
        </p:spPr>
        <p:txBody>
          <a:bodyPr/>
          <a:lstStyle>
            <a:lvl1pPr>
              <a:defRPr/>
            </a:lvl1pPr>
          </a:lstStyle>
          <a:p>
            <a:pPr>
              <a:defRPr/>
            </a:pPr>
            <a:fld id="{E460FA3D-836C-40FB-BDFB-C7A55F6F51A6}" type="datetime1">
              <a:rPr lang="en-US" altLang="ar-JO" smtClean="0"/>
              <a:t>4/12/25</a:t>
            </a:fld>
            <a:endParaRPr lang="en-US" altLang="ar-JO"/>
          </a:p>
        </p:txBody>
      </p:sp>
      <p:sp>
        <p:nvSpPr>
          <p:cNvPr id="6" name="Slide Number Placeholder 5">
            <a:extLst>
              <a:ext uri="{FF2B5EF4-FFF2-40B4-BE49-F238E27FC236}">
                <a16:creationId xmlns:a16="http://schemas.microsoft.com/office/drawing/2014/main" id="{B51D3986-1088-6381-49CD-C4BFBD0C5CC3}"/>
              </a:ext>
            </a:extLst>
          </p:cNvPr>
          <p:cNvSpPr>
            <a:spLocks noGrp="1"/>
          </p:cNvSpPr>
          <p:nvPr>
            <p:ph type="sldNum" sz="quarter" idx="11"/>
          </p:nvPr>
        </p:nvSpPr>
        <p:spPr>
          <a:xfrm>
            <a:off x="8737600" y="6248400"/>
            <a:ext cx="2540000" cy="457200"/>
          </a:xfrm>
        </p:spPr>
        <p:txBody>
          <a:bodyPr/>
          <a:lstStyle>
            <a:lvl1pPr>
              <a:defRPr/>
            </a:lvl1pPr>
          </a:lstStyle>
          <a:p>
            <a:pPr>
              <a:defRPr/>
            </a:pPr>
            <a:fld id="{A3876AA5-1AC2-46F5-80B1-AD7EBF07FF31}" type="slidenum">
              <a:rPr lang="en-US" altLang="ar-JO"/>
              <a:pPr>
                <a:defRPr/>
              </a:pPr>
              <a:t>‹#›</a:t>
            </a:fld>
            <a:endParaRPr lang="en-US" altLang="ar-JO"/>
          </a:p>
        </p:txBody>
      </p:sp>
    </p:spTree>
    <p:extLst>
      <p:ext uri="{BB962C8B-B14F-4D97-AF65-F5344CB8AC3E}">
        <p14:creationId xmlns:p14="http://schemas.microsoft.com/office/powerpoint/2010/main" val="32435880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EEB5D1F-C8D7-1606-76C5-0E77A8991981}"/>
              </a:ext>
            </a:extLst>
          </p:cNvPr>
          <p:cNvSpPr>
            <a:spLocks noGrp="1"/>
          </p:cNvSpPr>
          <p:nvPr>
            <p:ph type="dt" sz="half" idx="10"/>
          </p:nvPr>
        </p:nvSpPr>
        <p:spPr/>
        <p:txBody>
          <a:bodyPr/>
          <a:lstStyle>
            <a:lvl1pPr>
              <a:defRPr/>
            </a:lvl1pPr>
          </a:lstStyle>
          <a:p>
            <a:pPr>
              <a:defRPr/>
            </a:pPr>
            <a:fld id="{C54CA7B2-8D43-4CB3-AC15-1E5A0D9B66D9}"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C1E86CA2-6D03-4F2B-E2B1-4C227FF3565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619B1A9-CD3C-E37B-9912-478B45CD9C53}"/>
              </a:ext>
            </a:extLst>
          </p:cNvPr>
          <p:cNvSpPr>
            <a:spLocks noGrp="1"/>
          </p:cNvSpPr>
          <p:nvPr>
            <p:ph type="sldNum" sz="quarter" idx="12"/>
          </p:nvPr>
        </p:nvSpPr>
        <p:spPr/>
        <p:txBody>
          <a:bodyPr/>
          <a:lstStyle>
            <a:lvl1pPr>
              <a:defRPr/>
            </a:lvl1pPr>
          </a:lstStyle>
          <a:p>
            <a:pPr>
              <a:defRPr/>
            </a:pPr>
            <a:fld id="{CF28FA8C-5FCE-4CB2-8522-3FBF5A4A6D85}" type="slidenum">
              <a:rPr lang="en-US" altLang="ar-JO"/>
              <a:pPr>
                <a:defRPr/>
              </a:pPr>
              <a:t>‹#›</a:t>
            </a:fld>
            <a:endParaRPr lang="en-US" altLang="ar-JO"/>
          </a:p>
        </p:txBody>
      </p:sp>
    </p:spTree>
    <p:extLst>
      <p:ext uri="{BB962C8B-B14F-4D97-AF65-F5344CB8AC3E}">
        <p14:creationId xmlns:p14="http://schemas.microsoft.com/office/powerpoint/2010/main" val="369572849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ar-JO"/>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Online Image Placeholder 3"/>
          <p:cNvSpPr>
            <a:spLocks noGrp="1"/>
          </p:cNvSpPr>
          <p:nvPr>
            <p:ph type="clipArt" sz="half" idx="2"/>
          </p:nvPr>
        </p:nvSpPr>
        <p:spPr>
          <a:xfrm>
            <a:off x="6197600" y="1981200"/>
            <a:ext cx="5080000" cy="4114800"/>
          </a:xfrm>
        </p:spPr>
        <p:txBody>
          <a:bodyPr rtlCol="0">
            <a:normAutofit/>
          </a:bodyPr>
          <a:lstStyle/>
          <a:p>
            <a:pPr lvl="0"/>
            <a:r>
              <a:rPr lang="en-US" noProof="0"/>
              <a:t>Click icon to add online image</a:t>
            </a:r>
            <a:endParaRPr lang="ar-JO" noProof="0"/>
          </a:p>
        </p:txBody>
      </p:sp>
      <p:sp>
        <p:nvSpPr>
          <p:cNvPr id="5" name="Date Placeholder 4">
            <a:extLst>
              <a:ext uri="{FF2B5EF4-FFF2-40B4-BE49-F238E27FC236}">
                <a16:creationId xmlns:a16="http://schemas.microsoft.com/office/drawing/2014/main" id="{1EC2491F-726C-C6A0-EACA-6D7FAF77254F}"/>
              </a:ext>
            </a:extLst>
          </p:cNvPr>
          <p:cNvSpPr>
            <a:spLocks noGrp="1"/>
          </p:cNvSpPr>
          <p:nvPr>
            <p:ph type="dt" sz="half" idx="10"/>
          </p:nvPr>
        </p:nvSpPr>
        <p:spPr>
          <a:xfrm>
            <a:off x="914400" y="6248400"/>
            <a:ext cx="2540000" cy="457200"/>
          </a:xfrm>
        </p:spPr>
        <p:txBody>
          <a:bodyPr/>
          <a:lstStyle>
            <a:lvl1pPr>
              <a:defRPr/>
            </a:lvl1pPr>
          </a:lstStyle>
          <a:p>
            <a:pPr>
              <a:defRPr/>
            </a:pPr>
            <a:fld id="{82C4F716-3F60-40F5-9A51-EF64397F33C8}" type="datetime1">
              <a:rPr lang="en-US" altLang="ar-JO" smtClean="0"/>
              <a:t>4/12/25</a:t>
            </a:fld>
            <a:endParaRPr lang="en-US" altLang="ar-JO"/>
          </a:p>
        </p:txBody>
      </p:sp>
      <p:sp>
        <p:nvSpPr>
          <p:cNvPr id="6" name="Slide Number Placeholder 5">
            <a:extLst>
              <a:ext uri="{FF2B5EF4-FFF2-40B4-BE49-F238E27FC236}">
                <a16:creationId xmlns:a16="http://schemas.microsoft.com/office/drawing/2014/main" id="{B51D3986-1088-6381-49CD-C4BFBD0C5CC3}"/>
              </a:ext>
            </a:extLst>
          </p:cNvPr>
          <p:cNvSpPr>
            <a:spLocks noGrp="1"/>
          </p:cNvSpPr>
          <p:nvPr>
            <p:ph type="sldNum" sz="quarter" idx="11"/>
          </p:nvPr>
        </p:nvSpPr>
        <p:spPr>
          <a:xfrm>
            <a:off x="8737600" y="6248400"/>
            <a:ext cx="2540000" cy="457200"/>
          </a:xfrm>
        </p:spPr>
        <p:txBody>
          <a:bodyPr/>
          <a:lstStyle>
            <a:lvl1pPr>
              <a:defRPr/>
            </a:lvl1pPr>
          </a:lstStyle>
          <a:p>
            <a:pPr>
              <a:defRPr/>
            </a:pPr>
            <a:fld id="{A3876AA5-1AC2-46F5-80B1-AD7EBF07FF31}" type="slidenum">
              <a:rPr lang="en-US" altLang="ar-JO"/>
              <a:pPr>
                <a:defRPr/>
              </a:pPr>
              <a:t>‹#›</a:t>
            </a:fld>
            <a:endParaRPr lang="en-US" altLang="ar-JO"/>
          </a:p>
        </p:txBody>
      </p:sp>
    </p:spTree>
    <p:extLst>
      <p:ext uri="{BB962C8B-B14F-4D97-AF65-F5344CB8AC3E}">
        <p14:creationId xmlns:p14="http://schemas.microsoft.com/office/powerpoint/2010/main" val="15900225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ar-JO"/>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Online Image Placeholder 3"/>
          <p:cNvSpPr>
            <a:spLocks noGrp="1"/>
          </p:cNvSpPr>
          <p:nvPr>
            <p:ph type="clipArt" sz="half" idx="2"/>
          </p:nvPr>
        </p:nvSpPr>
        <p:spPr>
          <a:xfrm>
            <a:off x="6197600" y="1981200"/>
            <a:ext cx="5080000" cy="4114800"/>
          </a:xfrm>
        </p:spPr>
        <p:txBody>
          <a:bodyPr rtlCol="0">
            <a:normAutofit/>
          </a:bodyPr>
          <a:lstStyle/>
          <a:p>
            <a:pPr lvl="0"/>
            <a:r>
              <a:rPr lang="en-US" noProof="0"/>
              <a:t>Click icon to add online image</a:t>
            </a:r>
            <a:endParaRPr lang="ar-JO" noProof="0"/>
          </a:p>
        </p:txBody>
      </p:sp>
      <p:sp>
        <p:nvSpPr>
          <p:cNvPr id="5" name="Date Placeholder 4">
            <a:extLst>
              <a:ext uri="{FF2B5EF4-FFF2-40B4-BE49-F238E27FC236}">
                <a16:creationId xmlns:a16="http://schemas.microsoft.com/office/drawing/2014/main" id="{1EC2491F-726C-C6A0-EACA-6D7FAF77254F}"/>
              </a:ext>
            </a:extLst>
          </p:cNvPr>
          <p:cNvSpPr>
            <a:spLocks noGrp="1"/>
          </p:cNvSpPr>
          <p:nvPr>
            <p:ph type="dt" sz="half" idx="10"/>
          </p:nvPr>
        </p:nvSpPr>
        <p:spPr>
          <a:xfrm>
            <a:off x="914400" y="6248400"/>
            <a:ext cx="2540000" cy="457200"/>
          </a:xfrm>
        </p:spPr>
        <p:txBody>
          <a:bodyPr/>
          <a:lstStyle>
            <a:lvl1pPr>
              <a:defRPr/>
            </a:lvl1pPr>
          </a:lstStyle>
          <a:p>
            <a:pPr>
              <a:defRPr/>
            </a:pPr>
            <a:fld id="{A84C66F8-3E36-49DA-AEC9-07335F82ED54}" type="datetime1">
              <a:rPr lang="en-US" altLang="ar-JO" smtClean="0"/>
              <a:t>4/12/25</a:t>
            </a:fld>
            <a:endParaRPr lang="en-US" altLang="ar-JO"/>
          </a:p>
        </p:txBody>
      </p:sp>
      <p:sp>
        <p:nvSpPr>
          <p:cNvPr id="6" name="Slide Number Placeholder 5">
            <a:extLst>
              <a:ext uri="{FF2B5EF4-FFF2-40B4-BE49-F238E27FC236}">
                <a16:creationId xmlns:a16="http://schemas.microsoft.com/office/drawing/2014/main" id="{B51D3986-1088-6381-49CD-C4BFBD0C5CC3}"/>
              </a:ext>
            </a:extLst>
          </p:cNvPr>
          <p:cNvSpPr>
            <a:spLocks noGrp="1"/>
          </p:cNvSpPr>
          <p:nvPr>
            <p:ph type="sldNum" sz="quarter" idx="11"/>
          </p:nvPr>
        </p:nvSpPr>
        <p:spPr>
          <a:xfrm>
            <a:off x="8737600" y="6248400"/>
            <a:ext cx="2540000" cy="457200"/>
          </a:xfrm>
        </p:spPr>
        <p:txBody>
          <a:bodyPr/>
          <a:lstStyle>
            <a:lvl1pPr>
              <a:defRPr/>
            </a:lvl1pPr>
          </a:lstStyle>
          <a:p>
            <a:pPr>
              <a:defRPr/>
            </a:pPr>
            <a:fld id="{A3876AA5-1AC2-46F5-80B1-AD7EBF07FF31}" type="slidenum">
              <a:rPr lang="en-US" altLang="ar-JO"/>
              <a:pPr>
                <a:defRPr/>
              </a:pPr>
              <a:t>‹#›</a:t>
            </a:fld>
            <a:endParaRPr lang="en-US" altLang="ar-JO"/>
          </a:p>
        </p:txBody>
      </p:sp>
    </p:spTree>
    <p:extLst>
      <p:ext uri="{BB962C8B-B14F-4D97-AF65-F5344CB8AC3E}">
        <p14:creationId xmlns:p14="http://schemas.microsoft.com/office/powerpoint/2010/main" val="316376509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EEB5D1F-C8D7-1606-76C5-0E77A8991981}"/>
              </a:ext>
            </a:extLst>
          </p:cNvPr>
          <p:cNvSpPr>
            <a:spLocks noGrp="1"/>
          </p:cNvSpPr>
          <p:nvPr>
            <p:ph type="dt" sz="half" idx="10"/>
          </p:nvPr>
        </p:nvSpPr>
        <p:spPr/>
        <p:txBody>
          <a:bodyPr/>
          <a:lstStyle>
            <a:lvl1pPr>
              <a:defRPr/>
            </a:lvl1pPr>
          </a:lstStyle>
          <a:p>
            <a:pPr>
              <a:defRPr/>
            </a:pPr>
            <a:fld id="{383D49E0-B822-4932-9F28-AC8D58BCBDC7}"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C1E86CA2-6D03-4F2B-E2B1-4C227FF3565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619B1A9-CD3C-E37B-9912-478B45CD9C53}"/>
              </a:ext>
            </a:extLst>
          </p:cNvPr>
          <p:cNvSpPr>
            <a:spLocks noGrp="1"/>
          </p:cNvSpPr>
          <p:nvPr>
            <p:ph type="sldNum" sz="quarter" idx="12"/>
          </p:nvPr>
        </p:nvSpPr>
        <p:spPr/>
        <p:txBody>
          <a:bodyPr/>
          <a:lstStyle>
            <a:lvl1pPr>
              <a:defRPr/>
            </a:lvl1pPr>
          </a:lstStyle>
          <a:p>
            <a:pPr>
              <a:defRPr/>
            </a:pPr>
            <a:fld id="{CF28FA8C-5FCE-4CB2-8522-3FBF5A4A6D85}" type="slidenum">
              <a:rPr lang="en-US" altLang="ar-JO"/>
              <a:pPr>
                <a:defRPr/>
              </a:pPr>
              <a:t>‹#›</a:t>
            </a:fld>
            <a:endParaRPr lang="en-US" altLang="ar-JO"/>
          </a:p>
        </p:txBody>
      </p:sp>
    </p:spTree>
    <p:extLst>
      <p:ext uri="{BB962C8B-B14F-4D97-AF65-F5344CB8AC3E}">
        <p14:creationId xmlns:p14="http://schemas.microsoft.com/office/powerpoint/2010/main" val="397682041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EEB5D1F-C8D7-1606-76C5-0E77A8991981}"/>
              </a:ext>
            </a:extLst>
          </p:cNvPr>
          <p:cNvSpPr>
            <a:spLocks noGrp="1"/>
          </p:cNvSpPr>
          <p:nvPr>
            <p:ph type="dt" sz="half" idx="10"/>
          </p:nvPr>
        </p:nvSpPr>
        <p:spPr/>
        <p:txBody>
          <a:bodyPr/>
          <a:lstStyle>
            <a:lvl1pPr>
              <a:defRPr/>
            </a:lvl1pPr>
          </a:lstStyle>
          <a:p>
            <a:pPr>
              <a:defRPr/>
            </a:pPr>
            <a:fld id="{09014C5E-7E34-4653-A291-C49E3DDF1159}"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C1E86CA2-6D03-4F2B-E2B1-4C227FF3565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619B1A9-CD3C-E37B-9912-478B45CD9C53}"/>
              </a:ext>
            </a:extLst>
          </p:cNvPr>
          <p:cNvSpPr>
            <a:spLocks noGrp="1"/>
          </p:cNvSpPr>
          <p:nvPr>
            <p:ph type="sldNum" sz="quarter" idx="12"/>
          </p:nvPr>
        </p:nvSpPr>
        <p:spPr/>
        <p:txBody>
          <a:bodyPr/>
          <a:lstStyle>
            <a:lvl1pPr>
              <a:defRPr/>
            </a:lvl1pPr>
          </a:lstStyle>
          <a:p>
            <a:pPr>
              <a:defRPr/>
            </a:pPr>
            <a:fld id="{CF28FA8C-5FCE-4CB2-8522-3FBF5A4A6D85}" type="slidenum">
              <a:rPr lang="en-US" altLang="ar-JO"/>
              <a:pPr>
                <a:defRPr/>
              </a:pPr>
              <a:t>‹#›</a:t>
            </a:fld>
            <a:endParaRPr lang="en-US" altLang="ar-JO"/>
          </a:p>
        </p:txBody>
      </p:sp>
    </p:spTree>
    <p:extLst>
      <p:ext uri="{BB962C8B-B14F-4D97-AF65-F5344CB8AC3E}">
        <p14:creationId xmlns:p14="http://schemas.microsoft.com/office/powerpoint/2010/main" val="5798987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8182BEF-06DB-9541-70A9-48AC5FF67488}"/>
              </a:ext>
            </a:extLst>
          </p:cNvPr>
          <p:cNvSpPr>
            <a:spLocks noGrp="1"/>
          </p:cNvSpPr>
          <p:nvPr>
            <p:ph type="dt" sz="half" idx="10"/>
          </p:nvPr>
        </p:nvSpPr>
        <p:spPr/>
        <p:txBody>
          <a:bodyPr/>
          <a:lstStyle>
            <a:lvl1pPr>
              <a:defRPr/>
            </a:lvl1pPr>
          </a:lstStyle>
          <a:p>
            <a:pPr>
              <a:defRPr/>
            </a:pPr>
            <a:fld id="{E7367707-CE43-4E8E-B239-9109ED49E2CD}" type="datetime1">
              <a:rPr lang="en-US" altLang="ar-JO" smtClean="0"/>
              <a:t>4/12/25</a:t>
            </a:fld>
            <a:endParaRPr lang="en-US" altLang="ar-JO"/>
          </a:p>
        </p:txBody>
      </p:sp>
      <p:sp>
        <p:nvSpPr>
          <p:cNvPr id="3" name="Footer Placeholder 4">
            <a:extLst>
              <a:ext uri="{FF2B5EF4-FFF2-40B4-BE49-F238E27FC236}">
                <a16:creationId xmlns:a16="http://schemas.microsoft.com/office/drawing/2014/main" id="{DB046CCB-0F29-9E71-99DB-768F93E0D44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AD16B57-E6FB-454D-F0F8-435D738B55E2}"/>
              </a:ext>
            </a:extLst>
          </p:cNvPr>
          <p:cNvSpPr>
            <a:spLocks noGrp="1"/>
          </p:cNvSpPr>
          <p:nvPr>
            <p:ph type="sldNum" sz="quarter" idx="12"/>
          </p:nvPr>
        </p:nvSpPr>
        <p:spPr/>
        <p:txBody>
          <a:bodyPr/>
          <a:lstStyle>
            <a:lvl1pPr>
              <a:defRPr/>
            </a:lvl1pPr>
          </a:lstStyle>
          <a:p>
            <a:pPr>
              <a:defRPr/>
            </a:pPr>
            <a:fld id="{FA002DC4-5AA1-45B7-94C8-CFF3C984A591}" type="slidenum">
              <a:rPr lang="en-US" altLang="ar-JO"/>
              <a:pPr>
                <a:defRPr/>
              </a:pPr>
              <a:t>‹#›</a:t>
            </a:fld>
            <a:endParaRPr lang="en-US" altLang="ar-JO"/>
          </a:p>
        </p:txBody>
      </p:sp>
    </p:spTree>
    <p:extLst>
      <p:ext uri="{BB962C8B-B14F-4D97-AF65-F5344CB8AC3E}">
        <p14:creationId xmlns:p14="http://schemas.microsoft.com/office/powerpoint/2010/main" val="21623247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2404343"/>
            <a:ext cx="5181600" cy="1325563"/>
          </a:xfrm>
        </p:spPr>
        <p:txBody>
          <a:bodyPr>
            <a:noAutofit/>
          </a:bodyPr>
          <a:lstStyle>
            <a:lvl1pPr>
              <a:defRPr sz="4800">
                <a:latin typeface="Poppins" pitchFamily="2" charset="77"/>
                <a:cs typeface="Poppins" pitchFamily="2" charset="77"/>
              </a:defRPr>
            </a:lvl1pPr>
          </a:lstStyle>
          <a:p>
            <a:r>
              <a:rPr lang="en-US" dirty="0"/>
              <a:t>Click to edit Master title style</a:t>
            </a:r>
          </a:p>
        </p:txBody>
      </p:sp>
      <p:sp>
        <p:nvSpPr>
          <p:cNvPr id="9" name="Picture Placeholder 8">
            <a:extLst>
              <a:ext uri="{FF2B5EF4-FFF2-40B4-BE49-F238E27FC236}">
                <a16:creationId xmlns:a16="http://schemas.microsoft.com/office/drawing/2014/main" id="{BA87BAAC-9384-2363-2089-821720F16DD3}"/>
              </a:ext>
            </a:extLst>
          </p:cNvPr>
          <p:cNvSpPr>
            <a:spLocks noGrp="1"/>
          </p:cNvSpPr>
          <p:nvPr>
            <p:ph type="pic" sz="quarter" idx="13"/>
          </p:nvPr>
        </p:nvSpPr>
        <p:spPr>
          <a:xfrm>
            <a:off x="7239000" y="1485900"/>
            <a:ext cx="3657600" cy="4457700"/>
          </a:xfrm>
        </p:spPr>
        <p:txBody>
          <a:bodyPr/>
          <a:lstStyle/>
          <a:p>
            <a:endParaRPr lang="en-US"/>
          </a:p>
        </p:txBody>
      </p:sp>
      <p:cxnSp>
        <p:nvCxnSpPr>
          <p:cNvPr id="11" name="Straight Connector 10">
            <a:extLst>
              <a:ext uri="{FF2B5EF4-FFF2-40B4-BE49-F238E27FC236}">
                <a16:creationId xmlns:a16="http://schemas.microsoft.com/office/drawing/2014/main" id="{0CA0C2D1-06AD-3620-044D-2EAE71AC87AC}"/>
              </a:ext>
            </a:extLst>
          </p:cNvPr>
          <p:cNvCxnSpPr/>
          <p:nvPr userDrawn="1"/>
        </p:nvCxnSpPr>
        <p:spPr>
          <a:xfrm>
            <a:off x="1638300" y="571500"/>
            <a:ext cx="4267200"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p:nvPr userDrawn="1"/>
        </p:nvCxnSpPr>
        <p:spPr>
          <a:xfrm>
            <a:off x="10096500" y="571500"/>
            <a:ext cx="1259359"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914400" y="571500"/>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914400" y="658586"/>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1066800" y="5185232"/>
            <a:ext cx="2971800" cy="365126"/>
          </a:xfrm>
        </p:spPr>
        <p:txBody>
          <a:bodyPr>
            <a:normAutofit/>
          </a:bodyPr>
          <a:lstStyle>
            <a:lvl1pPr marL="0" indent="0">
              <a:buNone/>
              <a:defRPr sz="180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1066800" y="5588228"/>
            <a:ext cx="2971800" cy="365126"/>
          </a:xfrm>
        </p:spPr>
        <p:txBody>
          <a:bodyPr>
            <a:noAutofit/>
          </a:bodyPr>
          <a:lstStyle>
            <a:lvl1pPr marL="0" indent="0">
              <a:buNone/>
              <a:defRPr sz="2000">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Tree>
    <p:extLst>
      <p:ext uri="{BB962C8B-B14F-4D97-AF65-F5344CB8AC3E}">
        <p14:creationId xmlns:p14="http://schemas.microsoft.com/office/powerpoint/2010/main" val="4172760368"/>
      </p:ext>
    </p:extLst>
  </p:cSld>
  <p:clrMapOvr>
    <a:masterClrMapping/>
  </p:clrMapOvr>
  <p:extLst>
    <p:ext uri="{DCECCB84-F9BA-43D5-87BE-67443E8EF086}">
      <p15:sldGuideLst xmlns:p15="http://schemas.microsoft.com/office/powerpoint/2012/main">
        <p15:guide id="1" orient="horz" pos="936">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672">
          <p15:clr>
            <a:srgbClr val="FBAE40"/>
          </p15:clr>
        </p15:guide>
        <p15:guide id="9" pos="3720">
          <p15:clr>
            <a:srgbClr val="FBAE40"/>
          </p15:clr>
        </p15:guide>
        <p15:guide id="10" pos="6360">
          <p15:clr>
            <a:srgbClr val="FBAE40"/>
          </p15:clr>
        </p15:guide>
        <p15:guide id="11" pos="715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B735EAF-8052-DDCD-6CEC-D825479BEFD3}"/>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4499428" y="796698"/>
            <a:ext cx="6854371"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7" name="Picture Placeholder 6">
            <a:extLst>
              <a:ext uri="{FF2B5EF4-FFF2-40B4-BE49-F238E27FC236}">
                <a16:creationId xmlns:a16="http://schemas.microsoft.com/office/drawing/2014/main" id="{DCB9F921-8097-7740-47FD-1905F9FE448C}"/>
              </a:ext>
            </a:extLst>
          </p:cNvPr>
          <p:cNvSpPr>
            <a:spLocks noGrp="1"/>
          </p:cNvSpPr>
          <p:nvPr>
            <p:ph type="pic" sz="quarter" idx="19"/>
          </p:nvPr>
        </p:nvSpPr>
        <p:spPr>
          <a:xfrm>
            <a:off x="0" y="0"/>
            <a:ext cx="4354513" cy="6858000"/>
          </a:xfrm>
        </p:spPr>
        <p:txBody>
          <a:bodyPr/>
          <a:lstStyle/>
          <a:p>
            <a:endParaRPr lang="en-US"/>
          </a:p>
        </p:txBody>
      </p:sp>
      <p:sp>
        <p:nvSpPr>
          <p:cNvPr id="9" name="Text Placeholder 7">
            <a:extLst>
              <a:ext uri="{FF2B5EF4-FFF2-40B4-BE49-F238E27FC236}">
                <a16:creationId xmlns:a16="http://schemas.microsoft.com/office/drawing/2014/main" id="{DEBCBD63-480F-D96C-B0DF-94EF264BA08C}"/>
              </a:ext>
            </a:extLst>
          </p:cNvPr>
          <p:cNvSpPr>
            <a:spLocks noGrp="1"/>
          </p:cNvSpPr>
          <p:nvPr>
            <p:ph type="body" sz="quarter" idx="21"/>
          </p:nvPr>
        </p:nvSpPr>
        <p:spPr>
          <a:xfrm>
            <a:off x="8280716" y="2676257"/>
            <a:ext cx="2917371" cy="743178"/>
          </a:xfrm>
        </p:spPr>
        <p:txBody>
          <a:bodyPr anchor="b" anchorCtr="0">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23F1D198-945D-C96D-60E9-C0AEC5E296ED}"/>
              </a:ext>
            </a:extLst>
          </p:cNvPr>
          <p:cNvSpPr>
            <a:spLocks noGrp="1"/>
          </p:cNvSpPr>
          <p:nvPr>
            <p:ph type="body" sz="quarter" idx="17"/>
          </p:nvPr>
        </p:nvSpPr>
        <p:spPr>
          <a:xfrm>
            <a:off x="8280717" y="389046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BDCD9B2A-F0BB-F9DB-CC75-2EC1683475F8}"/>
              </a:ext>
            </a:extLst>
          </p:cNvPr>
          <p:cNvSpPr>
            <a:spLocks noGrp="1"/>
          </p:cNvSpPr>
          <p:nvPr>
            <p:ph type="body" sz="quarter" idx="18"/>
          </p:nvPr>
        </p:nvSpPr>
        <p:spPr>
          <a:xfrm>
            <a:off x="4495800" y="389046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12">
            <a:extLst>
              <a:ext uri="{FF2B5EF4-FFF2-40B4-BE49-F238E27FC236}">
                <a16:creationId xmlns:a16="http://schemas.microsoft.com/office/drawing/2014/main" id="{68651C4C-4AD1-19DA-CC78-BEC58707B5AD}"/>
              </a:ext>
            </a:extLst>
          </p:cNvPr>
          <p:cNvSpPr>
            <a:spLocks noGrp="1"/>
          </p:cNvSpPr>
          <p:nvPr>
            <p:ph type="body" sz="quarter" idx="20"/>
          </p:nvPr>
        </p:nvSpPr>
        <p:spPr>
          <a:xfrm>
            <a:off x="8902700" y="6573838"/>
            <a:ext cx="2870200" cy="284162"/>
          </a:xfrm>
        </p:spPr>
        <p:txBody>
          <a:bodyPr>
            <a:noAutofit/>
          </a:bodyPr>
          <a:lstStyle>
            <a:lvl1pPr marL="0" indent="0" algn="r">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
        <p:nvSpPr>
          <p:cNvPr id="3" name="Text Placeholder 7">
            <a:extLst>
              <a:ext uri="{FF2B5EF4-FFF2-40B4-BE49-F238E27FC236}">
                <a16:creationId xmlns:a16="http://schemas.microsoft.com/office/drawing/2014/main" id="{12271BA1-38C2-A7FE-AC76-8EC49BFBBE35}"/>
              </a:ext>
            </a:extLst>
          </p:cNvPr>
          <p:cNvSpPr>
            <a:spLocks noGrp="1"/>
          </p:cNvSpPr>
          <p:nvPr>
            <p:ph type="body" sz="quarter" idx="22"/>
          </p:nvPr>
        </p:nvSpPr>
        <p:spPr>
          <a:xfrm>
            <a:off x="4495800" y="2676257"/>
            <a:ext cx="2917371" cy="743178"/>
          </a:xfrm>
        </p:spPr>
        <p:txBody>
          <a:bodyPr anchor="b" anchorCtr="0">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630785607"/>
      </p:ext>
    </p:extLst>
  </p:cSld>
  <p:clrMapOvr>
    <a:masterClrMapping/>
  </p:clrMapOvr>
  <p:extLst>
    <p:ext uri="{DCECCB84-F9BA-43D5-87BE-67443E8EF086}">
      <p15:sldGuideLst xmlns:p15="http://schemas.microsoft.com/office/powerpoint/2012/main">
        <p15:guide id="1" orient="horz" pos="840">
          <p15:clr>
            <a:srgbClr val="FBAE40"/>
          </p15:clr>
        </p15:guide>
        <p15:guide id="2" pos="2832">
          <p15:clr>
            <a:srgbClr val="FBAE40"/>
          </p15:clr>
        </p15:guide>
        <p15:guide id="3" orient="horz" pos="3744">
          <p15:clr>
            <a:srgbClr val="FBAE40"/>
          </p15:clr>
        </p15:guide>
        <p15:guide id="4" pos="6864">
          <p15:clr>
            <a:srgbClr val="FBAE40"/>
          </p15:clr>
        </p15:guide>
        <p15:guide id="5" pos="4560">
          <p15:clr>
            <a:srgbClr val="FBAE40"/>
          </p15:clr>
        </p15:guide>
        <p15:guide id="6" orient="horz" pos="1704">
          <p15:clr>
            <a:srgbClr val="FBAE40"/>
          </p15:clr>
        </p15:guide>
        <p15:guide id="7" orient="horz" pos="360">
          <p15:clr>
            <a:srgbClr val="FBAE40"/>
          </p15:clr>
        </p15:guide>
        <p15:guide id="9" pos="3720">
          <p15:clr>
            <a:srgbClr val="FBAE40"/>
          </p15:clr>
        </p15:guide>
        <p15:guide id="10" pos="6360">
          <p15:clr>
            <a:srgbClr val="FBAE40"/>
          </p15:clr>
        </p15:guide>
        <p15:guide id="11" pos="7152">
          <p15:clr>
            <a:srgbClr val="FBAE40"/>
          </p15:clr>
        </p15:guide>
        <p15:guide id="12" pos="2952">
          <p15:clr>
            <a:srgbClr val="FBAE40"/>
          </p15:clr>
        </p15:guide>
        <p15:guide id="13" pos="7056">
          <p15:clr>
            <a:srgbClr val="FBAE40"/>
          </p15:clr>
        </p15:guide>
        <p15:guide id="14" orient="horz" pos="244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7C7D43-1CC3-3332-AEFC-59ABB023F7AC}"/>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70214"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3"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1848048577"/>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1032">
          <p15:clr>
            <a:srgbClr val="FBAE40"/>
          </p15:clr>
        </p15:guide>
        <p15:guide id="9" pos="3720">
          <p15:clr>
            <a:srgbClr val="FBAE40"/>
          </p15:clr>
        </p15:guide>
        <p15:guide id="10" pos="6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6678385"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609600" y="584664"/>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609600" y="671750"/>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66799" y="267493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3" y="267493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39F175D2-EEFE-E4BF-0E57-03025B8F8D64}"/>
              </a:ext>
            </a:extLst>
          </p:cNvPr>
          <p:cNvSpPr>
            <a:spLocks noGrp="1"/>
          </p:cNvSpPr>
          <p:nvPr>
            <p:ph type="pic" sz="quarter" idx="19"/>
          </p:nvPr>
        </p:nvSpPr>
        <p:spPr>
          <a:xfrm>
            <a:off x="7696200" y="1"/>
            <a:ext cx="4495800" cy="6858000"/>
          </a:xfrm>
        </p:spPr>
        <p:txBody>
          <a:bodyPr/>
          <a:lstStyle/>
          <a:p>
            <a:endParaRPr lang="en-US" dirty="0"/>
          </a:p>
        </p:txBody>
      </p:sp>
      <p:sp>
        <p:nvSpPr>
          <p:cNvPr id="15" name="Text Placeholder 12">
            <a:extLst>
              <a:ext uri="{FF2B5EF4-FFF2-40B4-BE49-F238E27FC236}">
                <a16:creationId xmlns:a16="http://schemas.microsoft.com/office/drawing/2014/main" id="{273C4E42-511B-EB94-CA0A-051B1A4A918D}"/>
              </a:ext>
            </a:extLst>
          </p:cNvPr>
          <p:cNvSpPr>
            <a:spLocks noGrp="1"/>
          </p:cNvSpPr>
          <p:nvPr>
            <p:ph type="body" sz="quarter" idx="20"/>
          </p:nvPr>
        </p:nvSpPr>
        <p:spPr>
          <a:xfrm>
            <a:off x="495300" y="6573838"/>
            <a:ext cx="2870200" cy="284162"/>
          </a:xfrm>
        </p:spPr>
        <p:txBody>
          <a:bodyPr>
            <a:noAutofit/>
          </a:bodyPr>
          <a:lstStyle>
            <a:lvl1pPr marL="0" indent="0" algn="l">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Tree>
    <p:extLst>
      <p:ext uri="{BB962C8B-B14F-4D97-AF65-F5344CB8AC3E}">
        <p14:creationId xmlns:p14="http://schemas.microsoft.com/office/powerpoint/2010/main" val="1245389909"/>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7" orient="horz" pos="360">
          <p15:clr>
            <a:srgbClr val="FBAE40"/>
          </p15:clr>
        </p15:guide>
        <p15:guide id="8" pos="1032">
          <p15:clr>
            <a:srgbClr val="FBAE40"/>
          </p15:clr>
        </p15:guide>
        <p15:guide id="9" pos="4848">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70AFB9-F87E-11AC-2B32-B5178FE34E78}"/>
              </a:ext>
            </a:extLst>
          </p:cNvPr>
          <p:cNvSpPr/>
          <p:nvPr userDrawn="1"/>
        </p:nvSpPr>
        <p:spPr>
          <a:xfrm>
            <a:off x="6096000" y="1"/>
            <a:ext cx="6096000" cy="6858000"/>
          </a:xfrm>
          <a:prstGeom prst="rect">
            <a:avLst/>
          </a:prstGeom>
          <a:solidFill>
            <a:srgbClr val="F1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71442" y="268927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4"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919352225"/>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1032">
          <p15:clr>
            <a:srgbClr val="FBAE40"/>
          </p15:clr>
        </p15:guide>
        <p15:guide id="9" pos="3720">
          <p15:clr>
            <a:srgbClr val="FBAE40"/>
          </p15:clr>
        </p15:guide>
        <p15:guide id="10" pos="6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414779-4CEE-EEAD-8A66-EE043E90B44F}"/>
              </a:ext>
            </a:extLst>
          </p:cNvPr>
          <p:cNvSpPr/>
          <p:nvPr userDrawn="1"/>
        </p:nvSpPr>
        <p:spPr>
          <a:xfrm>
            <a:off x="1611313" y="3215390"/>
            <a:ext cx="2638398" cy="36426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4675414"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34235A04-C2C9-A7DC-3FE5-1E7D27C0E13D}"/>
              </a:ext>
            </a:extLst>
          </p:cNvPr>
          <p:cNvSpPr>
            <a:spLocks noGrp="1"/>
          </p:cNvSpPr>
          <p:nvPr>
            <p:ph type="pic" sz="quarter" idx="19"/>
          </p:nvPr>
        </p:nvSpPr>
        <p:spPr>
          <a:xfrm>
            <a:off x="914400" y="2627313"/>
            <a:ext cx="2525713" cy="3316287"/>
          </a:xfrm>
        </p:spPr>
        <p:txBody>
          <a:bodyPr/>
          <a:lstStyle/>
          <a:p>
            <a:endParaRPr lang="en-US"/>
          </a:p>
        </p:txBody>
      </p:sp>
      <p:sp>
        <p:nvSpPr>
          <p:cNvPr id="3" name="Text Placeholder 12">
            <a:extLst>
              <a:ext uri="{FF2B5EF4-FFF2-40B4-BE49-F238E27FC236}">
                <a16:creationId xmlns:a16="http://schemas.microsoft.com/office/drawing/2014/main" id="{7104C814-4179-5378-738C-F0AEB2D153F3}"/>
              </a:ext>
            </a:extLst>
          </p:cNvPr>
          <p:cNvSpPr>
            <a:spLocks noGrp="1"/>
          </p:cNvSpPr>
          <p:nvPr>
            <p:ph type="body" sz="quarter" idx="20"/>
          </p:nvPr>
        </p:nvSpPr>
        <p:spPr>
          <a:xfrm>
            <a:off x="8902700" y="6573838"/>
            <a:ext cx="2870200" cy="284162"/>
          </a:xfrm>
        </p:spPr>
        <p:txBody>
          <a:bodyPr>
            <a:noAutofit/>
          </a:bodyPr>
          <a:lstStyle>
            <a:lvl1pPr marL="0" indent="0" algn="r">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Tree>
    <p:extLst>
      <p:ext uri="{BB962C8B-B14F-4D97-AF65-F5344CB8AC3E}">
        <p14:creationId xmlns:p14="http://schemas.microsoft.com/office/powerpoint/2010/main" val="1404326330"/>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655">
          <p15:clr>
            <a:srgbClr val="FBAE40"/>
          </p15:clr>
        </p15:guide>
        <p15:guide id="7" orient="horz" pos="360">
          <p15:clr>
            <a:srgbClr val="FBAE40"/>
          </p15:clr>
        </p15:guide>
        <p15:guide id="8" pos="1015">
          <p15:clr>
            <a:srgbClr val="FBAE40"/>
          </p15:clr>
        </p15:guide>
        <p15:guide id="9" pos="2167">
          <p15:clr>
            <a:srgbClr val="FBAE40"/>
          </p15:clr>
        </p15:guide>
        <p15:guide id="10" pos="6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FB883CC-094E-7039-9807-58F11002611B}"/>
              </a:ext>
            </a:extLst>
          </p:cNvPr>
          <p:cNvSpPr/>
          <p:nvPr userDrawn="1"/>
        </p:nvSpPr>
        <p:spPr>
          <a:xfrm>
            <a:off x="0" y="0"/>
            <a:ext cx="5358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1066800" y="267493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8FDDBBAD-B928-4819-64F5-80A5AECD71CB}"/>
              </a:ext>
            </a:extLst>
          </p:cNvPr>
          <p:cNvSpPr>
            <a:spLocks noGrp="1"/>
          </p:cNvSpPr>
          <p:nvPr>
            <p:ph type="pic" sz="quarter" idx="19"/>
          </p:nvPr>
        </p:nvSpPr>
        <p:spPr>
          <a:xfrm>
            <a:off x="4381500" y="2171699"/>
            <a:ext cx="2971800" cy="4549775"/>
          </a:xfrm>
        </p:spPr>
        <p:txBody>
          <a:bodyPr/>
          <a:lstStyle/>
          <a:p>
            <a:endParaRPr lang="en-US"/>
          </a:p>
        </p:txBody>
      </p:sp>
      <p:sp>
        <p:nvSpPr>
          <p:cNvPr id="3" name="Text Placeholder 12">
            <a:extLst>
              <a:ext uri="{FF2B5EF4-FFF2-40B4-BE49-F238E27FC236}">
                <a16:creationId xmlns:a16="http://schemas.microsoft.com/office/drawing/2014/main" id="{8B3586BE-78C6-E426-9F3C-F59381E5CD88}"/>
              </a:ext>
            </a:extLst>
          </p:cNvPr>
          <p:cNvSpPr>
            <a:spLocks noGrp="1"/>
          </p:cNvSpPr>
          <p:nvPr>
            <p:ph type="body" sz="quarter" idx="20"/>
          </p:nvPr>
        </p:nvSpPr>
        <p:spPr>
          <a:xfrm>
            <a:off x="8902700" y="6573838"/>
            <a:ext cx="2870200" cy="284162"/>
          </a:xfrm>
        </p:spPr>
        <p:txBody>
          <a:bodyPr>
            <a:noAutofit/>
          </a:bodyPr>
          <a:lstStyle>
            <a:lvl1pPr marL="0" indent="0" algn="r">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Tree>
    <p:extLst>
      <p:ext uri="{BB962C8B-B14F-4D97-AF65-F5344CB8AC3E}">
        <p14:creationId xmlns:p14="http://schemas.microsoft.com/office/powerpoint/2010/main" val="464081889"/>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5" pos="4632">
          <p15:clr>
            <a:srgbClr val="FBAE40"/>
          </p15:clr>
        </p15:guide>
        <p15:guide id="6" orient="horz" pos="1368">
          <p15:clr>
            <a:srgbClr val="FBAE40"/>
          </p15:clr>
        </p15:guide>
        <p15:guide id="7" orient="horz" pos="360">
          <p15:clr>
            <a:srgbClr val="FBAE40"/>
          </p15:clr>
        </p15:guide>
        <p15:guide id="9" pos="2760">
          <p15:clr>
            <a:srgbClr val="FBAE40"/>
          </p15:clr>
        </p15:guide>
        <p15:guide id="11" pos="7159">
          <p15:clr>
            <a:srgbClr val="FBAE40"/>
          </p15:clr>
        </p15:guide>
        <p15:guide id="12" pos="672">
          <p15:clr>
            <a:srgbClr val="FBAE40"/>
          </p15:clr>
        </p15:guide>
        <p15:guide id="14" orient="horz" pos="2448">
          <p15:clr>
            <a:srgbClr val="FBAE40"/>
          </p15:clr>
        </p15:guide>
        <p15:guide id="15" pos="7056">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949CF9-AE80-D4A2-E0FC-126A4E8ECBCB}"/>
              </a:ext>
            </a:extLst>
          </p:cNvPr>
          <p:cNvSpPr/>
          <p:nvPr userDrawn="1"/>
        </p:nvSpPr>
        <p:spPr>
          <a:xfrm>
            <a:off x="6096000" y="1"/>
            <a:ext cx="6096000" cy="6858000"/>
          </a:xfrm>
          <a:prstGeom prst="rect">
            <a:avLst/>
          </a:prstGeom>
          <a:solidFill>
            <a:srgbClr val="F1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32546" y="4618037"/>
            <a:ext cx="9314540" cy="1325563"/>
          </a:xfrm>
        </p:spPr>
        <p:txBody>
          <a:bodyPr anchor="b">
            <a:noAutofit/>
          </a:bodyPr>
          <a:lstStyle>
            <a:lvl1pPr algn="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66797" y="914400"/>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3" y="914400"/>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9" y="914400"/>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2098221"/>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2098221"/>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2098221"/>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2461991912"/>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5" pos="4560">
          <p15:clr>
            <a:srgbClr val="FBAE40"/>
          </p15:clr>
        </p15:guide>
        <p15:guide id="7" orient="horz" pos="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D960C-86A7-6728-9263-973B76A8FDB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1265913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200299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2404343"/>
            <a:ext cx="5181600" cy="1325563"/>
          </a:xfrm>
        </p:spPr>
        <p:txBody>
          <a:bodyPr>
            <a:noAutofit/>
          </a:bodyPr>
          <a:lstStyle>
            <a:lvl1pPr>
              <a:defRPr sz="4800">
                <a:latin typeface="Poppins" pitchFamily="2" charset="77"/>
                <a:cs typeface="Poppins" pitchFamily="2" charset="77"/>
              </a:defRPr>
            </a:lvl1pPr>
          </a:lstStyle>
          <a:p>
            <a:r>
              <a:rPr lang="en-US" dirty="0"/>
              <a:t>Click to edit Master title style</a:t>
            </a:r>
          </a:p>
        </p:txBody>
      </p:sp>
      <p:sp>
        <p:nvSpPr>
          <p:cNvPr id="9" name="Picture Placeholder 8">
            <a:extLst>
              <a:ext uri="{FF2B5EF4-FFF2-40B4-BE49-F238E27FC236}">
                <a16:creationId xmlns:a16="http://schemas.microsoft.com/office/drawing/2014/main" id="{BA87BAAC-9384-2363-2089-821720F16DD3}"/>
              </a:ext>
            </a:extLst>
          </p:cNvPr>
          <p:cNvSpPr>
            <a:spLocks noGrp="1"/>
          </p:cNvSpPr>
          <p:nvPr>
            <p:ph type="pic" sz="quarter" idx="13"/>
          </p:nvPr>
        </p:nvSpPr>
        <p:spPr>
          <a:xfrm>
            <a:off x="7239000" y="1485900"/>
            <a:ext cx="3657600" cy="4457700"/>
          </a:xfrm>
        </p:spPr>
        <p:txBody>
          <a:bodyPr/>
          <a:lstStyle/>
          <a:p>
            <a:endParaRPr lang="en-US"/>
          </a:p>
        </p:txBody>
      </p:sp>
      <p:cxnSp>
        <p:nvCxnSpPr>
          <p:cNvPr id="11" name="Straight Connector 10">
            <a:extLst>
              <a:ext uri="{FF2B5EF4-FFF2-40B4-BE49-F238E27FC236}">
                <a16:creationId xmlns:a16="http://schemas.microsoft.com/office/drawing/2014/main" id="{0CA0C2D1-06AD-3620-044D-2EAE71AC87AC}"/>
              </a:ext>
            </a:extLst>
          </p:cNvPr>
          <p:cNvCxnSpPr/>
          <p:nvPr userDrawn="1"/>
        </p:nvCxnSpPr>
        <p:spPr>
          <a:xfrm>
            <a:off x="1638300" y="571500"/>
            <a:ext cx="4267200"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p:nvPr userDrawn="1"/>
        </p:nvCxnSpPr>
        <p:spPr>
          <a:xfrm>
            <a:off x="10096500" y="571500"/>
            <a:ext cx="1259359"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914400" y="571500"/>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914400" y="658586"/>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1066800" y="5185232"/>
            <a:ext cx="2971800" cy="365126"/>
          </a:xfrm>
        </p:spPr>
        <p:txBody>
          <a:bodyPr>
            <a:normAutofit/>
          </a:bodyPr>
          <a:lstStyle>
            <a:lvl1pPr marL="0" indent="0">
              <a:buNone/>
              <a:defRPr sz="180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1066800" y="5588228"/>
            <a:ext cx="2971800" cy="365126"/>
          </a:xfrm>
        </p:spPr>
        <p:txBody>
          <a:bodyPr>
            <a:noAutofit/>
          </a:bodyPr>
          <a:lstStyle>
            <a:lvl1pPr marL="0" indent="0">
              <a:buNone/>
              <a:defRPr sz="2000">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Tree>
    <p:extLst>
      <p:ext uri="{BB962C8B-B14F-4D97-AF65-F5344CB8AC3E}">
        <p14:creationId xmlns:p14="http://schemas.microsoft.com/office/powerpoint/2010/main" val="2824232365"/>
      </p:ext>
    </p:extLst>
  </p:cSld>
  <p:clrMapOvr>
    <a:masterClrMapping/>
  </p:clrMapOvr>
  <p:extLst>
    <p:ext uri="{DCECCB84-F9BA-43D5-87BE-67443E8EF086}">
      <p15:sldGuideLst xmlns:p15="http://schemas.microsoft.com/office/powerpoint/2012/main">
        <p15:guide id="1" orient="horz" pos="936">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672">
          <p15:clr>
            <a:srgbClr val="FBAE40"/>
          </p15:clr>
        </p15:guide>
        <p15:guide id="9" pos="3720">
          <p15:clr>
            <a:srgbClr val="FBAE40"/>
          </p15:clr>
        </p15:guide>
        <p15:guide id="10" pos="6360">
          <p15:clr>
            <a:srgbClr val="FBAE40"/>
          </p15:clr>
        </p15:guide>
        <p15:guide id="11" pos="715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67435192"/>
      </p:ext>
    </p:extLst>
  </p:cSld>
  <p:clrMapOvr>
    <a:masterClrMapping/>
  </p:clrMapOvr>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337D6C-98AA-42D3-9843-0DF31A9C34E7}" type="datetime1">
              <a:rPr lang="en-US" smtClean="0"/>
              <a:t>4/12/25</a:t>
            </a:fld>
            <a:endParaRPr lang="en-US"/>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pPr marL="12700">
              <a:lnSpc>
                <a:spcPts val="1240"/>
              </a:lnSpc>
            </a:pPr>
            <a:r>
              <a:rPr lang="en-US" spc="-5"/>
              <a:t>Lecture</a:t>
            </a:r>
            <a:r>
              <a:rPr lang="en-US" spc="-30"/>
              <a:t> </a:t>
            </a:r>
            <a:r>
              <a:rPr lang="en-US" spc="-5"/>
              <a:t>2:</a:t>
            </a:r>
            <a:r>
              <a:rPr lang="en-US" spc="-10"/>
              <a:t> </a:t>
            </a:r>
            <a:r>
              <a:rPr lang="en-US" spc="-5"/>
              <a:t>Slide</a:t>
            </a:r>
            <a:r>
              <a:rPr lang="en-US" spc="-20"/>
              <a:t> </a:t>
            </a:r>
            <a:fld id="{81D60167-4931-47E6-BA6A-407CBD079E47}" type="slidenum">
              <a:rPr smtClean="0"/>
              <a:pPr marL="12700">
                <a:lnSpc>
                  <a:spcPts val="1240"/>
                </a:lnSpc>
              </a:pPr>
              <a:t>‹#›</a:t>
            </a:fld>
            <a:endParaRPr dirty="0"/>
          </a:p>
        </p:txBody>
      </p:sp>
    </p:spTree>
    <p:extLst>
      <p:ext uri="{BB962C8B-B14F-4D97-AF65-F5344CB8AC3E}">
        <p14:creationId xmlns:p14="http://schemas.microsoft.com/office/powerpoint/2010/main" val="71190171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84492878"/>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13C212-10D7-462D-9249-9BE5ED3A8A02}" type="datetime1">
              <a:rPr lang="en-US" smtClean="0"/>
              <a:t>4/12/25</a:t>
            </a:fld>
            <a:endParaRPr lang="en-US"/>
          </a:p>
        </p:txBody>
      </p:sp>
      <p:sp>
        <p:nvSpPr>
          <p:cNvPr id="6" name="Footer Placeholder 5"/>
          <p:cNvSpPr>
            <a:spLocks noGrp="1"/>
          </p:cNvSpPr>
          <p:nvPr>
            <p:ph type="ftr" sz="quarter" idx="11"/>
          </p:nvPr>
        </p:nvSpPr>
        <p:spPr/>
        <p:txBody>
          <a:bodyPr/>
          <a:lstStyle/>
          <a:p>
            <a:endParaRPr lang="ar-JO"/>
          </a:p>
        </p:txBody>
      </p:sp>
      <p:sp>
        <p:nvSpPr>
          <p:cNvPr id="7" name="Slide Number Placeholder 6"/>
          <p:cNvSpPr>
            <a:spLocks noGrp="1"/>
          </p:cNvSpPr>
          <p:nvPr>
            <p:ph type="sldNum" sz="quarter" idx="12"/>
          </p:nvPr>
        </p:nvSpPr>
        <p:spPr/>
        <p:txBody>
          <a:bodyPr/>
          <a:lstStyle/>
          <a:p>
            <a:pPr marL="12700">
              <a:lnSpc>
                <a:spcPts val="1240"/>
              </a:lnSpc>
            </a:pPr>
            <a:r>
              <a:rPr lang="en-US" spc="-5"/>
              <a:t>Lecture</a:t>
            </a:r>
            <a:r>
              <a:rPr lang="en-US" spc="-30"/>
              <a:t> </a:t>
            </a:r>
            <a:r>
              <a:rPr lang="en-US" spc="-5"/>
              <a:t>2:</a:t>
            </a:r>
            <a:r>
              <a:rPr lang="en-US" spc="-10"/>
              <a:t> </a:t>
            </a:r>
            <a:r>
              <a:rPr lang="en-US" spc="-5"/>
              <a:t>Slide</a:t>
            </a:r>
            <a:r>
              <a:rPr lang="en-US" spc="-20"/>
              <a:t> </a:t>
            </a:r>
            <a:fld id="{81D60167-4931-47E6-BA6A-407CBD079E47}" type="slidenum">
              <a:rPr smtClean="0"/>
              <a:pPr marL="12700">
                <a:lnSpc>
                  <a:spcPts val="1240"/>
                </a:lnSpc>
              </a:pPr>
              <a:t>‹#›</a:t>
            </a:fld>
            <a:endParaRPr dirty="0"/>
          </a:p>
        </p:txBody>
      </p:sp>
    </p:spTree>
    <p:extLst>
      <p:ext uri="{BB962C8B-B14F-4D97-AF65-F5344CB8AC3E}">
        <p14:creationId xmlns:p14="http://schemas.microsoft.com/office/powerpoint/2010/main" val="348519152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4/12/25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91182443"/>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3937A-F89A-4D00-8D54-29C0028D3E96}" type="datetime1">
              <a:rPr lang="en-US" smtClean="0"/>
              <a:t>4/12/25</a:t>
            </a:fld>
            <a:endParaRPr lang="en-US"/>
          </a:p>
        </p:txBody>
      </p:sp>
      <p:sp>
        <p:nvSpPr>
          <p:cNvPr id="4" name="Footer Placeholder 3"/>
          <p:cNvSpPr>
            <a:spLocks noGrp="1"/>
          </p:cNvSpPr>
          <p:nvPr>
            <p:ph type="ftr" sz="quarter" idx="11"/>
          </p:nvPr>
        </p:nvSpPr>
        <p:spPr/>
        <p:txBody>
          <a:bodyPr/>
          <a:lstStyle/>
          <a:p>
            <a:endParaRPr lang="ar-JO"/>
          </a:p>
        </p:txBody>
      </p:sp>
      <p:sp>
        <p:nvSpPr>
          <p:cNvPr id="5" name="Slide Number Placeholder 4"/>
          <p:cNvSpPr>
            <a:spLocks noGrp="1"/>
          </p:cNvSpPr>
          <p:nvPr>
            <p:ph type="sldNum" sz="quarter" idx="12"/>
          </p:nvPr>
        </p:nvSpPr>
        <p:spPr/>
        <p:txBody>
          <a:bodyPr/>
          <a:lstStyle/>
          <a:p>
            <a:pPr marL="12700">
              <a:lnSpc>
                <a:spcPts val="1240"/>
              </a:lnSpc>
            </a:pPr>
            <a:r>
              <a:rPr lang="en-US" spc="-5"/>
              <a:t>Lecture</a:t>
            </a:r>
            <a:r>
              <a:rPr lang="en-US" spc="-30"/>
              <a:t> </a:t>
            </a:r>
            <a:r>
              <a:rPr lang="en-US" spc="-5"/>
              <a:t>2:</a:t>
            </a:r>
            <a:r>
              <a:rPr lang="en-US" spc="-10"/>
              <a:t> </a:t>
            </a:r>
            <a:r>
              <a:rPr lang="en-US" spc="-5"/>
              <a:t>Slide</a:t>
            </a:r>
            <a:r>
              <a:rPr lang="en-US" spc="-20"/>
              <a:t> </a:t>
            </a:r>
            <a:fld id="{81D60167-4931-47E6-BA6A-407CBD079E47}" type="slidenum">
              <a:rPr smtClean="0"/>
              <a:pPr marL="12700">
                <a:lnSpc>
                  <a:spcPts val="1240"/>
                </a:lnSpc>
              </a:pPr>
              <a:t>‹#›</a:t>
            </a:fld>
            <a:endParaRPr dirty="0"/>
          </a:p>
        </p:txBody>
      </p:sp>
    </p:spTree>
    <p:extLst>
      <p:ext uri="{BB962C8B-B14F-4D97-AF65-F5344CB8AC3E}">
        <p14:creationId xmlns:p14="http://schemas.microsoft.com/office/powerpoint/2010/main" val="86758508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4/12/25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708146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4/12/25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587289272"/>
      </p:ext>
    </p:extLst>
  </p:cSld>
  <p:clrMapOvr>
    <a:masterClrMapping/>
  </p:clrMapOvr>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4/12/25</a:t>
            </a:fld>
            <a:endParaRPr lang="en-US" dirty="0"/>
          </a:p>
        </p:txBody>
      </p:sp>
    </p:spTree>
    <p:extLst>
      <p:ext uri="{BB962C8B-B14F-4D97-AF65-F5344CB8AC3E}">
        <p14:creationId xmlns:p14="http://schemas.microsoft.com/office/powerpoint/2010/main" val="1262899944"/>
      </p:ext>
    </p:extLst>
  </p:cSld>
  <p:clrMapOvr>
    <a:masterClrMapping/>
  </p:clrMapOvr>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90221713"/>
      </p:ext>
    </p:extLst>
  </p:cSld>
  <p:clrMapOvr>
    <a:masterClrMapping/>
  </p:clrMapOvr>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90687873"/>
      </p:ext>
    </p:extLst>
  </p:cSld>
  <p:clrMapOvr>
    <a:masterClrMapping/>
  </p:clrMapOvr>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5246967"/>
      </p:ext>
    </p:extLst>
  </p:cSld>
  <p:clrMapOvr>
    <a:masterClrMapping/>
  </p:clrMapOvr>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08996750"/>
      </p:ext>
    </p:extLst>
  </p:cSld>
  <p:clrMapOvr>
    <a:masterClrMapping/>
  </p:clrMapOvr>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4435410"/>
      </p:ext>
    </p:extLst>
  </p:cSld>
  <p:clrMapOvr>
    <a:masterClrMapping/>
  </p:clrMapOvr>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4/12/25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990894518"/>
      </p:ext>
    </p:extLst>
  </p:cSld>
  <p:clrMapOvr>
    <a:masterClrMapping/>
  </p:clrMapOvr>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6810314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8.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9.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61.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62.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63.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64.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11.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theme" Target="../theme/theme12.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F0FA98-2EE8-734A-95BB-A4637DCAD58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655A45B-F495-F641-AA7A-36292C3CC9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7414230"/>
      </p:ext>
    </p:extLst>
  </p:cSld>
  <p:clrMap bg1="lt1" tx1="dk1" bg2="lt2" tx2="dk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37"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710" r:id="rId44"/>
    <p:sldLayoutId id="2147483711" r:id="rId45"/>
    <p:sldLayoutId id="2147483712" r:id="rId46"/>
    <p:sldLayoutId id="2147483713" r:id="rId47"/>
    <p:sldLayoutId id="2147483714" r:id="rId48"/>
    <p:sldLayoutId id="2147483715" r:id="rId49"/>
    <p:sldLayoutId id="2147483716" r:id="rId50"/>
    <p:sldLayoutId id="2147483717" r:id="rId51"/>
    <p:sldLayoutId id="2147483718" r:id="rId52"/>
    <p:sldLayoutId id="2147483719" r:id="rId53"/>
    <p:sldLayoutId id="2147483720" r:id="rId54"/>
    <p:sldLayoutId id="2147483721" r:id="rId55"/>
  </p:sldLayoutIdLst>
  <p:hf sldNum="0" hdr="0" ftr="0" dt="0"/>
  <p:txStyles>
    <p:titleStyle>
      <a:lvl1pPr algn="ctr" defTabSz="685800" rtl="1" eaLnBrk="1" latinLnBrk="0" hangingPunct="1">
        <a:lnSpc>
          <a:spcPct val="90000"/>
        </a:lnSpc>
        <a:spcBef>
          <a:spcPct val="0"/>
        </a:spcBef>
        <a:buNone/>
        <a:defRPr sz="2800" b="1" i="0" kern="1200" spc="-113">
          <a:solidFill>
            <a:schemeClr val="tx2"/>
          </a:solidFill>
          <a:latin typeface="+mj-lt"/>
          <a:ea typeface="+mj-ea"/>
          <a:cs typeface="Gill Sans" panose="020B0502020104020203" pitchFamily="34" charset="-79"/>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500" b="0" i="0" kern="1200">
          <a:solidFill>
            <a:schemeClr val="tx2"/>
          </a:solidFill>
          <a:latin typeface="Calibri" panose="020F0502020204030204" pitchFamily="34" charset="0"/>
          <a:ea typeface="+mn-ea"/>
          <a:cs typeface="Calibri" panose="020F05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2"/>
          </a:solidFill>
          <a:latin typeface="Calibri" panose="020F0502020204030204" pitchFamily="34" charset="0"/>
          <a:ea typeface="+mn-ea"/>
          <a:cs typeface="Calibri" panose="020F05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200" b="0" i="0" kern="1200">
          <a:solidFill>
            <a:schemeClr val="tx2"/>
          </a:solidFill>
          <a:latin typeface="Calibri" panose="020F0502020204030204" pitchFamily="34" charset="0"/>
          <a:ea typeface="+mn-ea"/>
          <a:cs typeface="Calibri" panose="020F05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050" b="0" i="0" kern="1200">
          <a:solidFill>
            <a:schemeClr val="tx2"/>
          </a:solidFill>
          <a:latin typeface="Calibri" panose="020F0502020204030204" pitchFamily="34" charset="0"/>
          <a:ea typeface="+mn-ea"/>
          <a:cs typeface="Calibri" panose="020F05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tx2"/>
          </a:solidFill>
          <a:latin typeface="Calibri" panose="020F0502020204030204" pitchFamily="34" charset="0"/>
          <a:ea typeface="+mn-ea"/>
          <a:cs typeface="Calibri" panose="020F0502020204030204" pitchFamily="34" charset="0"/>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04" userDrawn="1">
          <p15:clr>
            <a:srgbClr val="F26B43"/>
          </p15:clr>
        </p15:guide>
        <p15:guide id="2" orient="horz" pos="404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DB56BC2-157D-3FD3-ABD8-71E707020C4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JO"/>
              <a:t>Click to edit Master title style</a:t>
            </a:r>
          </a:p>
        </p:txBody>
      </p:sp>
      <p:sp>
        <p:nvSpPr>
          <p:cNvPr id="1027" name="Text Placeholder 2">
            <a:extLst>
              <a:ext uri="{FF2B5EF4-FFF2-40B4-BE49-F238E27FC236}">
                <a16:creationId xmlns:a16="http://schemas.microsoft.com/office/drawing/2014/main" id="{CB633650-0A46-F619-FB53-1A215932854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JO"/>
              <a:t>Click to edit Master text styles</a:t>
            </a:r>
          </a:p>
          <a:p>
            <a:pPr lvl="1"/>
            <a:r>
              <a:rPr lang="en-US" altLang="ar-JO"/>
              <a:t>Second level</a:t>
            </a:r>
          </a:p>
          <a:p>
            <a:pPr lvl="2"/>
            <a:r>
              <a:rPr lang="en-US" altLang="ar-JO"/>
              <a:t>Third level</a:t>
            </a:r>
          </a:p>
          <a:p>
            <a:pPr lvl="3"/>
            <a:r>
              <a:rPr lang="en-US" altLang="ar-JO"/>
              <a:t>Fourth level</a:t>
            </a:r>
          </a:p>
          <a:p>
            <a:pPr lvl="4"/>
            <a:r>
              <a:rPr lang="en-US" altLang="ar-JO"/>
              <a:t>Fifth level</a:t>
            </a:r>
          </a:p>
        </p:txBody>
      </p:sp>
      <p:sp>
        <p:nvSpPr>
          <p:cNvPr id="4" name="Date Placeholder 3">
            <a:extLst>
              <a:ext uri="{FF2B5EF4-FFF2-40B4-BE49-F238E27FC236}">
                <a16:creationId xmlns:a16="http://schemas.microsoft.com/office/drawing/2014/main" id="{5E892B91-01F1-65E2-A79C-415561EC547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D2D5FAAF-0131-4143-8D54-B7040BA07F0D}"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554EECA8-84D5-F3B7-1D29-6A69428555B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dirty="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E333197-3BF4-DC43-9F85-C05322C3C40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pPr>
              <a:defRPr/>
            </a:pPr>
            <a:fld id="{D8ECB725-DACA-4353-8DA8-899A8DCCABFC}" type="slidenum">
              <a:rPr lang="en-US" altLang="ar-JO"/>
              <a:pPr>
                <a:defRPr/>
              </a:pPr>
              <a:t>‹#›</a:t>
            </a:fld>
            <a:endParaRPr lang="en-US" altLang="ar-JO"/>
          </a:p>
        </p:txBody>
      </p:sp>
    </p:spTree>
    <p:extLst>
      <p:ext uri="{BB962C8B-B14F-4D97-AF65-F5344CB8AC3E}">
        <p14:creationId xmlns:p14="http://schemas.microsoft.com/office/powerpoint/2010/main" val="2935986410"/>
      </p:ext>
    </p:extLst>
  </p:cSld>
  <p:clrMap bg1="lt1" tx1="dk1" bg2="lt2" tx2="dk2" accent1="accent1" accent2="accent2" accent3="accent3" accent4="accent4" accent5="accent5" accent6="accent6" hlink="hlink" folHlink="folHlink"/>
  <p:sldLayoutIdLst>
    <p:sldLayoutId id="2147483723" r:id="rId1"/>
  </p:sldLayoutIdLst>
  <p:hf sldNum="0" hdr="0" ftr="0" dt="0"/>
  <p:txStyles>
    <p:titleStyle>
      <a:lvl1pPr algn="l" rtl="1" eaLnBrk="1" fontAlgn="base" hangingPunct="1">
        <a:lnSpc>
          <a:spcPct val="90000"/>
        </a:lnSpc>
        <a:spcBef>
          <a:spcPct val="0"/>
        </a:spcBef>
        <a:spcAft>
          <a:spcPct val="0"/>
        </a:spcAft>
        <a:defRPr sz="3300" kern="1200">
          <a:solidFill>
            <a:schemeClr val="tx1"/>
          </a:solidFill>
          <a:latin typeface="+mj-lt"/>
          <a:ea typeface="+mj-ea"/>
          <a:cs typeface="+mj-cs"/>
        </a:defRPr>
      </a:lvl1pPr>
      <a:lvl2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2pPr>
      <a:lvl3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3pPr>
      <a:lvl4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4pPr>
      <a:lvl5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5pPr>
      <a:lvl6pPr marL="3429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6858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0287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3716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r" rtl="1"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r" rtl="1"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r" rtl="1"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DB56BC2-157D-3FD3-ABD8-71E707020C4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JO"/>
              <a:t>Click to edit Master title style</a:t>
            </a:r>
          </a:p>
        </p:txBody>
      </p:sp>
      <p:sp>
        <p:nvSpPr>
          <p:cNvPr id="1027" name="Text Placeholder 2">
            <a:extLst>
              <a:ext uri="{FF2B5EF4-FFF2-40B4-BE49-F238E27FC236}">
                <a16:creationId xmlns:a16="http://schemas.microsoft.com/office/drawing/2014/main" id="{CB633650-0A46-F619-FB53-1A215932854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JO"/>
              <a:t>Click to edit Master text styles</a:t>
            </a:r>
          </a:p>
          <a:p>
            <a:pPr lvl="1"/>
            <a:r>
              <a:rPr lang="en-US" altLang="ar-JO"/>
              <a:t>Second level</a:t>
            </a:r>
          </a:p>
          <a:p>
            <a:pPr lvl="2"/>
            <a:r>
              <a:rPr lang="en-US" altLang="ar-JO"/>
              <a:t>Third level</a:t>
            </a:r>
          </a:p>
          <a:p>
            <a:pPr lvl="3"/>
            <a:r>
              <a:rPr lang="en-US" altLang="ar-JO"/>
              <a:t>Fourth level</a:t>
            </a:r>
          </a:p>
          <a:p>
            <a:pPr lvl="4"/>
            <a:r>
              <a:rPr lang="en-US" altLang="ar-JO"/>
              <a:t>Fifth level</a:t>
            </a:r>
          </a:p>
        </p:txBody>
      </p:sp>
      <p:sp>
        <p:nvSpPr>
          <p:cNvPr id="4" name="Date Placeholder 3">
            <a:extLst>
              <a:ext uri="{FF2B5EF4-FFF2-40B4-BE49-F238E27FC236}">
                <a16:creationId xmlns:a16="http://schemas.microsoft.com/office/drawing/2014/main" id="{5E892B91-01F1-65E2-A79C-415561EC547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6964643F-43D4-4E00-B1B8-E79F8E1B6CA9}"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554EECA8-84D5-F3B7-1D29-6A69428555B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dirty="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E333197-3BF4-DC43-9F85-C05322C3C40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pPr>
              <a:defRPr/>
            </a:pPr>
            <a:fld id="{D8ECB725-DACA-4353-8DA8-899A8DCCABFC}" type="slidenum">
              <a:rPr lang="en-US" altLang="ar-JO"/>
              <a:pPr>
                <a:defRPr/>
              </a:pPr>
              <a:t>‹#›</a:t>
            </a:fld>
            <a:endParaRPr lang="en-US" altLang="ar-JO"/>
          </a:p>
        </p:txBody>
      </p:sp>
    </p:spTree>
    <p:extLst>
      <p:ext uri="{BB962C8B-B14F-4D97-AF65-F5344CB8AC3E}">
        <p14:creationId xmlns:p14="http://schemas.microsoft.com/office/powerpoint/2010/main" val="2553689611"/>
      </p:ext>
    </p:extLst>
  </p:cSld>
  <p:clrMap bg1="lt1" tx1="dk1" bg2="lt2" tx2="dk2" accent1="accent1" accent2="accent2" accent3="accent3" accent4="accent4" accent5="accent5" accent6="accent6" hlink="hlink" folHlink="folHlink"/>
  <p:sldLayoutIdLst>
    <p:sldLayoutId id="2147483725" r:id="rId1"/>
  </p:sldLayoutIdLst>
  <p:hf sldNum="0" hdr="0" ftr="0" dt="0"/>
  <p:txStyles>
    <p:titleStyle>
      <a:lvl1pPr algn="l" rtl="1" eaLnBrk="1" fontAlgn="base" hangingPunct="1">
        <a:lnSpc>
          <a:spcPct val="90000"/>
        </a:lnSpc>
        <a:spcBef>
          <a:spcPct val="0"/>
        </a:spcBef>
        <a:spcAft>
          <a:spcPct val="0"/>
        </a:spcAft>
        <a:defRPr sz="3300" kern="1200">
          <a:solidFill>
            <a:schemeClr val="tx1"/>
          </a:solidFill>
          <a:latin typeface="+mj-lt"/>
          <a:ea typeface="+mj-ea"/>
          <a:cs typeface="+mj-cs"/>
        </a:defRPr>
      </a:lvl1pPr>
      <a:lvl2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2pPr>
      <a:lvl3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3pPr>
      <a:lvl4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4pPr>
      <a:lvl5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5pPr>
      <a:lvl6pPr marL="3429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6858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0287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3716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r" rtl="1"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r" rtl="1"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r" rtl="1"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DB56BC2-157D-3FD3-ABD8-71E707020C4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JO"/>
              <a:t>Click to edit Master title style</a:t>
            </a:r>
          </a:p>
        </p:txBody>
      </p:sp>
      <p:sp>
        <p:nvSpPr>
          <p:cNvPr id="1027" name="Text Placeholder 2">
            <a:extLst>
              <a:ext uri="{FF2B5EF4-FFF2-40B4-BE49-F238E27FC236}">
                <a16:creationId xmlns:a16="http://schemas.microsoft.com/office/drawing/2014/main" id="{CB633650-0A46-F619-FB53-1A215932854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JO"/>
              <a:t>Click to edit Master text styles</a:t>
            </a:r>
          </a:p>
          <a:p>
            <a:pPr lvl="1"/>
            <a:r>
              <a:rPr lang="en-US" altLang="ar-JO"/>
              <a:t>Second level</a:t>
            </a:r>
          </a:p>
          <a:p>
            <a:pPr lvl="2"/>
            <a:r>
              <a:rPr lang="en-US" altLang="ar-JO"/>
              <a:t>Third level</a:t>
            </a:r>
          </a:p>
          <a:p>
            <a:pPr lvl="3"/>
            <a:r>
              <a:rPr lang="en-US" altLang="ar-JO"/>
              <a:t>Fourth level</a:t>
            </a:r>
          </a:p>
          <a:p>
            <a:pPr lvl="4"/>
            <a:r>
              <a:rPr lang="en-US" altLang="ar-JO"/>
              <a:t>Fifth level</a:t>
            </a:r>
          </a:p>
        </p:txBody>
      </p:sp>
      <p:sp>
        <p:nvSpPr>
          <p:cNvPr id="4" name="Date Placeholder 3">
            <a:extLst>
              <a:ext uri="{FF2B5EF4-FFF2-40B4-BE49-F238E27FC236}">
                <a16:creationId xmlns:a16="http://schemas.microsoft.com/office/drawing/2014/main" id="{5E892B91-01F1-65E2-A79C-415561EC547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D031B03C-2AD5-4040-BE3C-3BDD4E45334D}"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554EECA8-84D5-F3B7-1D29-6A69428555B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dirty="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E333197-3BF4-DC43-9F85-C05322C3C40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pPr>
              <a:defRPr/>
            </a:pPr>
            <a:fld id="{D8ECB725-DACA-4353-8DA8-899A8DCCABFC}" type="slidenum">
              <a:rPr lang="en-US" altLang="ar-JO"/>
              <a:pPr>
                <a:defRPr/>
              </a:pPr>
              <a:t>‹#›</a:t>
            </a:fld>
            <a:endParaRPr lang="en-US" altLang="ar-JO"/>
          </a:p>
        </p:txBody>
      </p:sp>
    </p:spTree>
    <p:extLst>
      <p:ext uri="{BB962C8B-B14F-4D97-AF65-F5344CB8AC3E}">
        <p14:creationId xmlns:p14="http://schemas.microsoft.com/office/powerpoint/2010/main" val="1756721161"/>
      </p:ext>
    </p:extLst>
  </p:cSld>
  <p:clrMap bg1="lt1" tx1="dk1" bg2="lt2" tx2="dk2" accent1="accent1" accent2="accent2" accent3="accent3" accent4="accent4" accent5="accent5" accent6="accent6" hlink="hlink" folHlink="folHlink"/>
  <p:sldLayoutIdLst>
    <p:sldLayoutId id="2147483727" r:id="rId1"/>
  </p:sldLayoutIdLst>
  <p:hf sldNum="0" hdr="0" ftr="0" dt="0"/>
  <p:txStyles>
    <p:titleStyle>
      <a:lvl1pPr algn="l" rtl="1" eaLnBrk="1" fontAlgn="base" hangingPunct="1">
        <a:lnSpc>
          <a:spcPct val="90000"/>
        </a:lnSpc>
        <a:spcBef>
          <a:spcPct val="0"/>
        </a:spcBef>
        <a:spcAft>
          <a:spcPct val="0"/>
        </a:spcAft>
        <a:defRPr sz="3300" kern="1200">
          <a:solidFill>
            <a:schemeClr val="tx1"/>
          </a:solidFill>
          <a:latin typeface="+mj-lt"/>
          <a:ea typeface="+mj-ea"/>
          <a:cs typeface="+mj-cs"/>
        </a:defRPr>
      </a:lvl1pPr>
      <a:lvl2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2pPr>
      <a:lvl3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3pPr>
      <a:lvl4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4pPr>
      <a:lvl5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5pPr>
      <a:lvl6pPr marL="3429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6858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0287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3716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r" rtl="1"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r" rtl="1"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r" rtl="1"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DB56BC2-157D-3FD3-ABD8-71E707020C4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JO"/>
              <a:t>Click to edit Master title style</a:t>
            </a:r>
          </a:p>
        </p:txBody>
      </p:sp>
      <p:sp>
        <p:nvSpPr>
          <p:cNvPr id="1027" name="Text Placeholder 2">
            <a:extLst>
              <a:ext uri="{FF2B5EF4-FFF2-40B4-BE49-F238E27FC236}">
                <a16:creationId xmlns:a16="http://schemas.microsoft.com/office/drawing/2014/main" id="{CB633650-0A46-F619-FB53-1A215932854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JO"/>
              <a:t>Click to edit Master text styles</a:t>
            </a:r>
          </a:p>
          <a:p>
            <a:pPr lvl="1"/>
            <a:r>
              <a:rPr lang="en-US" altLang="ar-JO"/>
              <a:t>Second level</a:t>
            </a:r>
          </a:p>
          <a:p>
            <a:pPr lvl="2"/>
            <a:r>
              <a:rPr lang="en-US" altLang="ar-JO"/>
              <a:t>Third level</a:t>
            </a:r>
          </a:p>
          <a:p>
            <a:pPr lvl="3"/>
            <a:r>
              <a:rPr lang="en-US" altLang="ar-JO"/>
              <a:t>Fourth level</a:t>
            </a:r>
          </a:p>
          <a:p>
            <a:pPr lvl="4"/>
            <a:r>
              <a:rPr lang="en-US" altLang="ar-JO"/>
              <a:t>Fifth level</a:t>
            </a:r>
          </a:p>
        </p:txBody>
      </p:sp>
      <p:sp>
        <p:nvSpPr>
          <p:cNvPr id="4" name="Date Placeholder 3">
            <a:extLst>
              <a:ext uri="{FF2B5EF4-FFF2-40B4-BE49-F238E27FC236}">
                <a16:creationId xmlns:a16="http://schemas.microsoft.com/office/drawing/2014/main" id="{5E892B91-01F1-65E2-A79C-415561EC547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B4037266-49CA-4879-9268-FEEEB9FE3C18}"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554EECA8-84D5-F3B7-1D29-6A69428555B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dirty="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E333197-3BF4-DC43-9F85-C05322C3C40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pPr>
              <a:defRPr/>
            </a:pPr>
            <a:fld id="{D8ECB725-DACA-4353-8DA8-899A8DCCABFC}" type="slidenum">
              <a:rPr lang="en-US" altLang="ar-JO"/>
              <a:pPr>
                <a:defRPr/>
              </a:pPr>
              <a:t>‹#›</a:t>
            </a:fld>
            <a:endParaRPr lang="en-US" altLang="ar-JO"/>
          </a:p>
        </p:txBody>
      </p:sp>
    </p:spTree>
    <p:extLst>
      <p:ext uri="{BB962C8B-B14F-4D97-AF65-F5344CB8AC3E}">
        <p14:creationId xmlns:p14="http://schemas.microsoft.com/office/powerpoint/2010/main" val="2237656380"/>
      </p:ext>
    </p:extLst>
  </p:cSld>
  <p:clrMap bg1="lt1" tx1="dk1" bg2="lt2" tx2="dk2" accent1="accent1" accent2="accent2" accent3="accent3" accent4="accent4" accent5="accent5" accent6="accent6" hlink="hlink" folHlink="folHlink"/>
  <p:sldLayoutIdLst>
    <p:sldLayoutId id="2147483729" r:id="rId1"/>
  </p:sldLayoutIdLst>
  <p:hf sldNum="0" hdr="0" ftr="0" dt="0"/>
  <p:txStyles>
    <p:titleStyle>
      <a:lvl1pPr algn="l" rtl="1" eaLnBrk="1" fontAlgn="base" hangingPunct="1">
        <a:lnSpc>
          <a:spcPct val="90000"/>
        </a:lnSpc>
        <a:spcBef>
          <a:spcPct val="0"/>
        </a:spcBef>
        <a:spcAft>
          <a:spcPct val="0"/>
        </a:spcAft>
        <a:defRPr sz="3300" kern="1200">
          <a:solidFill>
            <a:schemeClr val="tx1"/>
          </a:solidFill>
          <a:latin typeface="+mj-lt"/>
          <a:ea typeface="+mj-ea"/>
          <a:cs typeface="+mj-cs"/>
        </a:defRPr>
      </a:lvl1pPr>
      <a:lvl2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2pPr>
      <a:lvl3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3pPr>
      <a:lvl4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4pPr>
      <a:lvl5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5pPr>
      <a:lvl6pPr marL="3429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6858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0287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3716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r" rtl="1"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r" rtl="1"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r" rtl="1"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DB56BC2-157D-3FD3-ABD8-71E707020C4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JO"/>
              <a:t>Click to edit Master title style</a:t>
            </a:r>
          </a:p>
        </p:txBody>
      </p:sp>
      <p:sp>
        <p:nvSpPr>
          <p:cNvPr id="1027" name="Text Placeholder 2">
            <a:extLst>
              <a:ext uri="{FF2B5EF4-FFF2-40B4-BE49-F238E27FC236}">
                <a16:creationId xmlns:a16="http://schemas.microsoft.com/office/drawing/2014/main" id="{CB633650-0A46-F619-FB53-1A215932854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JO"/>
              <a:t>Click to edit Master text styles</a:t>
            </a:r>
          </a:p>
          <a:p>
            <a:pPr lvl="1"/>
            <a:r>
              <a:rPr lang="en-US" altLang="ar-JO"/>
              <a:t>Second level</a:t>
            </a:r>
          </a:p>
          <a:p>
            <a:pPr lvl="2"/>
            <a:r>
              <a:rPr lang="en-US" altLang="ar-JO"/>
              <a:t>Third level</a:t>
            </a:r>
          </a:p>
          <a:p>
            <a:pPr lvl="3"/>
            <a:r>
              <a:rPr lang="en-US" altLang="ar-JO"/>
              <a:t>Fourth level</a:t>
            </a:r>
          </a:p>
          <a:p>
            <a:pPr lvl="4"/>
            <a:r>
              <a:rPr lang="en-US" altLang="ar-JO"/>
              <a:t>Fifth level</a:t>
            </a:r>
          </a:p>
        </p:txBody>
      </p:sp>
      <p:sp>
        <p:nvSpPr>
          <p:cNvPr id="4" name="Date Placeholder 3">
            <a:extLst>
              <a:ext uri="{FF2B5EF4-FFF2-40B4-BE49-F238E27FC236}">
                <a16:creationId xmlns:a16="http://schemas.microsoft.com/office/drawing/2014/main" id="{5E892B91-01F1-65E2-A79C-415561EC547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04B187E5-D7FC-4CD6-BBE0-D67A9BBA840C}"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554EECA8-84D5-F3B7-1D29-6A69428555B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dirty="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E333197-3BF4-DC43-9F85-C05322C3C40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pPr>
              <a:defRPr/>
            </a:pPr>
            <a:fld id="{D8ECB725-DACA-4353-8DA8-899A8DCCABFC}" type="slidenum">
              <a:rPr lang="en-US" altLang="ar-JO"/>
              <a:pPr>
                <a:defRPr/>
              </a:pPr>
              <a:t>‹#›</a:t>
            </a:fld>
            <a:endParaRPr lang="en-US" altLang="ar-JO"/>
          </a:p>
        </p:txBody>
      </p:sp>
    </p:spTree>
    <p:extLst>
      <p:ext uri="{BB962C8B-B14F-4D97-AF65-F5344CB8AC3E}">
        <p14:creationId xmlns:p14="http://schemas.microsoft.com/office/powerpoint/2010/main" val="299611254"/>
      </p:ext>
    </p:extLst>
  </p:cSld>
  <p:clrMap bg1="lt1" tx1="dk1" bg2="lt2" tx2="dk2" accent1="accent1" accent2="accent2" accent3="accent3" accent4="accent4" accent5="accent5" accent6="accent6" hlink="hlink" folHlink="folHlink"/>
  <p:sldLayoutIdLst>
    <p:sldLayoutId id="2147483731" r:id="rId1"/>
  </p:sldLayoutIdLst>
  <p:hf sldNum="0" hdr="0" ftr="0" dt="0"/>
  <p:txStyles>
    <p:titleStyle>
      <a:lvl1pPr algn="l" rtl="1" eaLnBrk="1" fontAlgn="base" hangingPunct="1">
        <a:lnSpc>
          <a:spcPct val="90000"/>
        </a:lnSpc>
        <a:spcBef>
          <a:spcPct val="0"/>
        </a:spcBef>
        <a:spcAft>
          <a:spcPct val="0"/>
        </a:spcAft>
        <a:defRPr sz="3300" kern="1200">
          <a:solidFill>
            <a:schemeClr val="tx1"/>
          </a:solidFill>
          <a:latin typeface="+mj-lt"/>
          <a:ea typeface="+mj-ea"/>
          <a:cs typeface="+mj-cs"/>
        </a:defRPr>
      </a:lvl1pPr>
      <a:lvl2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2pPr>
      <a:lvl3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3pPr>
      <a:lvl4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4pPr>
      <a:lvl5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5pPr>
      <a:lvl6pPr marL="3429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6858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0287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3716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r" rtl="1"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r" rtl="1"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r" rtl="1"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DB56BC2-157D-3FD3-ABD8-71E707020C4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JO"/>
              <a:t>Click to edit Master title style</a:t>
            </a:r>
          </a:p>
        </p:txBody>
      </p:sp>
      <p:sp>
        <p:nvSpPr>
          <p:cNvPr id="1027" name="Text Placeholder 2">
            <a:extLst>
              <a:ext uri="{FF2B5EF4-FFF2-40B4-BE49-F238E27FC236}">
                <a16:creationId xmlns:a16="http://schemas.microsoft.com/office/drawing/2014/main" id="{CB633650-0A46-F619-FB53-1A215932854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JO"/>
              <a:t>Click to edit Master text styles</a:t>
            </a:r>
          </a:p>
          <a:p>
            <a:pPr lvl="1"/>
            <a:r>
              <a:rPr lang="en-US" altLang="ar-JO"/>
              <a:t>Second level</a:t>
            </a:r>
          </a:p>
          <a:p>
            <a:pPr lvl="2"/>
            <a:r>
              <a:rPr lang="en-US" altLang="ar-JO"/>
              <a:t>Third level</a:t>
            </a:r>
          </a:p>
          <a:p>
            <a:pPr lvl="3"/>
            <a:r>
              <a:rPr lang="en-US" altLang="ar-JO"/>
              <a:t>Fourth level</a:t>
            </a:r>
          </a:p>
          <a:p>
            <a:pPr lvl="4"/>
            <a:r>
              <a:rPr lang="en-US" altLang="ar-JO"/>
              <a:t>Fifth level</a:t>
            </a:r>
          </a:p>
        </p:txBody>
      </p:sp>
      <p:sp>
        <p:nvSpPr>
          <p:cNvPr id="4" name="Date Placeholder 3">
            <a:extLst>
              <a:ext uri="{FF2B5EF4-FFF2-40B4-BE49-F238E27FC236}">
                <a16:creationId xmlns:a16="http://schemas.microsoft.com/office/drawing/2014/main" id="{5E892B91-01F1-65E2-A79C-415561EC547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5D1096BC-579D-43AB-9C72-3AA2229BAEF8}"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554EECA8-84D5-F3B7-1D29-6A69428555B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dirty="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E333197-3BF4-DC43-9F85-C05322C3C40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pPr>
              <a:defRPr/>
            </a:pPr>
            <a:fld id="{D8ECB725-DACA-4353-8DA8-899A8DCCABFC}" type="slidenum">
              <a:rPr lang="en-US" altLang="ar-JO"/>
              <a:pPr>
                <a:defRPr/>
              </a:pPr>
              <a:t>‹#›</a:t>
            </a:fld>
            <a:endParaRPr lang="en-US" altLang="ar-JO"/>
          </a:p>
        </p:txBody>
      </p:sp>
    </p:spTree>
    <p:extLst>
      <p:ext uri="{BB962C8B-B14F-4D97-AF65-F5344CB8AC3E}">
        <p14:creationId xmlns:p14="http://schemas.microsoft.com/office/powerpoint/2010/main" val="2951542529"/>
      </p:ext>
    </p:extLst>
  </p:cSld>
  <p:clrMap bg1="lt1" tx1="dk1" bg2="lt2" tx2="dk2" accent1="accent1" accent2="accent2" accent3="accent3" accent4="accent4" accent5="accent5" accent6="accent6" hlink="hlink" folHlink="folHlink"/>
  <p:sldLayoutIdLst>
    <p:sldLayoutId id="2147483733" r:id="rId1"/>
  </p:sldLayoutIdLst>
  <p:hf sldNum="0" hdr="0" ftr="0" dt="0"/>
  <p:txStyles>
    <p:titleStyle>
      <a:lvl1pPr algn="l" rtl="1" eaLnBrk="1" fontAlgn="base" hangingPunct="1">
        <a:lnSpc>
          <a:spcPct val="90000"/>
        </a:lnSpc>
        <a:spcBef>
          <a:spcPct val="0"/>
        </a:spcBef>
        <a:spcAft>
          <a:spcPct val="0"/>
        </a:spcAft>
        <a:defRPr sz="3300" kern="1200">
          <a:solidFill>
            <a:schemeClr val="tx1"/>
          </a:solidFill>
          <a:latin typeface="+mj-lt"/>
          <a:ea typeface="+mj-ea"/>
          <a:cs typeface="+mj-cs"/>
        </a:defRPr>
      </a:lvl1pPr>
      <a:lvl2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2pPr>
      <a:lvl3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3pPr>
      <a:lvl4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4pPr>
      <a:lvl5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5pPr>
      <a:lvl6pPr marL="3429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6858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0287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3716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r" rtl="1"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r" rtl="1"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r" rtl="1"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DB56BC2-157D-3FD3-ABD8-71E707020C4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JO"/>
              <a:t>Click to edit Master title style</a:t>
            </a:r>
          </a:p>
        </p:txBody>
      </p:sp>
      <p:sp>
        <p:nvSpPr>
          <p:cNvPr id="1027" name="Text Placeholder 2">
            <a:extLst>
              <a:ext uri="{FF2B5EF4-FFF2-40B4-BE49-F238E27FC236}">
                <a16:creationId xmlns:a16="http://schemas.microsoft.com/office/drawing/2014/main" id="{CB633650-0A46-F619-FB53-1A215932854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JO"/>
              <a:t>Click to edit Master text styles</a:t>
            </a:r>
          </a:p>
          <a:p>
            <a:pPr lvl="1"/>
            <a:r>
              <a:rPr lang="en-US" altLang="ar-JO"/>
              <a:t>Second level</a:t>
            </a:r>
          </a:p>
          <a:p>
            <a:pPr lvl="2"/>
            <a:r>
              <a:rPr lang="en-US" altLang="ar-JO"/>
              <a:t>Third level</a:t>
            </a:r>
          </a:p>
          <a:p>
            <a:pPr lvl="3"/>
            <a:r>
              <a:rPr lang="en-US" altLang="ar-JO"/>
              <a:t>Fourth level</a:t>
            </a:r>
          </a:p>
          <a:p>
            <a:pPr lvl="4"/>
            <a:r>
              <a:rPr lang="en-US" altLang="ar-JO"/>
              <a:t>Fifth level</a:t>
            </a:r>
          </a:p>
        </p:txBody>
      </p:sp>
      <p:sp>
        <p:nvSpPr>
          <p:cNvPr id="4" name="Date Placeholder 3">
            <a:extLst>
              <a:ext uri="{FF2B5EF4-FFF2-40B4-BE49-F238E27FC236}">
                <a16:creationId xmlns:a16="http://schemas.microsoft.com/office/drawing/2014/main" id="{5E892B91-01F1-65E2-A79C-415561EC547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51A498CF-4C64-4152-9694-041785028EEB}"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554EECA8-84D5-F3B7-1D29-6A69428555B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dirty="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E333197-3BF4-DC43-9F85-C05322C3C40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pPr>
              <a:defRPr/>
            </a:pPr>
            <a:fld id="{D8ECB725-DACA-4353-8DA8-899A8DCCABFC}" type="slidenum">
              <a:rPr lang="en-US" altLang="ar-JO"/>
              <a:pPr>
                <a:defRPr/>
              </a:pPr>
              <a:t>‹#›</a:t>
            </a:fld>
            <a:endParaRPr lang="en-US" altLang="ar-JO"/>
          </a:p>
        </p:txBody>
      </p:sp>
    </p:spTree>
    <p:extLst>
      <p:ext uri="{BB962C8B-B14F-4D97-AF65-F5344CB8AC3E}">
        <p14:creationId xmlns:p14="http://schemas.microsoft.com/office/powerpoint/2010/main" val="3437387892"/>
      </p:ext>
    </p:extLst>
  </p:cSld>
  <p:clrMap bg1="lt1" tx1="dk1" bg2="lt2" tx2="dk2" accent1="accent1" accent2="accent2" accent3="accent3" accent4="accent4" accent5="accent5" accent6="accent6" hlink="hlink" folHlink="folHlink"/>
  <p:sldLayoutIdLst>
    <p:sldLayoutId id="2147483735" r:id="rId1"/>
  </p:sldLayoutIdLst>
  <p:hf sldNum="0" hdr="0" ftr="0" dt="0"/>
  <p:txStyles>
    <p:titleStyle>
      <a:lvl1pPr algn="l" rtl="1" eaLnBrk="1" fontAlgn="base" hangingPunct="1">
        <a:lnSpc>
          <a:spcPct val="90000"/>
        </a:lnSpc>
        <a:spcBef>
          <a:spcPct val="0"/>
        </a:spcBef>
        <a:spcAft>
          <a:spcPct val="0"/>
        </a:spcAft>
        <a:defRPr sz="3300" kern="1200">
          <a:solidFill>
            <a:schemeClr val="tx1"/>
          </a:solidFill>
          <a:latin typeface="+mj-lt"/>
          <a:ea typeface="+mj-ea"/>
          <a:cs typeface="+mj-cs"/>
        </a:defRPr>
      </a:lvl1pPr>
      <a:lvl2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2pPr>
      <a:lvl3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3pPr>
      <a:lvl4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4pPr>
      <a:lvl5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5pPr>
      <a:lvl6pPr marL="3429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6858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0287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3716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r" rtl="1"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r" rtl="1"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r" rtl="1"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DB56BC2-157D-3FD3-ABD8-71E707020C4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JO"/>
              <a:t>Click to edit Master title style</a:t>
            </a:r>
          </a:p>
        </p:txBody>
      </p:sp>
      <p:sp>
        <p:nvSpPr>
          <p:cNvPr id="1027" name="Text Placeholder 2">
            <a:extLst>
              <a:ext uri="{FF2B5EF4-FFF2-40B4-BE49-F238E27FC236}">
                <a16:creationId xmlns:a16="http://schemas.microsoft.com/office/drawing/2014/main" id="{CB633650-0A46-F619-FB53-1A215932854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JO"/>
              <a:t>Click to edit Master text styles</a:t>
            </a:r>
          </a:p>
          <a:p>
            <a:pPr lvl="1"/>
            <a:r>
              <a:rPr lang="en-US" altLang="ar-JO"/>
              <a:t>Second level</a:t>
            </a:r>
          </a:p>
          <a:p>
            <a:pPr lvl="2"/>
            <a:r>
              <a:rPr lang="en-US" altLang="ar-JO"/>
              <a:t>Third level</a:t>
            </a:r>
          </a:p>
          <a:p>
            <a:pPr lvl="3"/>
            <a:r>
              <a:rPr lang="en-US" altLang="ar-JO"/>
              <a:t>Fourth level</a:t>
            </a:r>
          </a:p>
          <a:p>
            <a:pPr lvl="4"/>
            <a:r>
              <a:rPr lang="en-US" altLang="ar-JO"/>
              <a:t>Fifth level</a:t>
            </a:r>
          </a:p>
        </p:txBody>
      </p:sp>
      <p:sp>
        <p:nvSpPr>
          <p:cNvPr id="4" name="Date Placeholder 3">
            <a:extLst>
              <a:ext uri="{FF2B5EF4-FFF2-40B4-BE49-F238E27FC236}">
                <a16:creationId xmlns:a16="http://schemas.microsoft.com/office/drawing/2014/main" id="{5E892B91-01F1-65E2-A79C-415561EC547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C94414AE-F84E-4E2E-93E9-8318A73177CB}"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554EECA8-84D5-F3B7-1D29-6A69428555B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dirty="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E333197-3BF4-DC43-9F85-C05322C3C40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pPr>
              <a:defRPr/>
            </a:pPr>
            <a:fld id="{D8ECB725-DACA-4353-8DA8-899A8DCCABFC}" type="slidenum">
              <a:rPr lang="en-US" altLang="ar-JO"/>
              <a:pPr>
                <a:defRPr/>
              </a:pPr>
              <a:t>‹#›</a:t>
            </a:fld>
            <a:endParaRPr lang="en-US" altLang="ar-JO"/>
          </a:p>
        </p:txBody>
      </p:sp>
    </p:spTree>
    <p:extLst>
      <p:ext uri="{BB962C8B-B14F-4D97-AF65-F5344CB8AC3E}">
        <p14:creationId xmlns:p14="http://schemas.microsoft.com/office/powerpoint/2010/main" val="3479932093"/>
      </p:ext>
    </p:extLst>
  </p:cSld>
  <p:clrMap bg1="lt1" tx1="dk1" bg2="lt2" tx2="dk2" accent1="accent1" accent2="accent2" accent3="accent3" accent4="accent4" accent5="accent5" accent6="accent6" hlink="hlink" folHlink="folHlink"/>
  <p:sldLayoutIdLst>
    <p:sldLayoutId id="2147483737" r:id="rId1"/>
  </p:sldLayoutIdLst>
  <p:hf sldNum="0" hdr="0" ftr="0" dt="0"/>
  <p:txStyles>
    <p:titleStyle>
      <a:lvl1pPr algn="l" rtl="1" eaLnBrk="1" fontAlgn="base" hangingPunct="1">
        <a:lnSpc>
          <a:spcPct val="90000"/>
        </a:lnSpc>
        <a:spcBef>
          <a:spcPct val="0"/>
        </a:spcBef>
        <a:spcAft>
          <a:spcPct val="0"/>
        </a:spcAft>
        <a:defRPr sz="3300" kern="1200">
          <a:solidFill>
            <a:schemeClr val="tx1"/>
          </a:solidFill>
          <a:latin typeface="+mj-lt"/>
          <a:ea typeface="+mj-ea"/>
          <a:cs typeface="+mj-cs"/>
        </a:defRPr>
      </a:lvl1pPr>
      <a:lvl2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2pPr>
      <a:lvl3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3pPr>
      <a:lvl4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4pPr>
      <a:lvl5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5pPr>
      <a:lvl6pPr marL="3429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6858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0287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3716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r" rtl="1"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r" rtl="1"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r" rtl="1"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DB56BC2-157D-3FD3-ABD8-71E707020C4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JO"/>
              <a:t>Click to edit Master title style</a:t>
            </a:r>
          </a:p>
        </p:txBody>
      </p:sp>
      <p:sp>
        <p:nvSpPr>
          <p:cNvPr id="1027" name="Text Placeholder 2">
            <a:extLst>
              <a:ext uri="{FF2B5EF4-FFF2-40B4-BE49-F238E27FC236}">
                <a16:creationId xmlns:a16="http://schemas.microsoft.com/office/drawing/2014/main" id="{CB633650-0A46-F619-FB53-1A215932854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JO"/>
              <a:t>Click to edit Master text styles</a:t>
            </a:r>
          </a:p>
          <a:p>
            <a:pPr lvl="1"/>
            <a:r>
              <a:rPr lang="en-US" altLang="ar-JO"/>
              <a:t>Second level</a:t>
            </a:r>
          </a:p>
          <a:p>
            <a:pPr lvl="2"/>
            <a:r>
              <a:rPr lang="en-US" altLang="ar-JO"/>
              <a:t>Third level</a:t>
            </a:r>
          </a:p>
          <a:p>
            <a:pPr lvl="3"/>
            <a:r>
              <a:rPr lang="en-US" altLang="ar-JO"/>
              <a:t>Fourth level</a:t>
            </a:r>
          </a:p>
          <a:p>
            <a:pPr lvl="4"/>
            <a:r>
              <a:rPr lang="en-US" altLang="ar-JO"/>
              <a:t>Fifth level</a:t>
            </a:r>
          </a:p>
        </p:txBody>
      </p:sp>
      <p:sp>
        <p:nvSpPr>
          <p:cNvPr id="4" name="Date Placeholder 3">
            <a:extLst>
              <a:ext uri="{FF2B5EF4-FFF2-40B4-BE49-F238E27FC236}">
                <a16:creationId xmlns:a16="http://schemas.microsoft.com/office/drawing/2014/main" id="{5E892B91-01F1-65E2-A79C-415561EC547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fld id="{F2C29048-F13C-415D-9EC3-0FE1DD1B3A1D}" type="datetime1">
              <a:rPr lang="en-US" altLang="ar-JO" smtClean="0"/>
              <a:t>4/12/25</a:t>
            </a:fld>
            <a:endParaRPr lang="en-US" altLang="ar-JO"/>
          </a:p>
        </p:txBody>
      </p:sp>
      <p:sp>
        <p:nvSpPr>
          <p:cNvPr id="5" name="Footer Placeholder 4">
            <a:extLst>
              <a:ext uri="{FF2B5EF4-FFF2-40B4-BE49-F238E27FC236}">
                <a16:creationId xmlns:a16="http://schemas.microsoft.com/office/drawing/2014/main" id="{554EECA8-84D5-F3B7-1D29-6A69428555B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dirty="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E333197-3BF4-DC43-9F85-C05322C3C40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pPr>
              <a:defRPr/>
            </a:pPr>
            <a:fld id="{D8ECB725-DACA-4353-8DA8-899A8DCCABFC}" type="slidenum">
              <a:rPr lang="en-US" altLang="ar-JO"/>
              <a:pPr>
                <a:defRPr/>
              </a:pPr>
              <a:t>‹#›</a:t>
            </a:fld>
            <a:endParaRPr lang="en-US" altLang="ar-JO"/>
          </a:p>
        </p:txBody>
      </p:sp>
    </p:spTree>
    <p:extLst>
      <p:ext uri="{BB962C8B-B14F-4D97-AF65-F5344CB8AC3E}">
        <p14:creationId xmlns:p14="http://schemas.microsoft.com/office/powerpoint/2010/main" val="3629553582"/>
      </p:ext>
    </p:extLst>
  </p:cSld>
  <p:clrMap bg1="lt1" tx1="dk1" bg2="lt2" tx2="dk2" accent1="accent1" accent2="accent2" accent3="accent3" accent4="accent4" accent5="accent5" accent6="accent6" hlink="hlink" folHlink="folHlink"/>
  <p:sldLayoutIdLst>
    <p:sldLayoutId id="2147483739" r:id="rId1"/>
  </p:sldLayoutIdLst>
  <p:hf sldNum="0" hdr="0" ftr="0" dt="0"/>
  <p:txStyles>
    <p:titleStyle>
      <a:lvl1pPr algn="l" rtl="1" eaLnBrk="1" fontAlgn="base" hangingPunct="1">
        <a:lnSpc>
          <a:spcPct val="90000"/>
        </a:lnSpc>
        <a:spcBef>
          <a:spcPct val="0"/>
        </a:spcBef>
        <a:spcAft>
          <a:spcPct val="0"/>
        </a:spcAft>
        <a:defRPr sz="3300" kern="1200">
          <a:solidFill>
            <a:schemeClr val="tx1"/>
          </a:solidFill>
          <a:latin typeface="+mj-lt"/>
          <a:ea typeface="+mj-ea"/>
          <a:cs typeface="+mj-cs"/>
        </a:defRPr>
      </a:lvl1pPr>
      <a:lvl2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2pPr>
      <a:lvl3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3pPr>
      <a:lvl4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4pPr>
      <a:lvl5pPr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5pPr>
      <a:lvl6pPr marL="3429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6858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0287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371600" algn="l" rtl="1"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r" rtl="1"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r" rtl="1" eaLnBrk="1" fontAlgn="base" hangingPunct="1">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r" rtl="1"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r" rtl="1" eaLnBrk="1" fontAlgn="base" hangingPunct="1">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54C769-5B6E-5C22-9516-5D7BE462E3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23190F5-D493-CE67-ED1B-D761BFA699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725225E-A593-BBE5-FA35-2952DE6D56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0812C0-D4F0-C345-96B4-1E8B918506AC}" type="datetimeFigureOut">
              <a:rPr lang="en-US" smtClean="0"/>
              <a:t>4/12/25</a:t>
            </a:fld>
            <a:endParaRPr lang="en-US"/>
          </a:p>
        </p:txBody>
      </p:sp>
      <p:sp>
        <p:nvSpPr>
          <p:cNvPr id="6" name="Slide Number Placeholder 5">
            <a:extLst>
              <a:ext uri="{FF2B5EF4-FFF2-40B4-BE49-F238E27FC236}">
                <a16:creationId xmlns:a16="http://schemas.microsoft.com/office/drawing/2014/main" id="{BB730E95-9162-1956-4897-1AA052698F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9709E4-652E-524A-8D35-CF602AA44AAA}" type="slidenum">
              <a:rPr lang="en-US" smtClean="0"/>
              <a:t>‹#›</a:t>
            </a:fld>
            <a:endParaRPr lang="en-US"/>
          </a:p>
        </p:txBody>
      </p:sp>
    </p:spTree>
    <p:extLst>
      <p:ext uri="{BB962C8B-B14F-4D97-AF65-F5344CB8AC3E}">
        <p14:creationId xmlns:p14="http://schemas.microsoft.com/office/powerpoint/2010/main" val="1679508059"/>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60" r:id="rId11"/>
  </p:sldLayoutIdLst>
  <p:txStyles>
    <p:titleStyle>
      <a:lvl1pPr algn="l" defTabSz="914400" rtl="0" eaLnBrk="1" latinLnBrk="0" hangingPunct="1">
        <a:lnSpc>
          <a:spcPct val="90000"/>
        </a:lnSpc>
        <a:spcBef>
          <a:spcPct val="0"/>
        </a:spcBef>
        <a:buNone/>
        <a:defRPr sz="4800" kern="1200">
          <a:solidFill>
            <a:schemeClr val="tx1">
              <a:lumMod val="85000"/>
              <a:lumOff val="15000"/>
            </a:schemeClr>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44">
          <p15:clr>
            <a:srgbClr val="F26B43"/>
          </p15:clr>
        </p15:guide>
        <p15:guide id="4" pos="7416">
          <p15:clr>
            <a:srgbClr val="F26B43"/>
          </p15:clr>
        </p15:guide>
        <p15:guide id="5" pos="312">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4/12/25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7154942"/>
      </p:ext>
    </p:extLst>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 id="2147483976" r:id="rId15"/>
    <p:sldLayoutId id="2147483977"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04" userDrawn="1">
          <p15:clr>
            <a:srgbClr val="F26B43"/>
          </p15:clr>
        </p15:guide>
        <p15:guide id="2" orient="horz" pos="404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7.xml"/><Relationship Id="rId4" Type="http://schemas.openxmlformats.org/officeDocument/2006/relationships/image" Target="../media/image7.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7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7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585878E-83B3-733B-787B-D8E6F813AD78}"/>
              </a:ext>
            </a:extLst>
          </p:cNvPr>
          <p:cNvSpPr/>
          <p:nvPr/>
        </p:nvSpPr>
        <p:spPr>
          <a:xfrm>
            <a:off x="184364" y="831922"/>
            <a:ext cx="7543800" cy="5797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JO"/>
          </a:p>
        </p:txBody>
      </p:sp>
      <p:pic>
        <p:nvPicPr>
          <p:cNvPr id="24" name="Picture 23">
            <a:extLst>
              <a:ext uri="{FF2B5EF4-FFF2-40B4-BE49-F238E27FC236}">
                <a16:creationId xmlns:a16="http://schemas.microsoft.com/office/drawing/2014/main" id="{3DECA556-40DD-189A-2762-B5974F4A1B4B}"/>
              </a:ext>
            </a:extLst>
          </p:cNvPr>
          <p:cNvPicPr>
            <a:picLocks noChangeAspect="1"/>
          </p:cNvPicPr>
          <p:nvPr/>
        </p:nvPicPr>
        <p:blipFill>
          <a:blip r:embed="rId2"/>
          <a:stretch>
            <a:fillRect/>
          </a:stretch>
        </p:blipFill>
        <p:spPr>
          <a:xfrm>
            <a:off x="5911636" y="228600"/>
            <a:ext cx="6096000" cy="4067175"/>
          </a:xfrm>
          <a:prstGeom prst="rect">
            <a:avLst/>
          </a:prstGeom>
        </p:spPr>
      </p:pic>
      <p:sp>
        <p:nvSpPr>
          <p:cNvPr id="7" name="object 7"/>
          <p:cNvSpPr txBox="1"/>
          <p:nvPr/>
        </p:nvSpPr>
        <p:spPr>
          <a:xfrm>
            <a:off x="1315657" y="2267443"/>
            <a:ext cx="6934200" cy="764312"/>
          </a:xfrm>
          <a:prstGeom prst="rect">
            <a:avLst/>
          </a:prstGeom>
        </p:spPr>
        <p:txBody>
          <a:bodyPr vert="horz" wrap="square" lIns="0" tIns="12700" rIns="0" bIns="0" rtlCol="0">
            <a:spAutoFit/>
          </a:bodyPr>
          <a:lstStyle/>
          <a:p>
            <a:pPr marL="12700">
              <a:spcBef>
                <a:spcPts val="100"/>
              </a:spcBef>
            </a:pPr>
            <a:r>
              <a:rPr lang="en-US" sz="2400" b="1" spc="-5" dirty="0">
                <a:latin typeface="Arial"/>
                <a:cs typeface="Arial"/>
              </a:rPr>
              <a:t>Decision Support</a:t>
            </a:r>
            <a:r>
              <a:rPr lang="en-US" sz="2400" b="1" spc="10" dirty="0">
                <a:latin typeface="Arial"/>
                <a:cs typeface="Arial"/>
              </a:rPr>
              <a:t> </a:t>
            </a:r>
            <a:r>
              <a:rPr lang="en-US" sz="2400" b="1" dirty="0">
                <a:latin typeface="Arial"/>
                <a:cs typeface="Arial"/>
              </a:rPr>
              <a:t>Systems</a:t>
            </a:r>
            <a:r>
              <a:rPr lang="en-US" sz="2400" b="1" spc="10" dirty="0">
                <a:latin typeface="Arial"/>
                <a:cs typeface="Arial"/>
              </a:rPr>
              <a:t> </a:t>
            </a:r>
          </a:p>
          <a:p>
            <a:pPr marL="12700">
              <a:spcBef>
                <a:spcPts val="100"/>
              </a:spcBef>
            </a:pPr>
            <a:r>
              <a:rPr lang="en-US" sz="2400" b="1" spc="-5" dirty="0">
                <a:latin typeface="Arial"/>
                <a:cs typeface="Arial"/>
              </a:rPr>
              <a:t>and</a:t>
            </a:r>
            <a:r>
              <a:rPr lang="en-US" sz="2400" b="1" spc="10" dirty="0">
                <a:latin typeface="Arial"/>
                <a:cs typeface="Arial"/>
              </a:rPr>
              <a:t> </a:t>
            </a:r>
            <a:r>
              <a:rPr lang="en-US" sz="2400" b="1" spc="-5" dirty="0">
                <a:latin typeface="Arial"/>
                <a:cs typeface="Arial"/>
              </a:rPr>
              <a:t>Business</a:t>
            </a:r>
            <a:r>
              <a:rPr lang="en-US" sz="2400" b="1" spc="10" dirty="0">
                <a:latin typeface="Arial"/>
                <a:cs typeface="Arial"/>
              </a:rPr>
              <a:t> </a:t>
            </a:r>
            <a:r>
              <a:rPr lang="en-US" sz="2400" b="1" spc="-5" dirty="0">
                <a:latin typeface="Arial"/>
                <a:cs typeface="Arial"/>
              </a:rPr>
              <a:t>Intelligence</a:t>
            </a:r>
            <a:endParaRPr lang="en-US" sz="2400" b="1" dirty="0">
              <a:latin typeface="Arial"/>
              <a:cs typeface="Arial"/>
            </a:endParaRPr>
          </a:p>
        </p:txBody>
      </p:sp>
      <p:sp>
        <p:nvSpPr>
          <p:cNvPr id="3" name="object 3"/>
          <p:cNvSpPr txBox="1"/>
          <p:nvPr/>
        </p:nvSpPr>
        <p:spPr>
          <a:xfrm>
            <a:off x="489164" y="4543210"/>
            <a:ext cx="6934200" cy="1054776"/>
          </a:xfrm>
          <a:prstGeom prst="rect">
            <a:avLst/>
          </a:prstGeom>
        </p:spPr>
        <p:txBody>
          <a:bodyPr vert="horz" wrap="square" lIns="0" tIns="191135" rIns="0" bIns="0" rtlCol="0" anchor="t">
            <a:spAutoFit/>
          </a:bodyPr>
          <a:lstStyle/>
          <a:p>
            <a:pPr algn="ctr">
              <a:spcBef>
                <a:spcPts val="1505"/>
              </a:spcBef>
            </a:pPr>
            <a:r>
              <a:rPr lang="en-US" altLang="ar-JO" sz="2800" b="1" dirty="0"/>
              <a:t>Chapter Two - Decision Making, Systems, Modeling, and Support</a:t>
            </a:r>
          </a:p>
        </p:txBody>
      </p:sp>
    </p:spTree>
    <p:extLst>
      <p:ext uri="{BB962C8B-B14F-4D97-AF65-F5344CB8AC3E}">
        <p14:creationId xmlns:p14="http://schemas.microsoft.com/office/powerpoint/2010/main" val="961215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9821" y="1066192"/>
            <a:ext cx="8025765" cy="520014"/>
          </a:xfrm>
          <a:prstGeom prst="rect">
            <a:avLst/>
          </a:prstGeom>
        </p:spPr>
        <p:txBody>
          <a:bodyPr vert="horz" wrap="square" lIns="0" tIns="12065" rIns="0" bIns="0" rtlCol="0" anchor="ctr">
            <a:spAutoFit/>
          </a:bodyPr>
          <a:lstStyle/>
          <a:p>
            <a:pPr marL="2745740" marR="5080" indent="-2733675">
              <a:lnSpc>
                <a:spcPct val="100000"/>
              </a:lnSpc>
              <a:spcBef>
                <a:spcPts val="95"/>
              </a:spcBef>
            </a:pPr>
            <a:r>
              <a:rPr spc="-10" dirty="0"/>
              <a:t>Decision</a:t>
            </a:r>
            <a:r>
              <a:rPr spc="-5" dirty="0"/>
              <a:t> Making:</a:t>
            </a:r>
            <a:r>
              <a:rPr spc="5" dirty="0"/>
              <a:t> </a:t>
            </a:r>
            <a:r>
              <a:rPr spc="-10" dirty="0"/>
              <a:t>Introduction</a:t>
            </a:r>
            <a:r>
              <a:rPr spc="-15" dirty="0"/>
              <a:t> </a:t>
            </a:r>
            <a:r>
              <a:rPr spc="-5" dirty="0"/>
              <a:t>and </a:t>
            </a:r>
            <a:r>
              <a:rPr spc="-980" dirty="0"/>
              <a:t> </a:t>
            </a:r>
            <a:r>
              <a:rPr spc="-10" dirty="0"/>
              <a:t>Definitions</a:t>
            </a:r>
          </a:p>
        </p:txBody>
      </p:sp>
      <p:sp>
        <p:nvSpPr>
          <p:cNvPr id="3" name="object 3"/>
          <p:cNvSpPr txBox="1"/>
          <p:nvPr/>
        </p:nvSpPr>
        <p:spPr>
          <a:xfrm>
            <a:off x="614578" y="2312536"/>
            <a:ext cx="6091022" cy="2624436"/>
          </a:xfrm>
          <a:prstGeom prst="rect">
            <a:avLst/>
          </a:prstGeom>
        </p:spPr>
        <p:txBody>
          <a:bodyPr vert="horz" wrap="square" lIns="0" tIns="109855" rIns="0" bIns="0" rtlCol="0">
            <a:spAutoFit/>
          </a:bodyPr>
          <a:lstStyle/>
          <a:p>
            <a:pPr marL="354965" indent="-342900">
              <a:spcBef>
                <a:spcPts val="865"/>
              </a:spcBef>
              <a:buFont typeface="Arial MT"/>
              <a:buChar char="•"/>
              <a:tabLst>
                <a:tab pos="354965" algn="l"/>
                <a:tab pos="355600" algn="l"/>
              </a:tabLst>
            </a:pPr>
            <a:r>
              <a:rPr sz="3200" b="1" spc="-10" dirty="0">
                <a:latin typeface="Calibri"/>
                <a:cs typeface="Calibri"/>
              </a:rPr>
              <a:t>Decision</a:t>
            </a:r>
            <a:r>
              <a:rPr sz="3200" b="1" spc="-20" dirty="0">
                <a:latin typeface="Calibri"/>
                <a:cs typeface="Calibri"/>
              </a:rPr>
              <a:t> </a:t>
            </a:r>
            <a:r>
              <a:rPr sz="3200" b="1" spc="-10" dirty="0">
                <a:latin typeface="Calibri"/>
                <a:cs typeface="Calibri"/>
              </a:rPr>
              <a:t>making</a:t>
            </a:r>
            <a:endParaRPr sz="3200" dirty="0">
              <a:latin typeface="Calibri"/>
              <a:cs typeface="Calibri"/>
            </a:endParaRPr>
          </a:p>
          <a:p>
            <a:pPr marL="354965">
              <a:spcBef>
                <a:spcPts val="770"/>
              </a:spcBef>
            </a:pPr>
            <a:r>
              <a:rPr sz="3200" spc="-5" dirty="0">
                <a:latin typeface="Calibri"/>
                <a:cs typeface="Calibri"/>
              </a:rPr>
              <a:t>The action</a:t>
            </a:r>
            <a:r>
              <a:rPr sz="3200" spc="15" dirty="0">
                <a:latin typeface="Calibri"/>
                <a:cs typeface="Calibri"/>
              </a:rPr>
              <a:t> </a:t>
            </a:r>
            <a:r>
              <a:rPr sz="3200" spc="-5" dirty="0">
                <a:latin typeface="Calibri"/>
                <a:cs typeface="Calibri"/>
              </a:rPr>
              <a:t>of</a:t>
            </a:r>
            <a:r>
              <a:rPr sz="3200" spc="-10" dirty="0">
                <a:latin typeface="Calibri"/>
                <a:cs typeface="Calibri"/>
              </a:rPr>
              <a:t> selecting</a:t>
            </a:r>
            <a:r>
              <a:rPr sz="3200" spc="25" dirty="0">
                <a:latin typeface="Calibri"/>
                <a:cs typeface="Calibri"/>
              </a:rPr>
              <a:t> </a:t>
            </a:r>
            <a:r>
              <a:rPr sz="3200" spc="-5" dirty="0">
                <a:latin typeface="Calibri"/>
                <a:cs typeface="Calibri"/>
              </a:rPr>
              <a:t>among</a:t>
            </a:r>
            <a:r>
              <a:rPr sz="3200" spc="20" dirty="0">
                <a:latin typeface="Calibri"/>
                <a:cs typeface="Calibri"/>
              </a:rPr>
              <a:t> </a:t>
            </a:r>
            <a:r>
              <a:rPr sz="3200" spc="-10" dirty="0">
                <a:latin typeface="Calibri"/>
                <a:cs typeface="Calibri"/>
              </a:rPr>
              <a:t>alternatives</a:t>
            </a:r>
            <a:endParaRPr lang="en-US" sz="3200" spc="-10" dirty="0">
              <a:latin typeface="Calibri"/>
              <a:cs typeface="Calibri"/>
            </a:endParaRPr>
          </a:p>
          <a:p>
            <a:pPr marL="354965">
              <a:spcBef>
                <a:spcPts val="770"/>
              </a:spcBef>
            </a:pPr>
            <a:r>
              <a:rPr lang="en-US" dirty="0"/>
              <a:t>Decision making is the process of making choices by identifying a decision, gathering information, and assessing alternative resolutions</a:t>
            </a:r>
            <a:endParaRPr lang="en-US" sz="3200" spc="-10" dirty="0">
              <a:latin typeface="Calibri"/>
              <a:cs typeface="Calibri"/>
            </a:endParaRPr>
          </a:p>
        </p:txBody>
      </p:sp>
      <p:pic>
        <p:nvPicPr>
          <p:cNvPr id="4" name="Picture 3">
            <a:extLst>
              <a:ext uri="{FF2B5EF4-FFF2-40B4-BE49-F238E27FC236}">
                <a16:creationId xmlns:a16="http://schemas.microsoft.com/office/drawing/2014/main" id="{21C2B982-2C9A-DE4F-9CFE-90706FFA8D95}"/>
              </a:ext>
            </a:extLst>
          </p:cNvPr>
          <p:cNvPicPr>
            <a:picLocks noChangeAspect="1"/>
          </p:cNvPicPr>
          <p:nvPr/>
        </p:nvPicPr>
        <p:blipFill>
          <a:blip r:embed="rId2"/>
          <a:stretch>
            <a:fillRect/>
          </a:stretch>
        </p:blipFill>
        <p:spPr>
          <a:xfrm>
            <a:off x="6553200" y="2399204"/>
            <a:ext cx="3499111" cy="28585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7982" y="894127"/>
            <a:ext cx="8025765" cy="520014"/>
          </a:xfrm>
          <a:prstGeom prst="rect">
            <a:avLst/>
          </a:prstGeom>
        </p:spPr>
        <p:txBody>
          <a:bodyPr vert="horz" wrap="square" lIns="0" tIns="12065" rIns="0" bIns="0" rtlCol="0" anchor="ctr">
            <a:spAutoFit/>
          </a:bodyPr>
          <a:lstStyle/>
          <a:p>
            <a:pPr marL="2745740" marR="5080" indent="-2733675">
              <a:lnSpc>
                <a:spcPct val="100000"/>
              </a:lnSpc>
              <a:spcBef>
                <a:spcPts val="95"/>
              </a:spcBef>
            </a:pPr>
            <a:r>
              <a:rPr spc="-10" dirty="0"/>
              <a:t>Decision</a:t>
            </a:r>
            <a:r>
              <a:rPr spc="-5" dirty="0"/>
              <a:t> Making:</a:t>
            </a:r>
            <a:r>
              <a:rPr spc="5" dirty="0"/>
              <a:t> </a:t>
            </a:r>
            <a:r>
              <a:rPr spc="-10" dirty="0"/>
              <a:t>Introduction</a:t>
            </a:r>
            <a:r>
              <a:rPr spc="-15" dirty="0"/>
              <a:t> </a:t>
            </a:r>
            <a:r>
              <a:rPr spc="-5" dirty="0"/>
              <a:t>and </a:t>
            </a:r>
            <a:r>
              <a:rPr spc="-980" dirty="0"/>
              <a:t> </a:t>
            </a:r>
            <a:r>
              <a:rPr spc="-10" dirty="0"/>
              <a:t>Definitions</a:t>
            </a:r>
          </a:p>
        </p:txBody>
      </p:sp>
      <p:sp>
        <p:nvSpPr>
          <p:cNvPr id="3" name="object 3"/>
          <p:cNvSpPr txBox="1"/>
          <p:nvPr/>
        </p:nvSpPr>
        <p:spPr>
          <a:xfrm>
            <a:off x="685800" y="1981200"/>
            <a:ext cx="9134147" cy="3536865"/>
          </a:xfrm>
          <a:prstGeom prst="rect">
            <a:avLst/>
          </a:prstGeom>
        </p:spPr>
        <p:txBody>
          <a:bodyPr vert="horz" wrap="square" lIns="0" tIns="58419" rIns="0" bIns="0" rtlCol="0">
            <a:spAutoFit/>
          </a:bodyPr>
          <a:lstStyle/>
          <a:p>
            <a:pPr marL="355600" indent="-343535">
              <a:spcBef>
                <a:spcPts val="459"/>
              </a:spcBef>
              <a:buFont typeface="Arial MT"/>
              <a:buChar char="•"/>
              <a:tabLst>
                <a:tab pos="355600" algn="l"/>
                <a:tab pos="356235" algn="l"/>
              </a:tabLst>
            </a:pPr>
            <a:r>
              <a:rPr sz="2800" spc="-15" dirty="0">
                <a:latin typeface="Calibri"/>
                <a:cs typeface="Calibri"/>
              </a:rPr>
              <a:t>Characteristics</a:t>
            </a:r>
            <a:r>
              <a:rPr sz="2800" spc="-10" dirty="0">
                <a:latin typeface="Calibri"/>
                <a:cs typeface="Calibri"/>
              </a:rPr>
              <a:t> </a:t>
            </a:r>
            <a:r>
              <a:rPr sz="2800" spc="-5" dirty="0">
                <a:latin typeface="Calibri"/>
                <a:cs typeface="Calibri"/>
              </a:rPr>
              <a:t>of decision</a:t>
            </a:r>
            <a:r>
              <a:rPr sz="2800" spc="10" dirty="0">
                <a:latin typeface="Calibri"/>
                <a:cs typeface="Calibri"/>
              </a:rPr>
              <a:t> </a:t>
            </a:r>
            <a:r>
              <a:rPr sz="2800" spc="-5" dirty="0">
                <a:latin typeface="Calibri"/>
                <a:cs typeface="Calibri"/>
              </a:rPr>
              <a:t>making</a:t>
            </a:r>
            <a:endParaRPr sz="2800" dirty="0">
              <a:latin typeface="Calibri"/>
              <a:cs typeface="Calibri"/>
            </a:endParaRPr>
          </a:p>
          <a:p>
            <a:pPr marL="755015" lvl="1" indent="-285750">
              <a:spcBef>
                <a:spcPts val="310"/>
              </a:spcBef>
              <a:buFont typeface="Arial MT"/>
              <a:buChar char="–"/>
              <a:tabLst>
                <a:tab pos="755650" algn="l"/>
              </a:tabLst>
            </a:pPr>
            <a:r>
              <a:rPr sz="2400" spc="-10" dirty="0">
                <a:latin typeface="Calibri"/>
                <a:cs typeface="Calibri"/>
              </a:rPr>
              <a:t>Groupthink</a:t>
            </a:r>
            <a:endParaRPr sz="2400" dirty="0">
              <a:latin typeface="Calibri"/>
              <a:cs typeface="Calibri"/>
            </a:endParaRPr>
          </a:p>
          <a:p>
            <a:pPr marL="754380" marR="747395" lvl="1" indent="-285750">
              <a:lnSpc>
                <a:spcPts val="2590"/>
              </a:lnSpc>
              <a:spcBef>
                <a:spcPts val="620"/>
              </a:spcBef>
              <a:buFont typeface="Arial MT"/>
              <a:buChar char="–"/>
              <a:tabLst>
                <a:tab pos="755650" algn="l"/>
              </a:tabLst>
            </a:pPr>
            <a:r>
              <a:rPr sz="2400" spc="-5" dirty="0">
                <a:latin typeface="Calibri"/>
                <a:cs typeface="Calibri"/>
              </a:rPr>
              <a:t>Decision</a:t>
            </a:r>
            <a:r>
              <a:rPr sz="2400" spc="-15" dirty="0">
                <a:latin typeface="Calibri"/>
                <a:cs typeface="Calibri"/>
              </a:rPr>
              <a:t> </a:t>
            </a:r>
            <a:r>
              <a:rPr sz="2400" spc="-25" dirty="0">
                <a:latin typeface="Calibri"/>
                <a:cs typeface="Calibri"/>
              </a:rPr>
              <a:t>makers</a:t>
            </a:r>
            <a:r>
              <a:rPr sz="2400" spc="-20" dirty="0">
                <a:latin typeface="Calibri"/>
                <a:cs typeface="Calibri"/>
              </a:rPr>
              <a:t> </a:t>
            </a:r>
            <a:r>
              <a:rPr sz="2400" spc="-15" dirty="0">
                <a:latin typeface="Calibri"/>
                <a:cs typeface="Calibri"/>
              </a:rPr>
              <a:t>are</a:t>
            </a:r>
            <a:r>
              <a:rPr sz="2400" dirty="0">
                <a:latin typeface="Calibri"/>
                <a:cs typeface="Calibri"/>
              </a:rPr>
              <a:t> </a:t>
            </a:r>
            <a:r>
              <a:rPr sz="2400" spc="-20" dirty="0">
                <a:latin typeface="Calibri"/>
                <a:cs typeface="Calibri"/>
              </a:rPr>
              <a:t>interested</a:t>
            </a:r>
            <a:r>
              <a:rPr sz="2400" dirty="0">
                <a:latin typeface="Calibri"/>
                <a:cs typeface="Calibri"/>
              </a:rPr>
              <a:t> in</a:t>
            </a:r>
            <a:r>
              <a:rPr sz="2400" spc="-5" dirty="0">
                <a:latin typeface="Calibri"/>
                <a:cs typeface="Calibri"/>
              </a:rPr>
              <a:t> </a:t>
            </a:r>
            <a:r>
              <a:rPr sz="2400" spc="-10" dirty="0">
                <a:latin typeface="Calibri"/>
                <a:cs typeface="Calibri"/>
              </a:rPr>
              <a:t>evaluating </a:t>
            </a:r>
            <a:r>
              <a:rPr sz="2400" spc="-5" dirty="0">
                <a:latin typeface="Calibri"/>
                <a:cs typeface="Calibri"/>
              </a:rPr>
              <a:t>what‐if </a:t>
            </a:r>
            <a:r>
              <a:rPr sz="2400" spc="-530" dirty="0">
                <a:latin typeface="Calibri"/>
                <a:cs typeface="Calibri"/>
              </a:rPr>
              <a:t> </a:t>
            </a:r>
            <a:r>
              <a:rPr sz="2400" spc="-5" dirty="0">
                <a:latin typeface="Calibri"/>
                <a:cs typeface="Calibri"/>
              </a:rPr>
              <a:t>scenarios</a:t>
            </a:r>
            <a:endParaRPr sz="2400" dirty="0">
              <a:latin typeface="Calibri"/>
              <a:cs typeface="Calibri"/>
            </a:endParaRPr>
          </a:p>
          <a:p>
            <a:pPr marL="754380" lvl="1" indent="-285750">
              <a:spcBef>
                <a:spcPts val="250"/>
              </a:spcBef>
              <a:buFont typeface="Arial MT"/>
              <a:buChar char="–"/>
              <a:tabLst>
                <a:tab pos="755015" algn="l"/>
              </a:tabLst>
            </a:pPr>
            <a:r>
              <a:rPr sz="2400" spc="-10" dirty="0">
                <a:latin typeface="Calibri"/>
                <a:cs typeface="Calibri"/>
              </a:rPr>
              <a:t>Experimentation </a:t>
            </a:r>
            <a:r>
              <a:rPr sz="2400" dirty="0">
                <a:latin typeface="Calibri"/>
                <a:cs typeface="Calibri"/>
              </a:rPr>
              <a:t>with</a:t>
            </a:r>
            <a:r>
              <a:rPr sz="2400" spc="-25" dirty="0">
                <a:latin typeface="Calibri"/>
                <a:cs typeface="Calibri"/>
              </a:rPr>
              <a:t> </a:t>
            </a:r>
            <a:r>
              <a:rPr sz="2400" spc="-5" dirty="0">
                <a:latin typeface="Calibri"/>
                <a:cs typeface="Calibri"/>
              </a:rPr>
              <a:t>the</a:t>
            </a:r>
            <a:r>
              <a:rPr sz="2400" spc="-10" dirty="0">
                <a:latin typeface="Calibri"/>
                <a:cs typeface="Calibri"/>
              </a:rPr>
              <a:t> real</a:t>
            </a:r>
            <a:r>
              <a:rPr sz="2400" spc="-5" dirty="0">
                <a:latin typeface="Calibri"/>
                <a:cs typeface="Calibri"/>
              </a:rPr>
              <a:t> </a:t>
            </a:r>
            <a:r>
              <a:rPr sz="2400" spc="-25" dirty="0">
                <a:latin typeface="Calibri"/>
                <a:cs typeface="Calibri"/>
              </a:rPr>
              <a:t>system</a:t>
            </a:r>
            <a:r>
              <a:rPr sz="2400" spc="-15" dirty="0">
                <a:latin typeface="Calibri"/>
                <a:cs typeface="Calibri"/>
              </a:rPr>
              <a:t> may</a:t>
            </a:r>
            <a:r>
              <a:rPr sz="2400" spc="-25" dirty="0">
                <a:latin typeface="Calibri"/>
                <a:cs typeface="Calibri"/>
              </a:rPr>
              <a:t> </a:t>
            </a:r>
            <a:r>
              <a:rPr sz="2400" spc="-10" dirty="0">
                <a:latin typeface="Calibri"/>
                <a:cs typeface="Calibri"/>
              </a:rPr>
              <a:t>result</a:t>
            </a:r>
            <a:r>
              <a:rPr sz="2400" dirty="0">
                <a:latin typeface="Calibri"/>
                <a:cs typeface="Calibri"/>
              </a:rPr>
              <a:t> in</a:t>
            </a:r>
            <a:r>
              <a:rPr sz="2400" spc="-15" dirty="0">
                <a:latin typeface="Calibri"/>
                <a:cs typeface="Calibri"/>
              </a:rPr>
              <a:t> failure</a:t>
            </a:r>
            <a:endParaRPr sz="2400" dirty="0">
              <a:latin typeface="Calibri"/>
              <a:cs typeface="Calibri"/>
            </a:endParaRPr>
          </a:p>
          <a:p>
            <a:pPr marL="754380" marR="165735" lvl="1" indent="-285750" algn="just">
              <a:lnSpc>
                <a:spcPts val="2590"/>
              </a:lnSpc>
              <a:spcBef>
                <a:spcPts val="615"/>
              </a:spcBef>
              <a:buFont typeface="Arial MT"/>
              <a:buChar char="–"/>
              <a:tabLst>
                <a:tab pos="755015" algn="l"/>
              </a:tabLst>
            </a:pPr>
            <a:r>
              <a:rPr sz="2400" spc="-10" dirty="0">
                <a:latin typeface="Calibri"/>
                <a:cs typeface="Calibri"/>
              </a:rPr>
              <a:t>Experimentation </a:t>
            </a:r>
            <a:r>
              <a:rPr sz="2400" dirty="0">
                <a:latin typeface="Calibri"/>
                <a:cs typeface="Calibri"/>
              </a:rPr>
              <a:t>with </a:t>
            </a:r>
            <a:r>
              <a:rPr sz="2400" spc="-5" dirty="0">
                <a:latin typeface="Calibri"/>
                <a:cs typeface="Calibri"/>
              </a:rPr>
              <a:t>the </a:t>
            </a:r>
            <a:r>
              <a:rPr sz="2400" spc="-10" dirty="0">
                <a:latin typeface="Calibri"/>
                <a:cs typeface="Calibri"/>
              </a:rPr>
              <a:t>real </a:t>
            </a:r>
            <a:r>
              <a:rPr sz="2400" spc="-25" dirty="0">
                <a:latin typeface="Calibri"/>
                <a:cs typeface="Calibri"/>
              </a:rPr>
              <a:t>system </a:t>
            </a:r>
            <a:r>
              <a:rPr sz="2400" dirty="0">
                <a:latin typeface="Calibri"/>
                <a:cs typeface="Calibri"/>
              </a:rPr>
              <a:t>is </a:t>
            </a:r>
            <a:r>
              <a:rPr sz="2400" spc="-5" dirty="0">
                <a:latin typeface="Calibri"/>
                <a:cs typeface="Calibri"/>
              </a:rPr>
              <a:t>possible only </a:t>
            </a:r>
            <a:r>
              <a:rPr sz="2400" spc="-20" dirty="0">
                <a:latin typeface="Calibri"/>
                <a:cs typeface="Calibri"/>
              </a:rPr>
              <a:t>for </a:t>
            </a:r>
            <a:r>
              <a:rPr sz="2400" spc="-530" dirty="0">
                <a:latin typeface="Calibri"/>
                <a:cs typeface="Calibri"/>
              </a:rPr>
              <a:t> </a:t>
            </a:r>
            <a:r>
              <a:rPr sz="2400" spc="-5" dirty="0">
                <a:latin typeface="Calibri"/>
                <a:cs typeface="Calibri"/>
              </a:rPr>
              <a:t>one</a:t>
            </a:r>
            <a:r>
              <a:rPr sz="2400" spc="-10" dirty="0">
                <a:latin typeface="Calibri"/>
                <a:cs typeface="Calibri"/>
              </a:rPr>
              <a:t> set</a:t>
            </a:r>
            <a:r>
              <a:rPr sz="2400" spc="-5" dirty="0">
                <a:latin typeface="Calibri"/>
                <a:cs typeface="Calibri"/>
              </a:rPr>
              <a:t> of </a:t>
            </a:r>
            <a:r>
              <a:rPr sz="2400" spc="-10" dirty="0">
                <a:latin typeface="Calibri"/>
                <a:cs typeface="Calibri"/>
              </a:rPr>
              <a:t>conditions</a:t>
            </a:r>
            <a:r>
              <a:rPr sz="2400" spc="-15" dirty="0">
                <a:latin typeface="Calibri"/>
                <a:cs typeface="Calibri"/>
              </a:rPr>
              <a:t> at</a:t>
            </a:r>
            <a:r>
              <a:rPr sz="2400" spc="-10" dirty="0">
                <a:latin typeface="Calibri"/>
                <a:cs typeface="Calibri"/>
              </a:rPr>
              <a:t> </a:t>
            </a:r>
            <a:r>
              <a:rPr sz="2400" dirty="0">
                <a:latin typeface="Calibri"/>
                <a:cs typeface="Calibri"/>
              </a:rPr>
              <a:t>a</a:t>
            </a:r>
            <a:r>
              <a:rPr sz="2400" spc="-5" dirty="0">
                <a:latin typeface="Calibri"/>
                <a:cs typeface="Calibri"/>
              </a:rPr>
              <a:t> </a:t>
            </a:r>
            <a:r>
              <a:rPr sz="2400" dirty="0">
                <a:latin typeface="Calibri"/>
                <a:cs typeface="Calibri"/>
              </a:rPr>
              <a:t>time</a:t>
            </a:r>
            <a:r>
              <a:rPr sz="2400" spc="-15" dirty="0">
                <a:latin typeface="Calibri"/>
                <a:cs typeface="Calibri"/>
              </a:rPr>
              <a:t> </a:t>
            </a:r>
            <a:r>
              <a:rPr sz="2400" dirty="0">
                <a:latin typeface="Calibri"/>
                <a:cs typeface="Calibri"/>
              </a:rPr>
              <a:t>and</a:t>
            </a:r>
            <a:r>
              <a:rPr sz="2400" spc="-5" dirty="0">
                <a:latin typeface="Calibri"/>
                <a:cs typeface="Calibri"/>
              </a:rPr>
              <a:t> </a:t>
            </a:r>
            <a:r>
              <a:rPr sz="2400" spc="-10" dirty="0">
                <a:latin typeface="Calibri"/>
                <a:cs typeface="Calibri"/>
              </a:rPr>
              <a:t>can</a:t>
            </a:r>
            <a:r>
              <a:rPr sz="2400" spc="-15" dirty="0">
                <a:latin typeface="Calibri"/>
                <a:cs typeface="Calibri"/>
              </a:rPr>
              <a:t> </a:t>
            </a:r>
            <a:r>
              <a:rPr sz="2400" spc="-5" dirty="0">
                <a:latin typeface="Calibri"/>
                <a:cs typeface="Calibri"/>
              </a:rPr>
              <a:t>be</a:t>
            </a:r>
            <a:r>
              <a:rPr sz="2400" dirty="0">
                <a:latin typeface="Calibri"/>
                <a:cs typeface="Calibri"/>
              </a:rPr>
              <a:t> </a:t>
            </a:r>
            <a:r>
              <a:rPr sz="2400" spc="-15" dirty="0">
                <a:latin typeface="Calibri"/>
                <a:cs typeface="Calibri"/>
              </a:rPr>
              <a:t>disastrous</a:t>
            </a:r>
            <a:endParaRPr sz="2400" dirty="0">
              <a:latin typeface="Calibri"/>
              <a:cs typeface="Calibri"/>
            </a:endParaRPr>
          </a:p>
          <a:p>
            <a:pPr marL="753745" marR="261620" lvl="1" indent="-286385" algn="just">
              <a:lnSpc>
                <a:spcPts val="2590"/>
              </a:lnSpc>
              <a:spcBef>
                <a:spcPts val="580"/>
              </a:spcBef>
              <a:buFont typeface="Arial MT"/>
              <a:buChar char="–"/>
              <a:tabLst>
                <a:tab pos="754380" algn="l"/>
              </a:tabLst>
            </a:pPr>
            <a:r>
              <a:rPr sz="2400" spc="-10" dirty="0">
                <a:latin typeface="Calibri"/>
                <a:cs typeface="Calibri"/>
              </a:rPr>
              <a:t>Changes </a:t>
            </a:r>
            <a:r>
              <a:rPr sz="2400" dirty="0">
                <a:latin typeface="Calibri"/>
                <a:cs typeface="Calibri"/>
              </a:rPr>
              <a:t>in </a:t>
            </a:r>
            <a:r>
              <a:rPr sz="2400" spc="-5" dirty="0">
                <a:latin typeface="Calibri"/>
                <a:cs typeface="Calibri"/>
              </a:rPr>
              <a:t>the decision </a:t>
            </a:r>
            <a:r>
              <a:rPr sz="2400" dirty="0">
                <a:latin typeface="Calibri"/>
                <a:cs typeface="Calibri"/>
              </a:rPr>
              <a:t>making </a:t>
            </a:r>
            <a:r>
              <a:rPr sz="2400" spc="-15" dirty="0">
                <a:latin typeface="Calibri"/>
                <a:cs typeface="Calibri"/>
              </a:rPr>
              <a:t>environment may </a:t>
            </a:r>
            <a:r>
              <a:rPr sz="2400" spc="-5" dirty="0">
                <a:latin typeface="Calibri"/>
                <a:cs typeface="Calibri"/>
              </a:rPr>
              <a:t>occur </a:t>
            </a:r>
            <a:r>
              <a:rPr sz="2400" spc="-530" dirty="0">
                <a:latin typeface="Calibri"/>
                <a:cs typeface="Calibri"/>
              </a:rPr>
              <a:t> </a:t>
            </a:r>
            <a:r>
              <a:rPr sz="2400" spc="-25" dirty="0">
                <a:latin typeface="Calibri"/>
                <a:cs typeface="Calibri"/>
              </a:rPr>
              <a:t>continuously, </a:t>
            </a:r>
            <a:r>
              <a:rPr sz="2400" spc="-5" dirty="0">
                <a:latin typeface="Calibri"/>
                <a:cs typeface="Calibri"/>
              </a:rPr>
              <a:t>leading </a:t>
            </a:r>
            <a:r>
              <a:rPr sz="2400" spc="-15" dirty="0">
                <a:latin typeface="Calibri"/>
                <a:cs typeface="Calibri"/>
              </a:rPr>
              <a:t>to invalidating </a:t>
            </a:r>
            <a:r>
              <a:rPr sz="2400" spc="-5" dirty="0">
                <a:latin typeface="Calibri"/>
                <a:cs typeface="Calibri"/>
              </a:rPr>
              <a:t>assumptions </a:t>
            </a:r>
            <a:r>
              <a:rPr sz="2400" dirty="0">
                <a:latin typeface="Calibri"/>
                <a:cs typeface="Calibri"/>
              </a:rPr>
              <a:t>about </a:t>
            </a:r>
            <a:r>
              <a:rPr sz="2400" spc="-530" dirty="0">
                <a:latin typeface="Calibri"/>
                <a:cs typeface="Calibri"/>
              </a:rPr>
              <a:t> </a:t>
            </a:r>
            <a:r>
              <a:rPr sz="2400" spc="-5" dirty="0">
                <a:latin typeface="Calibri"/>
                <a:cs typeface="Calibri"/>
              </a:rPr>
              <a:t>the</a:t>
            </a:r>
            <a:r>
              <a:rPr sz="2400" spc="-15" dirty="0">
                <a:latin typeface="Calibri"/>
                <a:cs typeface="Calibri"/>
              </a:rPr>
              <a:t> </a:t>
            </a:r>
            <a:r>
              <a:rPr sz="2400" spc="-10" dirty="0">
                <a:latin typeface="Calibri"/>
                <a:cs typeface="Calibri"/>
              </a:rPr>
              <a:t>situation</a:t>
            </a:r>
            <a:endParaRPr sz="24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lIns="91440" tIns="45720" rIns="91440" bIns="45720" rtlCol="0" anchor="ctr">
            <a:normAutofit/>
          </a:bodyPr>
          <a:lstStyle/>
          <a:p>
            <a:pPr marL="2745740" marR="5080" indent="-2733675"/>
            <a:r>
              <a:rPr lang="en-US" b="1" i="0" kern="1200" spc="-113">
                <a:latin typeface="+mj-lt"/>
                <a:ea typeface="+mj-ea"/>
                <a:cs typeface="Gill Sans" panose="020B0502020104020203" pitchFamily="34" charset="-79"/>
              </a:rPr>
              <a:t>Decision Making: Introduction and  Definitions</a:t>
            </a:r>
          </a:p>
        </p:txBody>
      </p:sp>
      <p:pic>
        <p:nvPicPr>
          <p:cNvPr id="5" name="Picture 4">
            <a:extLst>
              <a:ext uri="{FF2B5EF4-FFF2-40B4-BE49-F238E27FC236}">
                <a16:creationId xmlns:a16="http://schemas.microsoft.com/office/drawing/2014/main" id="{064123CF-8692-B3A9-CD35-4BC843AD2303}"/>
              </a:ext>
            </a:extLst>
          </p:cNvPr>
          <p:cNvPicPr>
            <a:picLocks noChangeAspect="1"/>
          </p:cNvPicPr>
          <p:nvPr/>
        </p:nvPicPr>
        <p:blipFill>
          <a:blip r:embed="rId2"/>
          <a:stretch>
            <a:fillRect/>
          </a:stretch>
        </p:blipFill>
        <p:spPr>
          <a:xfrm>
            <a:off x="5867400" y="2057400"/>
            <a:ext cx="3642911" cy="2893412"/>
          </a:xfrm>
          <a:prstGeom prst="rect">
            <a:avLst/>
          </a:prstGeom>
          <a:noFill/>
        </p:spPr>
      </p:pic>
      <p:sp>
        <p:nvSpPr>
          <p:cNvPr id="3" name="object 3"/>
          <p:cNvSpPr txBox="1"/>
          <p:nvPr/>
        </p:nvSpPr>
        <p:spPr>
          <a:xfrm>
            <a:off x="304800" y="1930400"/>
            <a:ext cx="5181600" cy="4351338"/>
          </a:xfrm>
          <a:prstGeom prst="rect">
            <a:avLst/>
          </a:prstGeom>
        </p:spPr>
        <p:txBody>
          <a:bodyPr vert="horz" lIns="91440" tIns="45720" rIns="91440" bIns="45720" rtlCol="0">
            <a:normAutofit/>
          </a:bodyPr>
          <a:lstStyle/>
          <a:p>
            <a:pPr marL="355600" indent="-171450" algn="just" defTabSz="685800">
              <a:lnSpc>
                <a:spcPct val="90000"/>
              </a:lnSpc>
              <a:spcBef>
                <a:spcPts val="800"/>
              </a:spcBef>
              <a:buFont typeface="Arial" panose="020B0604020202020204" pitchFamily="34" charset="0"/>
              <a:buChar char="•"/>
              <a:tabLst>
                <a:tab pos="355600" algn="l"/>
                <a:tab pos="356235" algn="l"/>
              </a:tabLst>
            </a:pPr>
            <a:r>
              <a:rPr lang="en-US" sz="2000" spc="-15" dirty="0">
                <a:solidFill>
                  <a:schemeClr val="tx2"/>
                </a:solidFill>
                <a:cs typeface="Arial" panose="020B0604020202020204" pitchFamily="34" charset="0"/>
              </a:rPr>
              <a:t>Characteristics</a:t>
            </a:r>
            <a:r>
              <a:rPr lang="en-US" sz="2000" spc="-10" dirty="0">
                <a:solidFill>
                  <a:schemeClr val="tx2"/>
                </a:solidFill>
                <a:cs typeface="Arial" panose="020B0604020202020204" pitchFamily="34" charset="0"/>
              </a:rPr>
              <a:t> </a:t>
            </a:r>
            <a:r>
              <a:rPr lang="en-US" sz="2000" spc="-5" dirty="0">
                <a:solidFill>
                  <a:schemeClr val="tx2"/>
                </a:solidFill>
                <a:cs typeface="Arial" panose="020B0604020202020204" pitchFamily="34" charset="0"/>
              </a:rPr>
              <a:t>of decision</a:t>
            </a:r>
            <a:r>
              <a:rPr lang="en-US" sz="2000" spc="10" dirty="0">
                <a:solidFill>
                  <a:schemeClr val="tx2"/>
                </a:solidFill>
                <a:cs typeface="Arial" panose="020B0604020202020204" pitchFamily="34" charset="0"/>
              </a:rPr>
              <a:t> </a:t>
            </a:r>
            <a:r>
              <a:rPr lang="en-US" sz="2000" spc="-5" dirty="0">
                <a:solidFill>
                  <a:schemeClr val="tx2"/>
                </a:solidFill>
                <a:cs typeface="Arial" panose="020B0604020202020204" pitchFamily="34" charset="0"/>
              </a:rPr>
              <a:t>making</a:t>
            </a:r>
            <a:endParaRPr lang="en-US" sz="2000" dirty="0">
              <a:solidFill>
                <a:schemeClr val="tx2"/>
              </a:solidFill>
              <a:cs typeface="Arial" panose="020B0604020202020204" pitchFamily="34" charset="0"/>
            </a:endParaRPr>
          </a:p>
          <a:p>
            <a:pPr marL="755650" marR="5080" lvl="1" indent="-171450" algn="just" defTabSz="685800">
              <a:lnSpc>
                <a:spcPct val="90000"/>
              </a:lnSpc>
              <a:spcBef>
                <a:spcPts val="595"/>
              </a:spcBef>
              <a:buFont typeface="Arial" panose="020B0604020202020204" pitchFamily="34" charset="0"/>
              <a:buChar char="•"/>
              <a:tabLst>
                <a:tab pos="755650" algn="l"/>
              </a:tabLst>
            </a:pPr>
            <a:r>
              <a:rPr lang="en-US" sz="2000" spc="-10" dirty="0">
                <a:solidFill>
                  <a:schemeClr val="tx2"/>
                </a:solidFill>
                <a:cs typeface="Arial" panose="020B0604020202020204" pitchFamily="34" charset="0"/>
              </a:rPr>
              <a:t>Changes </a:t>
            </a:r>
            <a:r>
              <a:rPr lang="en-US" sz="2000" dirty="0">
                <a:solidFill>
                  <a:schemeClr val="tx2"/>
                </a:solidFill>
                <a:cs typeface="Arial" panose="020B0604020202020204" pitchFamily="34" charset="0"/>
              </a:rPr>
              <a:t>in </a:t>
            </a:r>
            <a:r>
              <a:rPr lang="en-US" sz="2000" spc="-5" dirty="0">
                <a:solidFill>
                  <a:schemeClr val="tx2"/>
                </a:solidFill>
                <a:cs typeface="Arial" panose="020B0604020202020204" pitchFamily="34" charset="0"/>
              </a:rPr>
              <a:t>the decision </a:t>
            </a:r>
            <a:r>
              <a:rPr lang="en-US" sz="2000" dirty="0">
                <a:solidFill>
                  <a:schemeClr val="tx2"/>
                </a:solidFill>
                <a:cs typeface="Arial" panose="020B0604020202020204" pitchFamily="34" charset="0"/>
              </a:rPr>
              <a:t>making </a:t>
            </a:r>
            <a:r>
              <a:rPr lang="en-US" sz="2000" spc="-15" dirty="0">
                <a:solidFill>
                  <a:schemeClr val="tx2"/>
                </a:solidFill>
                <a:cs typeface="Arial" panose="020B0604020202020204" pitchFamily="34" charset="0"/>
              </a:rPr>
              <a:t>environment may </a:t>
            </a:r>
            <a:r>
              <a:rPr lang="en-US" sz="2000" spc="-20" dirty="0">
                <a:solidFill>
                  <a:schemeClr val="tx2"/>
                </a:solidFill>
                <a:cs typeface="Arial" panose="020B0604020202020204" pitchFamily="34" charset="0"/>
              </a:rPr>
              <a:t>affect </a:t>
            </a:r>
            <a:r>
              <a:rPr lang="en-US" sz="2000" spc="-15" dirty="0">
                <a:solidFill>
                  <a:schemeClr val="tx2"/>
                </a:solidFill>
                <a:cs typeface="Arial" panose="020B0604020202020204" pitchFamily="34" charset="0"/>
              </a:rPr>
              <a:t> </a:t>
            </a:r>
            <a:r>
              <a:rPr lang="en-US" sz="2000" spc="-5" dirty="0">
                <a:solidFill>
                  <a:schemeClr val="tx2"/>
                </a:solidFill>
                <a:cs typeface="Arial" panose="020B0604020202020204" pitchFamily="34" charset="0"/>
              </a:rPr>
              <a:t>decision quality </a:t>
            </a:r>
            <a:r>
              <a:rPr lang="en-US" sz="2000" spc="-10" dirty="0">
                <a:solidFill>
                  <a:schemeClr val="tx2"/>
                </a:solidFill>
                <a:cs typeface="Arial" panose="020B0604020202020204" pitchFamily="34" charset="0"/>
              </a:rPr>
              <a:t>by </a:t>
            </a:r>
            <a:r>
              <a:rPr lang="en-US" sz="2000" spc="-5" dirty="0">
                <a:solidFill>
                  <a:schemeClr val="tx2"/>
                </a:solidFill>
                <a:cs typeface="Arial" panose="020B0604020202020204" pitchFamily="34" charset="0"/>
              </a:rPr>
              <a:t>imposing </a:t>
            </a:r>
            <a:r>
              <a:rPr lang="en-US" sz="2000" dirty="0">
                <a:solidFill>
                  <a:schemeClr val="tx2"/>
                </a:solidFill>
                <a:cs typeface="Arial" panose="020B0604020202020204" pitchFamily="34" charset="0"/>
              </a:rPr>
              <a:t>time </a:t>
            </a:r>
            <a:r>
              <a:rPr lang="en-US" sz="2000" spc="-15" dirty="0">
                <a:solidFill>
                  <a:schemeClr val="tx2"/>
                </a:solidFill>
                <a:cs typeface="Arial" panose="020B0604020202020204" pitchFamily="34" charset="0"/>
              </a:rPr>
              <a:t>pressure </a:t>
            </a:r>
            <a:r>
              <a:rPr lang="en-US" sz="2000" spc="-5" dirty="0">
                <a:solidFill>
                  <a:schemeClr val="tx2"/>
                </a:solidFill>
                <a:cs typeface="Arial" panose="020B0604020202020204" pitchFamily="34" charset="0"/>
              </a:rPr>
              <a:t>on the decision </a:t>
            </a:r>
            <a:r>
              <a:rPr lang="en-US" sz="2000" spc="-530" dirty="0">
                <a:solidFill>
                  <a:schemeClr val="tx2"/>
                </a:solidFill>
                <a:cs typeface="Arial" panose="020B0604020202020204" pitchFamily="34" charset="0"/>
              </a:rPr>
              <a:t> </a:t>
            </a:r>
            <a:r>
              <a:rPr lang="en-US" sz="2000" spc="-20" dirty="0">
                <a:solidFill>
                  <a:schemeClr val="tx2"/>
                </a:solidFill>
                <a:cs typeface="Arial" panose="020B0604020202020204" pitchFamily="34" charset="0"/>
              </a:rPr>
              <a:t>maker</a:t>
            </a:r>
            <a:endParaRPr lang="en-US" sz="2000" dirty="0">
              <a:solidFill>
                <a:schemeClr val="tx2"/>
              </a:solidFill>
              <a:cs typeface="Arial" panose="020B0604020202020204" pitchFamily="34" charset="0"/>
            </a:endParaRPr>
          </a:p>
          <a:p>
            <a:pPr marL="756285" marR="49530" lvl="1" indent="-171450" algn="just" defTabSz="685800">
              <a:lnSpc>
                <a:spcPct val="90000"/>
              </a:lnSpc>
              <a:spcBef>
                <a:spcPts val="575"/>
              </a:spcBef>
              <a:buFont typeface="Arial" panose="020B0604020202020204" pitchFamily="34" charset="0"/>
              <a:buChar char="•"/>
              <a:tabLst>
                <a:tab pos="756920" algn="l"/>
              </a:tabLst>
            </a:pPr>
            <a:r>
              <a:rPr lang="en-US" sz="2000" spc="-5" dirty="0">
                <a:solidFill>
                  <a:schemeClr val="tx2"/>
                </a:solidFill>
                <a:cs typeface="Arial" panose="020B0604020202020204" pitchFamily="34" charset="0"/>
              </a:rPr>
              <a:t>Collecting </a:t>
            </a:r>
            <a:r>
              <a:rPr lang="en-US" sz="2000" spc="-15" dirty="0">
                <a:solidFill>
                  <a:schemeClr val="tx2"/>
                </a:solidFill>
                <a:cs typeface="Arial" panose="020B0604020202020204" pitchFamily="34" charset="0"/>
              </a:rPr>
              <a:t>information </a:t>
            </a:r>
            <a:r>
              <a:rPr lang="en-US" sz="2000" dirty="0">
                <a:solidFill>
                  <a:schemeClr val="tx2"/>
                </a:solidFill>
                <a:cs typeface="Arial" panose="020B0604020202020204" pitchFamily="34" charset="0"/>
              </a:rPr>
              <a:t>and </a:t>
            </a:r>
            <a:r>
              <a:rPr lang="en-US" sz="2000" spc="-5" dirty="0">
                <a:solidFill>
                  <a:schemeClr val="tx2"/>
                </a:solidFill>
                <a:cs typeface="Arial" panose="020B0604020202020204" pitchFamily="34" charset="0"/>
              </a:rPr>
              <a:t>analyzing </a:t>
            </a:r>
            <a:r>
              <a:rPr lang="en-US" sz="2000" dirty="0">
                <a:solidFill>
                  <a:schemeClr val="tx2"/>
                </a:solidFill>
                <a:cs typeface="Arial" panose="020B0604020202020204" pitchFamily="34" charset="0"/>
              </a:rPr>
              <a:t>a </a:t>
            </a:r>
            <a:r>
              <a:rPr lang="en-US" sz="2000" spc="-10" dirty="0">
                <a:solidFill>
                  <a:schemeClr val="tx2"/>
                </a:solidFill>
                <a:cs typeface="Arial" panose="020B0604020202020204" pitchFamily="34" charset="0"/>
              </a:rPr>
              <a:t>problem </a:t>
            </a:r>
            <a:r>
              <a:rPr lang="en-US" sz="2000" spc="-25" dirty="0">
                <a:solidFill>
                  <a:schemeClr val="tx2"/>
                </a:solidFill>
                <a:cs typeface="Arial" panose="020B0604020202020204" pitchFamily="34" charset="0"/>
              </a:rPr>
              <a:t>takes </a:t>
            </a:r>
            <a:r>
              <a:rPr lang="en-US" sz="2000" dirty="0">
                <a:solidFill>
                  <a:schemeClr val="tx2"/>
                </a:solidFill>
                <a:cs typeface="Arial" panose="020B0604020202020204" pitchFamily="34" charset="0"/>
              </a:rPr>
              <a:t>time </a:t>
            </a:r>
            <a:r>
              <a:rPr lang="en-US" sz="2000" spc="-530" dirty="0">
                <a:solidFill>
                  <a:schemeClr val="tx2"/>
                </a:solidFill>
                <a:cs typeface="Arial" panose="020B0604020202020204" pitchFamily="34" charset="0"/>
              </a:rPr>
              <a:t> </a:t>
            </a:r>
            <a:r>
              <a:rPr lang="en-US" sz="2000" dirty="0">
                <a:solidFill>
                  <a:schemeClr val="tx2"/>
                </a:solidFill>
                <a:cs typeface="Arial" panose="020B0604020202020204" pitchFamily="34" charset="0"/>
              </a:rPr>
              <a:t>and </a:t>
            </a:r>
            <a:r>
              <a:rPr lang="en-US" sz="2000" spc="-10" dirty="0">
                <a:solidFill>
                  <a:schemeClr val="tx2"/>
                </a:solidFill>
                <a:cs typeface="Arial" panose="020B0604020202020204" pitchFamily="34" charset="0"/>
              </a:rPr>
              <a:t>can </a:t>
            </a:r>
            <a:r>
              <a:rPr lang="en-US" sz="2000" spc="-5" dirty="0">
                <a:solidFill>
                  <a:schemeClr val="tx2"/>
                </a:solidFill>
                <a:cs typeface="Arial" panose="020B0604020202020204" pitchFamily="34" charset="0"/>
              </a:rPr>
              <a:t>be </a:t>
            </a:r>
            <a:r>
              <a:rPr lang="en-US" sz="2000" spc="-10" dirty="0">
                <a:solidFill>
                  <a:schemeClr val="tx2"/>
                </a:solidFill>
                <a:cs typeface="Arial" panose="020B0604020202020204" pitchFamily="34" charset="0"/>
              </a:rPr>
              <a:t>expensive. </a:t>
            </a:r>
            <a:r>
              <a:rPr lang="en-US" sz="2000" dirty="0">
                <a:solidFill>
                  <a:schemeClr val="tx2"/>
                </a:solidFill>
                <a:cs typeface="Arial" panose="020B0604020202020204" pitchFamily="34" charset="0"/>
              </a:rPr>
              <a:t>It is </a:t>
            </a:r>
            <a:r>
              <a:rPr lang="en-US" sz="2000" spc="-10" dirty="0">
                <a:solidFill>
                  <a:schemeClr val="tx2"/>
                </a:solidFill>
                <a:cs typeface="Arial" panose="020B0604020202020204" pitchFamily="34" charset="0"/>
              </a:rPr>
              <a:t>difficult </a:t>
            </a:r>
            <a:r>
              <a:rPr lang="en-US" sz="2000" spc="-15" dirty="0">
                <a:solidFill>
                  <a:schemeClr val="tx2"/>
                </a:solidFill>
                <a:cs typeface="Arial" panose="020B0604020202020204" pitchFamily="34" charset="0"/>
              </a:rPr>
              <a:t>to </a:t>
            </a:r>
            <a:r>
              <a:rPr lang="en-US" sz="2000" spc="-10" dirty="0">
                <a:solidFill>
                  <a:schemeClr val="tx2"/>
                </a:solidFill>
                <a:cs typeface="Arial" panose="020B0604020202020204" pitchFamily="34" charset="0"/>
              </a:rPr>
              <a:t>determine </a:t>
            </a:r>
            <a:r>
              <a:rPr lang="en-US" sz="2000" dirty="0">
                <a:solidFill>
                  <a:schemeClr val="tx2"/>
                </a:solidFill>
                <a:cs typeface="Arial" panose="020B0604020202020204" pitchFamily="34" charset="0"/>
              </a:rPr>
              <a:t>when </a:t>
            </a:r>
            <a:r>
              <a:rPr lang="en-US" sz="2000" spc="-25" dirty="0">
                <a:solidFill>
                  <a:schemeClr val="tx2"/>
                </a:solidFill>
                <a:cs typeface="Arial" panose="020B0604020202020204" pitchFamily="34" charset="0"/>
              </a:rPr>
              <a:t>to </a:t>
            </a:r>
            <a:r>
              <a:rPr lang="en-US" sz="2000" spc="-20" dirty="0">
                <a:solidFill>
                  <a:schemeClr val="tx2"/>
                </a:solidFill>
                <a:cs typeface="Arial" panose="020B0604020202020204" pitchFamily="34" charset="0"/>
              </a:rPr>
              <a:t> </a:t>
            </a:r>
            <a:r>
              <a:rPr lang="en-US" sz="2000" spc="-15" dirty="0">
                <a:solidFill>
                  <a:schemeClr val="tx2"/>
                </a:solidFill>
                <a:cs typeface="Arial" panose="020B0604020202020204" pitchFamily="34" charset="0"/>
              </a:rPr>
              <a:t>stop </a:t>
            </a:r>
            <a:r>
              <a:rPr lang="en-US" sz="2000" dirty="0">
                <a:solidFill>
                  <a:schemeClr val="tx2"/>
                </a:solidFill>
                <a:cs typeface="Arial" panose="020B0604020202020204" pitchFamily="34" charset="0"/>
              </a:rPr>
              <a:t>and</a:t>
            </a:r>
            <a:r>
              <a:rPr lang="en-US" sz="2000" spc="-5" dirty="0">
                <a:solidFill>
                  <a:schemeClr val="tx2"/>
                </a:solidFill>
                <a:cs typeface="Arial" panose="020B0604020202020204" pitchFamily="34" charset="0"/>
              </a:rPr>
              <a:t> </a:t>
            </a:r>
            <a:r>
              <a:rPr lang="en-US" sz="2000" spc="-20" dirty="0">
                <a:solidFill>
                  <a:schemeClr val="tx2"/>
                </a:solidFill>
                <a:cs typeface="Arial" panose="020B0604020202020204" pitchFamily="34" charset="0"/>
              </a:rPr>
              <a:t>make </a:t>
            </a:r>
            <a:r>
              <a:rPr lang="en-US" sz="2000" dirty="0">
                <a:solidFill>
                  <a:schemeClr val="tx2"/>
                </a:solidFill>
                <a:cs typeface="Arial" panose="020B0604020202020204" pitchFamily="34" charset="0"/>
              </a:rPr>
              <a:t>a</a:t>
            </a:r>
            <a:r>
              <a:rPr lang="en-US" sz="2000" spc="-15" dirty="0">
                <a:solidFill>
                  <a:schemeClr val="tx2"/>
                </a:solidFill>
                <a:cs typeface="Arial" panose="020B0604020202020204" pitchFamily="34" charset="0"/>
              </a:rPr>
              <a:t> </a:t>
            </a:r>
            <a:r>
              <a:rPr lang="en-US" sz="2000" spc="-5" dirty="0">
                <a:solidFill>
                  <a:schemeClr val="tx2"/>
                </a:solidFill>
                <a:cs typeface="Arial" panose="020B0604020202020204" pitchFamily="34" charset="0"/>
              </a:rPr>
              <a:t>decision</a:t>
            </a:r>
            <a:endParaRPr lang="en-US" sz="2000" dirty="0">
              <a:solidFill>
                <a:schemeClr val="tx2"/>
              </a:solidFill>
              <a:cs typeface="Arial" panose="020B0604020202020204" pitchFamily="34" charset="0"/>
            </a:endParaRPr>
          </a:p>
          <a:p>
            <a:pPr marL="755015" marR="872490" lvl="1" indent="-171450" algn="just" defTabSz="685800">
              <a:lnSpc>
                <a:spcPct val="90000"/>
              </a:lnSpc>
              <a:spcBef>
                <a:spcPts val="580"/>
              </a:spcBef>
              <a:buFont typeface="Arial" panose="020B0604020202020204" pitchFamily="34" charset="0"/>
              <a:buChar char="•"/>
              <a:tabLst>
                <a:tab pos="756285" algn="l"/>
              </a:tabLst>
            </a:pPr>
            <a:r>
              <a:rPr lang="en-US" sz="2000" spc="-10" dirty="0">
                <a:solidFill>
                  <a:schemeClr val="tx2"/>
                </a:solidFill>
                <a:cs typeface="Arial" panose="020B0604020202020204" pitchFamily="34" charset="0"/>
              </a:rPr>
              <a:t>There</a:t>
            </a:r>
            <a:r>
              <a:rPr lang="en-US" sz="2000" spc="5" dirty="0">
                <a:solidFill>
                  <a:schemeClr val="tx2"/>
                </a:solidFill>
                <a:cs typeface="Arial" panose="020B0604020202020204" pitchFamily="34" charset="0"/>
              </a:rPr>
              <a:t> </a:t>
            </a:r>
            <a:r>
              <a:rPr lang="en-US" sz="2000" spc="-15" dirty="0">
                <a:solidFill>
                  <a:schemeClr val="tx2"/>
                </a:solidFill>
                <a:cs typeface="Arial" panose="020B0604020202020204" pitchFamily="34" charset="0"/>
              </a:rPr>
              <a:t>may</a:t>
            </a:r>
            <a:r>
              <a:rPr lang="en-US" sz="2000" spc="-20" dirty="0">
                <a:solidFill>
                  <a:schemeClr val="tx2"/>
                </a:solidFill>
                <a:cs typeface="Arial" panose="020B0604020202020204" pitchFamily="34" charset="0"/>
              </a:rPr>
              <a:t> </a:t>
            </a:r>
            <a:r>
              <a:rPr lang="en-US" sz="2000" spc="-5" dirty="0">
                <a:solidFill>
                  <a:schemeClr val="tx2"/>
                </a:solidFill>
                <a:cs typeface="Arial" panose="020B0604020202020204" pitchFamily="34" charset="0"/>
              </a:rPr>
              <a:t>not</a:t>
            </a:r>
            <a:r>
              <a:rPr lang="en-US" sz="2000" spc="-15" dirty="0">
                <a:solidFill>
                  <a:schemeClr val="tx2"/>
                </a:solidFill>
                <a:cs typeface="Arial" panose="020B0604020202020204" pitchFamily="34" charset="0"/>
              </a:rPr>
              <a:t> </a:t>
            </a:r>
            <a:r>
              <a:rPr lang="en-US" sz="2000" spc="-5" dirty="0">
                <a:solidFill>
                  <a:schemeClr val="tx2"/>
                </a:solidFill>
                <a:cs typeface="Arial" panose="020B0604020202020204" pitchFamily="34" charset="0"/>
              </a:rPr>
              <a:t>be</a:t>
            </a:r>
            <a:r>
              <a:rPr lang="en-US" sz="2000" dirty="0">
                <a:solidFill>
                  <a:schemeClr val="tx2"/>
                </a:solidFill>
                <a:cs typeface="Arial" panose="020B0604020202020204" pitchFamily="34" charset="0"/>
              </a:rPr>
              <a:t> </a:t>
            </a:r>
            <a:r>
              <a:rPr lang="en-US" sz="2000" spc="-10" dirty="0">
                <a:solidFill>
                  <a:schemeClr val="tx2"/>
                </a:solidFill>
                <a:cs typeface="Arial" panose="020B0604020202020204" pitchFamily="34" charset="0"/>
              </a:rPr>
              <a:t>sufficient</a:t>
            </a:r>
            <a:r>
              <a:rPr lang="en-US" sz="2000" spc="10" dirty="0">
                <a:solidFill>
                  <a:schemeClr val="tx2"/>
                </a:solidFill>
                <a:cs typeface="Arial" panose="020B0604020202020204" pitchFamily="34" charset="0"/>
              </a:rPr>
              <a:t> </a:t>
            </a:r>
            <a:r>
              <a:rPr lang="en-US" sz="2000" spc="-15" dirty="0">
                <a:solidFill>
                  <a:schemeClr val="tx2"/>
                </a:solidFill>
                <a:cs typeface="Arial" panose="020B0604020202020204" pitchFamily="34" charset="0"/>
              </a:rPr>
              <a:t>information</a:t>
            </a:r>
            <a:r>
              <a:rPr lang="en-US" sz="2000" spc="-20" dirty="0">
                <a:solidFill>
                  <a:schemeClr val="tx2"/>
                </a:solidFill>
                <a:cs typeface="Arial" panose="020B0604020202020204" pitchFamily="34" charset="0"/>
              </a:rPr>
              <a:t> </a:t>
            </a:r>
            <a:r>
              <a:rPr lang="en-US" sz="2000" spc="-15" dirty="0">
                <a:solidFill>
                  <a:schemeClr val="tx2"/>
                </a:solidFill>
                <a:cs typeface="Arial" panose="020B0604020202020204" pitchFamily="34" charset="0"/>
              </a:rPr>
              <a:t>to </a:t>
            </a:r>
            <a:r>
              <a:rPr lang="en-US" sz="2000" spc="-20" dirty="0">
                <a:solidFill>
                  <a:schemeClr val="tx2"/>
                </a:solidFill>
                <a:cs typeface="Arial" panose="020B0604020202020204" pitchFamily="34" charset="0"/>
              </a:rPr>
              <a:t>make </a:t>
            </a:r>
            <a:r>
              <a:rPr lang="en-US" sz="2000" dirty="0">
                <a:solidFill>
                  <a:schemeClr val="tx2"/>
                </a:solidFill>
                <a:cs typeface="Arial" panose="020B0604020202020204" pitchFamily="34" charset="0"/>
              </a:rPr>
              <a:t>an </a:t>
            </a:r>
            <a:r>
              <a:rPr lang="en-US" sz="2000" spc="-530" dirty="0">
                <a:solidFill>
                  <a:schemeClr val="tx2"/>
                </a:solidFill>
                <a:cs typeface="Arial" panose="020B0604020202020204" pitchFamily="34" charset="0"/>
              </a:rPr>
              <a:t> </a:t>
            </a:r>
            <a:r>
              <a:rPr lang="en-US" sz="2000" spc="-15" dirty="0">
                <a:solidFill>
                  <a:schemeClr val="tx2"/>
                </a:solidFill>
                <a:cs typeface="Arial" panose="020B0604020202020204" pitchFamily="34" charset="0"/>
              </a:rPr>
              <a:t>intelligent </a:t>
            </a:r>
            <a:r>
              <a:rPr lang="en-US" sz="2000" spc="-5" dirty="0">
                <a:solidFill>
                  <a:schemeClr val="tx2"/>
                </a:solidFill>
                <a:cs typeface="Arial" panose="020B0604020202020204" pitchFamily="34" charset="0"/>
              </a:rPr>
              <a:t>decision</a:t>
            </a:r>
            <a:endParaRPr lang="en-US" sz="2000" dirty="0">
              <a:solidFill>
                <a:schemeClr val="tx2"/>
              </a:solidFill>
              <a:cs typeface="Arial" panose="020B0604020202020204" pitchFamily="34" charset="0"/>
            </a:endParaRPr>
          </a:p>
          <a:p>
            <a:pPr marL="754380" lvl="1" indent="-171450" algn="just" defTabSz="685800">
              <a:lnSpc>
                <a:spcPct val="90000"/>
              </a:lnSpc>
              <a:spcBef>
                <a:spcPts val="575"/>
              </a:spcBef>
              <a:buFont typeface="Arial" panose="020B0604020202020204" pitchFamily="34" charset="0"/>
              <a:buChar char="•"/>
              <a:tabLst>
                <a:tab pos="755015" algn="l"/>
              </a:tabLst>
            </a:pPr>
            <a:r>
              <a:rPr lang="en-US" sz="2000" spc="-10" dirty="0">
                <a:solidFill>
                  <a:schemeClr val="tx2"/>
                </a:solidFill>
                <a:cs typeface="Arial" panose="020B0604020202020204" pitchFamily="34" charset="0"/>
              </a:rPr>
              <a:t>Information</a:t>
            </a:r>
            <a:r>
              <a:rPr lang="en-US" sz="2000" spc="-55" dirty="0">
                <a:solidFill>
                  <a:schemeClr val="tx2"/>
                </a:solidFill>
                <a:cs typeface="Arial" panose="020B0604020202020204" pitchFamily="34" charset="0"/>
              </a:rPr>
              <a:t> </a:t>
            </a:r>
            <a:r>
              <a:rPr lang="en-US" sz="2000" spc="-10" dirty="0">
                <a:solidFill>
                  <a:schemeClr val="tx2"/>
                </a:solidFill>
                <a:cs typeface="Arial" panose="020B0604020202020204" pitchFamily="34" charset="0"/>
              </a:rPr>
              <a:t>overload</a:t>
            </a:r>
            <a:endParaRPr lang="en-US" sz="2000" dirty="0">
              <a:solidFill>
                <a:schemeClr val="tx2"/>
              </a:solidFill>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Simon’s Decision-Making Process</a:t>
            </a:r>
          </a:p>
        </p:txBody>
      </p:sp>
      <p:pic>
        <p:nvPicPr>
          <p:cNvPr id="2050" name="Picture 2"/>
          <p:cNvPicPr>
            <a:picLocks noChangeAspect="1" noChangeArrowheads="1"/>
          </p:cNvPicPr>
          <p:nvPr/>
        </p:nvPicPr>
        <p:blipFill>
          <a:blip r:embed="rId3"/>
          <a:srcRect/>
          <a:stretch>
            <a:fillRect/>
          </a:stretch>
        </p:blipFill>
        <p:spPr bwMode="auto">
          <a:xfrm>
            <a:off x="1752600" y="1371600"/>
            <a:ext cx="5577840" cy="5345835"/>
          </a:xfrm>
          <a:prstGeom prst="rect">
            <a:avLst/>
          </a:prstGeom>
          <a:noFill/>
          <a:ln w="9525">
            <a:noFill/>
            <a:miter lim="800000"/>
            <a:headEnd/>
            <a:tailEnd/>
          </a:ln>
        </p:spPr>
      </p:pic>
    </p:spTree>
    <p:extLst>
      <p:ext uri="{BB962C8B-B14F-4D97-AF65-F5344CB8AC3E}">
        <p14:creationId xmlns:p14="http://schemas.microsoft.com/office/powerpoint/2010/main" val="158574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685800"/>
            <a:ext cx="10515600" cy="520014"/>
          </a:xfrm>
          <a:prstGeom prst="rect">
            <a:avLst/>
          </a:prstGeom>
        </p:spPr>
        <p:txBody>
          <a:bodyPr vert="horz" wrap="square" lIns="0" tIns="12065" rIns="0" bIns="0" rtlCol="0" anchor="ctr">
            <a:spAutoFit/>
          </a:bodyPr>
          <a:lstStyle/>
          <a:p>
            <a:pPr marL="12700" marR="5080" indent="1292225">
              <a:lnSpc>
                <a:spcPct val="100000"/>
              </a:lnSpc>
              <a:spcBef>
                <a:spcPts val="95"/>
              </a:spcBef>
            </a:pPr>
            <a:r>
              <a:rPr b="0" spc="-5" dirty="0"/>
              <a:t>Phases of the </a:t>
            </a:r>
            <a:r>
              <a:rPr b="0" dirty="0">
                <a:latin typeface="Calibri"/>
                <a:cs typeface="Calibri"/>
              </a:rPr>
              <a:t> </a:t>
            </a:r>
            <a:r>
              <a:rPr b="0" spc="-5" dirty="0"/>
              <a:t>Decision‐Making</a:t>
            </a:r>
            <a:r>
              <a:rPr b="0" spc="-30" dirty="0"/>
              <a:t> </a:t>
            </a:r>
            <a:r>
              <a:rPr b="0" spc="-15" dirty="0"/>
              <a:t>Process</a:t>
            </a:r>
          </a:p>
        </p:txBody>
      </p:sp>
      <p:sp>
        <p:nvSpPr>
          <p:cNvPr id="3" name="object 3"/>
          <p:cNvSpPr txBox="1"/>
          <p:nvPr/>
        </p:nvSpPr>
        <p:spPr>
          <a:xfrm>
            <a:off x="990600" y="1524000"/>
            <a:ext cx="7279640" cy="4318000"/>
          </a:xfrm>
          <a:prstGeom prst="rect">
            <a:avLst/>
          </a:prstGeom>
        </p:spPr>
        <p:txBody>
          <a:bodyPr vert="horz" wrap="square" lIns="0" tIns="109855" rIns="0" bIns="0" rtlCol="0">
            <a:spAutoFit/>
          </a:bodyPr>
          <a:lstStyle/>
          <a:p>
            <a:pPr marL="355600" indent="-343535">
              <a:spcBef>
                <a:spcPts val="865"/>
              </a:spcBef>
              <a:buFont typeface="Arial MT"/>
              <a:buChar char="•"/>
              <a:tabLst>
                <a:tab pos="355600" algn="l"/>
                <a:tab pos="356235" algn="l"/>
              </a:tabLst>
            </a:pPr>
            <a:r>
              <a:rPr sz="3200" b="1" spc="-15" dirty="0">
                <a:latin typeface="Calibri"/>
                <a:cs typeface="Calibri"/>
              </a:rPr>
              <a:t>Intelligence </a:t>
            </a:r>
            <a:r>
              <a:rPr sz="3200" b="1" spc="-5" dirty="0">
                <a:latin typeface="Calibri"/>
                <a:cs typeface="Calibri"/>
              </a:rPr>
              <a:t>phase</a:t>
            </a:r>
            <a:endParaRPr sz="3200">
              <a:latin typeface="Calibri"/>
              <a:cs typeface="Calibri"/>
            </a:endParaRPr>
          </a:p>
          <a:p>
            <a:pPr marL="354965" marR="205740">
              <a:spcBef>
                <a:spcPts val="770"/>
              </a:spcBef>
            </a:pPr>
            <a:r>
              <a:rPr sz="3200" spc="-5" dirty="0">
                <a:latin typeface="Calibri"/>
                <a:cs typeface="Calibri"/>
              </a:rPr>
              <a:t>The initial</a:t>
            </a:r>
            <a:r>
              <a:rPr sz="3200" spc="25" dirty="0">
                <a:latin typeface="Calibri"/>
                <a:cs typeface="Calibri"/>
              </a:rPr>
              <a:t> </a:t>
            </a:r>
            <a:r>
              <a:rPr sz="3200" spc="-5" dirty="0">
                <a:latin typeface="Calibri"/>
                <a:cs typeface="Calibri"/>
              </a:rPr>
              <a:t>phase</a:t>
            </a:r>
            <a:r>
              <a:rPr sz="3200" spc="25" dirty="0">
                <a:latin typeface="Calibri"/>
                <a:cs typeface="Calibri"/>
              </a:rPr>
              <a:t> </a:t>
            </a:r>
            <a:r>
              <a:rPr sz="3200" spc="-5" dirty="0">
                <a:latin typeface="Calibri"/>
                <a:cs typeface="Calibri"/>
              </a:rPr>
              <a:t>of</a:t>
            </a:r>
            <a:r>
              <a:rPr sz="3200" spc="-10" dirty="0">
                <a:latin typeface="Calibri"/>
                <a:cs typeface="Calibri"/>
              </a:rPr>
              <a:t> </a:t>
            </a:r>
            <a:r>
              <a:rPr sz="3200" spc="-15" dirty="0">
                <a:latin typeface="Calibri"/>
                <a:cs typeface="Calibri"/>
              </a:rPr>
              <a:t>problem</a:t>
            </a:r>
            <a:r>
              <a:rPr sz="3200" spc="20" dirty="0">
                <a:latin typeface="Calibri"/>
                <a:cs typeface="Calibri"/>
              </a:rPr>
              <a:t> </a:t>
            </a:r>
            <a:r>
              <a:rPr sz="3200" spc="-5" dirty="0">
                <a:latin typeface="Calibri"/>
                <a:cs typeface="Calibri"/>
              </a:rPr>
              <a:t>definition</a:t>
            </a:r>
            <a:r>
              <a:rPr sz="3200" spc="25" dirty="0">
                <a:latin typeface="Calibri"/>
                <a:cs typeface="Calibri"/>
              </a:rPr>
              <a:t> </a:t>
            </a:r>
            <a:r>
              <a:rPr sz="3200" spc="-10" dirty="0">
                <a:latin typeface="Calibri"/>
                <a:cs typeface="Calibri"/>
              </a:rPr>
              <a:t>in </a:t>
            </a:r>
            <a:r>
              <a:rPr sz="3200" spc="-710" dirty="0">
                <a:latin typeface="Calibri"/>
                <a:cs typeface="Calibri"/>
              </a:rPr>
              <a:t> </a:t>
            </a:r>
            <a:r>
              <a:rPr sz="3200" spc="-10" dirty="0">
                <a:latin typeface="Calibri"/>
                <a:cs typeface="Calibri"/>
              </a:rPr>
              <a:t>decision</a:t>
            </a:r>
            <a:r>
              <a:rPr sz="3200" spc="20" dirty="0">
                <a:latin typeface="Calibri"/>
                <a:cs typeface="Calibri"/>
              </a:rPr>
              <a:t> </a:t>
            </a:r>
            <a:r>
              <a:rPr sz="3200" spc="-5" dirty="0">
                <a:latin typeface="Calibri"/>
                <a:cs typeface="Calibri"/>
              </a:rPr>
              <a:t>making</a:t>
            </a:r>
            <a:endParaRPr sz="3200">
              <a:latin typeface="Calibri"/>
              <a:cs typeface="Calibri"/>
            </a:endParaRPr>
          </a:p>
          <a:p>
            <a:pPr marL="354965" indent="-342900">
              <a:spcBef>
                <a:spcPts val="770"/>
              </a:spcBef>
              <a:buFont typeface="Arial MT"/>
              <a:buChar char="•"/>
              <a:tabLst>
                <a:tab pos="354965" algn="l"/>
                <a:tab pos="355600" algn="l"/>
              </a:tabLst>
            </a:pPr>
            <a:r>
              <a:rPr sz="3200" b="1" spc="-10" dirty="0">
                <a:latin typeface="Calibri"/>
                <a:cs typeface="Calibri"/>
              </a:rPr>
              <a:t>Design</a:t>
            </a:r>
            <a:r>
              <a:rPr sz="3200" b="1" spc="-40" dirty="0">
                <a:latin typeface="Calibri"/>
                <a:cs typeface="Calibri"/>
              </a:rPr>
              <a:t> </a:t>
            </a:r>
            <a:r>
              <a:rPr sz="3200" b="1" spc="-5" dirty="0">
                <a:latin typeface="Calibri"/>
                <a:cs typeface="Calibri"/>
              </a:rPr>
              <a:t>phase</a:t>
            </a:r>
            <a:endParaRPr sz="3200">
              <a:latin typeface="Calibri"/>
              <a:cs typeface="Calibri"/>
            </a:endParaRPr>
          </a:p>
          <a:p>
            <a:pPr marL="354965" marR="5080">
              <a:spcBef>
                <a:spcPts val="770"/>
              </a:spcBef>
            </a:pPr>
            <a:r>
              <a:rPr sz="3200" spc="-5" dirty="0">
                <a:latin typeface="Calibri"/>
                <a:cs typeface="Calibri"/>
              </a:rPr>
              <a:t>The</a:t>
            </a:r>
            <a:r>
              <a:rPr sz="3200" spc="-15" dirty="0">
                <a:latin typeface="Calibri"/>
                <a:cs typeface="Calibri"/>
              </a:rPr>
              <a:t> </a:t>
            </a:r>
            <a:r>
              <a:rPr sz="3200" spc="-10" dirty="0">
                <a:latin typeface="Calibri"/>
                <a:cs typeface="Calibri"/>
              </a:rPr>
              <a:t>second</a:t>
            </a:r>
            <a:r>
              <a:rPr sz="3200" dirty="0">
                <a:latin typeface="Calibri"/>
                <a:cs typeface="Calibri"/>
              </a:rPr>
              <a:t> </a:t>
            </a:r>
            <a:r>
              <a:rPr sz="3200" spc="-5" dirty="0">
                <a:latin typeface="Calibri"/>
                <a:cs typeface="Calibri"/>
              </a:rPr>
              <a:t>decision‐making</a:t>
            </a:r>
            <a:r>
              <a:rPr sz="3200" spc="10" dirty="0">
                <a:latin typeface="Calibri"/>
                <a:cs typeface="Calibri"/>
              </a:rPr>
              <a:t> </a:t>
            </a:r>
            <a:r>
              <a:rPr sz="3200" spc="-5" dirty="0">
                <a:latin typeface="Calibri"/>
                <a:cs typeface="Calibri"/>
              </a:rPr>
              <a:t>phase,</a:t>
            </a:r>
            <a:r>
              <a:rPr sz="3200" spc="20" dirty="0">
                <a:latin typeface="Calibri"/>
                <a:cs typeface="Calibri"/>
              </a:rPr>
              <a:t> </a:t>
            </a:r>
            <a:r>
              <a:rPr sz="3200" spc="-10" dirty="0">
                <a:latin typeface="Calibri"/>
                <a:cs typeface="Calibri"/>
              </a:rPr>
              <a:t>which </a:t>
            </a:r>
            <a:r>
              <a:rPr sz="3200" spc="-710" dirty="0">
                <a:latin typeface="Calibri"/>
                <a:cs typeface="Calibri"/>
              </a:rPr>
              <a:t> </a:t>
            </a:r>
            <a:r>
              <a:rPr sz="3200" spc="-20" dirty="0">
                <a:latin typeface="Calibri"/>
                <a:cs typeface="Calibri"/>
              </a:rPr>
              <a:t>involves</a:t>
            </a:r>
            <a:r>
              <a:rPr sz="3200" spc="15" dirty="0">
                <a:latin typeface="Calibri"/>
                <a:cs typeface="Calibri"/>
              </a:rPr>
              <a:t> </a:t>
            </a:r>
            <a:r>
              <a:rPr sz="3200" spc="-5" dirty="0">
                <a:latin typeface="Calibri"/>
                <a:cs typeface="Calibri"/>
              </a:rPr>
              <a:t>finding</a:t>
            </a:r>
            <a:r>
              <a:rPr sz="3200" spc="15" dirty="0">
                <a:latin typeface="Calibri"/>
                <a:cs typeface="Calibri"/>
              </a:rPr>
              <a:t> </a:t>
            </a:r>
            <a:r>
              <a:rPr sz="3200" spc="-10" dirty="0">
                <a:latin typeface="Calibri"/>
                <a:cs typeface="Calibri"/>
              </a:rPr>
              <a:t>possible</a:t>
            </a:r>
            <a:r>
              <a:rPr sz="3200" spc="25" dirty="0">
                <a:latin typeface="Calibri"/>
                <a:cs typeface="Calibri"/>
              </a:rPr>
              <a:t> </a:t>
            </a:r>
            <a:r>
              <a:rPr sz="3200" spc="-10" dirty="0">
                <a:latin typeface="Calibri"/>
                <a:cs typeface="Calibri"/>
              </a:rPr>
              <a:t>alternatives</a:t>
            </a:r>
            <a:r>
              <a:rPr sz="3200" spc="20" dirty="0">
                <a:latin typeface="Calibri"/>
                <a:cs typeface="Calibri"/>
              </a:rPr>
              <a:t> </a:t>
            </a:r>
            <a:r>
              <a:rPr sz="3200" spc="-10" dirty="0">
                <a:latin typeface="Calibri"/>
                <a:cs typeface="Calibri"/>
              </a:rPr>
              <a:t>in </a:t>
            </a:r>
            <a:r>
              <a:rPr sz="3200" spc="-5" dirty="0">
                <a:latin typeface="Calibri"/>
                <a:cs typeface="Calibri"/>
              </a:rPr>
              <a:t> </a:t>
            </a:r>
            <a:r>
              <a:rPr sz="3200" spc="-10" dirty="0">
                <a:latin typeface="Calibri"/>
                <a:cs typeface="Calibri"/>
              </a:rPr>
              <a:t>decision</a:t>
            </a:r>
            <a:r>
              <a:rPr sz="3200" spc="25" dirty="0">
                <a:latin typeface="Calibri"/>
                <a:cs typeface="Calibri"/>
              </a:rPr>
              <a:t> </a:t>
            </a:r>
            <a:r>
              <a:rPr sz="3200" spc="-5" dirty="0">
                <a:latin typeface="Calibri"/>
                <a:cs typeface="Calibri"/>
              </a:rPr>
              <a:t>making</a:t>
            </a:r>
            <a:r>
              <a:rPr sz="3200" spc="15" dirty="0">
                <a:latin typeface="Calibri"/>
                <a:cs typeface="Calibri"/>
              </a:rPr>
              <a:t> </a:t>
            </a:r>
            <a:r>
              <a:rPr sz="3200" spc="-5" dirty="0">
                <a:latin typeface="Calibri"/>
                <a:cs typeface="Calibri"/>
              </a:rPr>
              <a:t>and</a:t>
            </a:r>
            <a:r>
              <a:rPr sz="3200" spc="30" dirty="0">
                <a:latin typeface="Calibri"/>
                <a:cs typeface="Calibri"/>
              </a:rPr>
              <a:t> </a:t>
            </a:r>
            <a:r>
              <a:rPr sz="3200" spc="-10" dirty="0">
                <a:latin typeface="Calibri"/>
                <a:cs typeface="Calibri"/>
              </a:rPr>
              <a:t>assessing</a:t>
            </a:r>
            <a:r>
              <a:rPr sz="3200" spc="20" dirty="0">
                <a:latin typeface="Calibri"/>
                <a:cs typeface="Calibri"/>
              </a:rPr>
              <a:t> </a:t>
            </a:r>
            <a:r>
              <a:rPr sz="3200" spc="-10" dirty="0">
                <a:latin typeface="Calibri"/>
                <a:cs typeface="Calibri"/>
              </a:rPr>
              <a:t>their </a:t>
            </a:r>
            <a:r>
              <a:rPr sz="3200" spc="-5" dirty="0">
                <a:latin typeface="Calibri"/>
                <a:cs typeface="Calibri"/>
              </a:rPr>
              <a:t> </a:t>
            </a:r>
            <a:r>
              <a:rPr sz="3200" spc="-10" dirty="0">
                <a:latin typeface="Calibri"/>
                <a:cs typeface="Calibri"/>
              </a:rPr>
              <a:t>contributions</a:t>
            </a:r>
            <a:endParaRPr sz="32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5742" y="1540510"/>
            <a:ext cx="7675880" cy="3830320"/>
          </a:xfrm>
          <a:prstGeom prst="rect">
            <a:avLst/>
          </a:prstGeom>
        </p:spPr>
        <p:txBody>
          <a:bodyPr vert="horz" wrap="square" lIns="0" tIns="109855" rIns="0" bIns="0" rtlCol="0">
            <a:spAutoFit/>
          </a:bodyPr>
          <a:lstStyle/>
          <a:p>
            <a:pPr marL="354965" indent="-342900" algn="just">
              <a:spcBef>
                <a:spcPts val="865"/>
              </a:spcBef>
              <a:buFont typeface="Arial MT"/>
              <a:buChar char="•"/>
              <a:tabLst>
                <a:tab pos="355600" algn="l"/>
              </a:tabLst>
            </a:pPr>
            <a:r>
              <a:rPr sz="3200" b="1" spc="-10" dirty="0">
                <a:latin typeface="Calibri"/>
                <a:cs typeface="Calibri"/>
              </a:rPr>
              <a:t>Choice</a:t>
            </a:r>
            <a:r>
              <a:rPr sz="3200" b="1" spc="-15" dirty="0">
                <a:latin typeface="Calibri"/>
                <a:cs typeface="Calibri"/>
              </a:rPr>
              <a:t> </a:t>
            </a:r>
            <a:r>
              <a:rPr sz="3200" b="1" spc="-5" dirty="0">
                <a:latin typeface="Calibri"/>
                <a:cs typeface="Calibri"/>
              </a:rPr>
              <a:t>phase</a:t>
            </a:r>
            <a:endParaRPr sz="3200">
              <a:latin typeface="Calibri"/>
              <a:cs typeface="Calibri"/>
            </a:endParaRPr>
          </a:p>
          <a:p>
            <a:pPr marL="355600" marR="5080" indent="-635" algn="just">
              <a:spcBef>
                <a:spcPts val="770"/>
              </a:spcBef>
            </a:pPr>
            <a:r>
              <a:rPr sz="3200" spc="-5" dirty="0">
                <a:latin typeface="Calibri"/>
                <a:cs typeface="Calibri"/>
              </a:rPr>
              <a:t>The </a:t>
            </a:r>
            <a:r>
              <a:rPr sz="3200" spc="-15" dirty="0">
                <a:latin typeface="Calibri"/>
                <a:cs typeface="Calibri"/>
              </a:rPr>
              <a:t>third </a:t>
            </a:r>
            <a:r>
              <a:rPr sz="3200" spc="-5" dirty="0">
                <a:latin typeface="Calibri"/>
                <a:cs typeface="Calibri"/>
              </a:rPr>
              <a:t>phase in </a:t>
            </a:r>
            <a:r>
              <a:rPr sz="3200" spc="-10" dirty="0">
                <a:latin typeface="Calibri"/>
                <a:cs typeface="Calibri"/>
              </a:rPr>
              <a:t>decision </a:t>
            </a:r>
            <a:r>
              <a:rPr sz="3200" dirty="0">
                <a:latin typeface="Calibri"/>
                <a:cs typeface="Calibri"/>
              </a:rPr>
              <a:t>making, </a:t>
            </a:r>
            <a:r>
              <a:rPr sz="3200" spc="-5" dirty="0">
                <a:latin typeface="Calibri"/>
                <a:cs typeface="Calibri"/>
              </a:rPr>
              <a:t>in </a:t>
            </a:r>
            <a:r>
              <a:rPr sz="3200" spc="-10" dirty="0">
                <a:latin typeface="Calibri"/>
                <a:cs typeface="Calibri"/>
              </a:rPr>
              <a:t>which </a:t>
            </a:r>
            <a:r>
              <a:rPr sz="3200" spc="-710" dirty="0">
                <a:latin typeface="Calibri"/>
                <a:cs typeface="Calibri"/>
              </a:rPr>
              <a:t> </a:t>
            </a:r>
            <a:r>
              <a:rPr sz="3200" spc="-5" dirty="0">
                <a:latin typeface="Calibri"/>
                <a:cs typeface="Calibri"/>
              </a:rPr>
              <a:t>an</a:t>
            </a:r>
            <a:r>
              <a:rPr sz="3200" dirty="0">
                <a:latin typeface="Calibri"/>
                <a:cs typeface="Calibri"/>
              </a:rPr>
              <a:t> </a:t>
            </a:r>
            <a:r>
              <a:rPr sz="3200" spc="-10" dirty="0">
                <a:latin typeface="Calibri"/>
                <a:cs typeface="Calibri"/>
              </a:rPr>
              <a:t>alternative</a:t>
            </a:r>
            <a:r>
              <a:rPr sz="3200" spc="10" dirty="0">
                <a:latin typeface="Calibri"/>
                <a:cs typeface="Calibri"/>
              </a:rPr>
              <a:t> </a:t>
            </a:r>
            <a:r>
              <a:rPr sz="3200" spc="-5" dirty="0">
                <a:latin typeface="Calibri"/>
                <a:cs typeface="Calibri"/>
              </a:rPr>
              <a:t>is</a:t>
            </a:r>
            <a:r>
              <a:rPr sz="3200" spc="5" dirty="0">
                <a:latin typeface="Calibri"/>
                <a:cs typeface="Calibri"/>
              </a:rPr>
              <a:t> </a:t>
            </a:r>
            <a:r>
              <a:rPr sz="3200" spc="-10" dirty="0">
                <a:latin typeface="Calibri"/>
                <a:cs typeface="Calibri"/>
              </a:rPr>
              <a:t>selected</a:t>
            </a:r>
            <a:endParaRPr sz="3200">
              <a:latin typeface="Calibri"/>
              <a:cs typeface="Calibri"/>
            </a:endParaRPr>
          </a:p>
          <a:p>
            <a:pPr marL="356235" indent="-343535" algn="just">
              <a:spcBef>
                <a:spcPts val="770"/>
              </a:spcBef>
              <a:buFont typeface="Arial MT"/>
              <a:buChar char="•"/>
              <a:tabLst>
                <a:tab pos="356870" algn="l"/>
              </a:tabLst>
            </a:pPr>
            <a:r>
              <a:rPr sz="3200" b="1" spc="-10" dirty="0">
                <a:latin typeface="Calibri"/>
                <a:cs typeface="Calibri"/>
              </a:rPr>
              <a:t>Implementation</a:t>
            </a:r>
            <a:r>
              <a:rPr sz="3200" b="1" spc="-50" dirty="0">
                <a:latin typeface="Calibri"/>
                <a:cs typeface="Calibri"/>
              </a:rPr>
              <a:t> </a:t>
            </a:r>
            <a:r>
              <a:rPr sz="3200" b="1" spc="-5" dirty="0">
                <a:latin typeface="Calibri"/>
                <a:cs typeface="Calibri"/>
              </a:rPr>
              <a:t>phase</a:t>
            </a:r>
            <a:endParaRPr sz="3200">
              <a:latin typeface="Calibri"/>
              <a:cs typeface="Calibri"/>
            </a:endParaRPr>
          </a:p>
          <a:p>
            <a:pPr marL="355600" marR="48260" algn="just">
              <a:spcBef>
                <a:spcPts val="770"/>
              </a:spcBef>
            </a:pPr>
            <a:r>
              <a:rPr sz="3200" spc="-5" dirty="0">
                <a:latin typeface="Calibri"/>
                <a:cs typeface="Calibri"/>
              </a:rPr>
              <a:t>The </a:t>
            </a:r>
            <a:r>
              <a:rPr sz="3200" spc="-15" dirty="0">
                <a:latin typeface="Calibri"/>
                <a:cs typeface="Calibri"/>
              </a:rPr>
              <a:t>fourth </a:t>
            </a:r>
            <a:r>
              <a:rPr sz="3200" spc="-5" dirty="0">
                <a:latin typeface="Calibri"/>
                <a:cs typeface="Calibri"/>
              </a:rPr>
              <a:t>decision‐making phase, </a:t>
            </a:r>
            <a:r>
              <a:rPr sz="3200" spc="-15" dirty="0">
                <a:latin typeface="Calibri"/>
                <a:cs typeface="Calibri"/>
              </a:rPr>
              <a:t>involving </a:t>
            </a:r>
            <a:r>
              <a:rPr sz="3200" spc="-710" dirty="0">
                <a:latin typeface="Calibri"/>
                <a:cs typeface="Calibri"/>
              </a:rPr>
              <a:t> </a:t>
            </a:r>
            <a:r>
              <a:rPr sz="3200" spc="-10" dirty="0">
                <a:latin typeface="Calibri"/>
                <a:cs typeface="Calibri"/>
              </a:rPr>
              <a:t>actually putting </a:t>
            </a:r>
            <a:r>
              <a:rPr sz="3200" spc="-5" dirty="0">
                <a:latin typeface="Calibri"/>
                <a:cs typeface="Calibri"/>
              </a:rPr>
              <a:t>a </a:t>
            </a:r>
            <a:r>
              <a:rPr sz="3200" spc="-15" dirty="0">
                <a:latin typeface="Calibri"/>
                <a:cs typeface="Calibri"/>
              </a:rPr>
              <a:t>recommended </a:t>
            </a:r>
            <a:r>
              <a:rPr sz="3200" spc="-5" dirty="0">
                <a:latin typeface="Calibri"/>
                <a:cs typeface="Calibri"/>
              </a:rPr>
              <a:t>solution </a:t>
            </a:r>
            <a:r>
              <a:rPr sz="3200" spc="-35" dirty="0">
                <a:latin typeface="Calibri"/>
                <a:cs typeface="Calibri"/>
              </a:rPr>
              <a:t>to </a:t>
            </a:r>
            <a:r>
              <a:rPr sz="3200" spc="-710" dirty="0">
                <a:latin typeface="Calibri"/>
                <a:cs typeface="Calibri"/>
              </a:rPr>
              <a:t> </a:t>
            </a:r>
            <a:r>
              <a:rPr sz="3200" spc="-10" dirty="0">
                <a:latin typeface="Calibri"/>
                <a:cs typeface="Calibri"/>
              </a:rPr>
              <a:t>work</a:t>
            </a:r>
            <a:endParaRPr sz="3200">
              <a:latin typeface="Calibri"/>
              <a:cs typeface="Calibri"/>
            </a:endParaRPr>
          </a:p>
        </p:txBody>
      </p:sp>
      <p:sp>
        <p:nvSpPr>
          <p:cNvPr id="7" name="object 2">
            <a:extLst>
              <a:ext uri="{FF2B5EF4-FFF2-40B4-BE49-F238E27FC236}">
                <a16:creationId xmlns:a16="http://schemas.microsoft.com/office/drawing/2014/main" id="{C2CC682A-6E96-D446-8F4C-4F898CA02F4A}"/>
              </a:ext>
            </a:extLst>
          </p:cNvPr>
          <p:cNvSpPr txBox="1">
            <a:spLocks noGrp="1"/>
          </p:cNvSpPr>
          <p:nvPr>
            <p:ph type="title"/>
          </p:nvPr>
        </p:nvSpPr>
        <p:spPr>
          <a:xfrm>
            <a:off x="228600" y="685800"/>
            <a:ext cx="10515600" cy="520014"/>
          </a:xfrm>
          <a:prstGeom prst="rect">
            <a:avLst/>
          </a:prstGeom>
        </p:spPr>
        <p:txBody>
          <a:bodyPr vert="horz" wrap="square" lIns="0" tIns="12065" rIns="0" bIns="0" rtlCol="0" anchor="ctr">
            <a:spAutoFit/>
          </a:bodyPr>
          <a:lstStyle/>
          <a:p>
            <a:pPr marL="12700" marR="5080" indent="1292225">
              <a:lnSpc>
                <a:spcPct val="100000"/>
              </a:lnSpc>
              <a:spcBef>
                <a:spcPts val="95"/>
              </a:spcBef>
            </a:pPr>
            <a:r>
              <a:rPr b="0" spc="-5" dirty="0"/>
              <a:t>Phases of the </a:t>
            </a:r>
            <a:r>
              <a:rPr b="0" dirty="0">
                <a:latin typeface="Calibri"/>
                <a:cs typeface="Calibri"/>
              </a:rPr>
              <a:t> </a:t>
            </a:r>
            <a:r>
              <a:rPr b="0" spc="-5" dirty="0"/>
              <a:t>Decision‐Making</a:t>
            </a:r>
            <a:r>
              <a:rPr b="0" spc="-30" dirty="0"/>
              <a:t> </a:t>
            </a:r>
            <a:r>
              <a:rPr b="0" spc="-15" dirty="0"/>
              <a:t>Process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490" y="743320"/>
            <a:ext cx="10515600" cy="520014"/>
          </a:xfrm>
          <a:prstGeom prst="rect">
            <a:avLst/>
          </a:prstGeom>
        </p:spPr>
        <p:txBody>
          <a:bodyPr vert="horz" wrap="square" lIns="0" tIns="12065" rIns="0" bIns="0" rtlCol="0" anchor="ctr">
            <a:spAutoFit/>
          </a:bodyPr>
          <a:lstStyle/>
          <a:p>
            <a:pPr marL="246379" marR="5080" indent="591820">
              <a:lnSpc>
                <a:spcPct val="100000"/>
              </a:lnSpc>
              <a:spcBef>
                <a:spcPts val="95"/>
              </a:spcBef>
            </a:pPr>
            <a:r>
              <a:rPr spc="-10" dirty="0"/>
              <a:t>Decision </a:t>
            </a:r>
            <a:r>
              <a:rPr spc="-5" dirty="0"/>
              <a:t>Making: </a:t>
            </a:r>
            <a:r>
              <a:rPr dirty="0"/>
              <a:t> </a:t>
            </a:r>
            <a:r>
              <a:rPr spc="-5" dirty="0">
                <a:solidFill>
                  <a:srgbClr val="FF0000"/>
                </a:solidFill>
              </a:rPr>
              <a:t>The</a:t>
            </a:r>
            <a:r>
              <a:rPr spc="-25" dirty="0">
                <a:solidFill>
                  <a:srgbClr val="FF0000"/>
                </a:solidFill>
              </a:rPr>
              <a:t> </a:t>
            </a:r>
            <a:r>
              <a:rPr spc="-20" dirty="0">
                <a:solidFill>
                  <a:srgbClr val="FF0000"/>
                </a:solidFill>
              </a:rPr>
              <a:t>Intelligence</a:t>
            </a:r>
            <a:r>
              <a:rPr spc="-10" dirty="0">
                <a:solidFill>
                  <a:srgbClr val="FF0000"/>
                </a:solidFill>
              </a:rPr>
              <a:t> Phase</a:t>
            </a:r>
          </a:p>
        </p:txBody>
      </p:sp>
      <p:sp>
        <p:nvSpPr>
          <p:cNvPr id="3" name="object 3"/>
          <p:cNvSpPr txBox="1"/>
          <p:nvPr/>
        </p:nvSpPr>
        <p:spPr>
          <a:xfrm>
            <a:off x="1143000" y="1531113"/>
            <a:ext cx="10210800" cy="5005858"/>
          </a:xfrm>
          <a:prstGeom prst="rect">
            <a:avLst/>
          </a:prstGeom>
        </p:spPr>
        <p:txBody>
          <a:bodyPr vert="horz" wrap="square" lIns="0" tIns="12065" rIns="0" bIns="0" rtlCol="0" anchor="t">
            <a:spAutoFit/>
          </a:bodyPr>
          <a:lstStyle/>
          <a:p>
            <a:pPr marL="526415" marR="5080" indent="-514350">
              <a:spcBef>
                <a:spcPts val="95"/>
              </a:spcBef>
              <a:buFont typeface="+mj-lt"/>
              <a:buAutoNum type="arabicPeriod"/>
              <a:tabLst>
                <a:tab pos="354965" algn="l"/>
                <a:tab pos="355600" algn="l"/>
              </a:tabLst>
            </a:pPr>
            <a:r>
              <a:rPr lang="en-US" sz="3200" spc="-15" dirty="0">
                <a:solidFill>
                  <a:srgbClr val="FF0000"/>
                </a:solidFill>
                <a:latin typeface="Calibri"/>
                <a:cs typeface="Calibri"/>
              </a:rPr>
              <a:t>Problem</a:t>
            </a:r>
            <a:r>
              <a:rPr lang="en-US" sz="3200" spc="20" dirty="0">
                <a:solidFill>
                  <a:srgbClr val="FF0000"/>
                </a:solidFill>
                <a:latin typeface="Calibri"/>
                <a:cs typeface="Calibri"/>
              </a:rPr>
              <a:t> </a:t>
            </a:r>
            <a:r>
              <a:rPr lang="en-US" sz="3200" spc="-5" dirty="0">
                <a:solidFill>
                  <a:srgbClr val="FF0000"/>
                </a:solidFill>
                <a:latin typeface="Calibri"/>
                <a:cs typeface="Calibri"/>
              </a:rPr>
              <a:t>(or</a:t>
            </a:r>
            <a:r>
              <a:rPr lang="en-US" sz="3200" spc="10" dirty="0">
                <a:solidFill>
                  <a:srgbClr val="FF0000"/>
                </a:solidFill>
                <a:latin typeface="Calibri"/>
                <a:cs typeface="Calibri"/>
              </a:rPr>
              <a:t> </a:t>
            </a:r>
            <a:r>
              <a:rPr lang="en-US" sz="3200" spc="-5" dirty="0">
                <a:solidFill>
                  <a:srgbClr val="FF0000"/>
                </a:solidFill>
                <a:latin typeface="Calibri"/>
                <a:cs typeface="Calibri"/>
              </a:rPr>
              <a:t>opportunity)</a:t>
            </a:r>
            <a:r>
              <a:rPr lang="en-US" sz="3200" spc="50" dirty="0">
                <a:solidFill>
                  <a:srgbClr val="FF0000"/>
                </a:solidFill>
                <a:latin typeface="Calibri"/>
                <a:cs typeface="Calibri"/>
              </a:rPr>
              <a:t> </a:t>
            </a:r>
            <a:r>
              <a:rPr lang="en-US" sz="3200" spc="-10" dirty="0">
                <a:solidFill>
                  <a:srgbClr val="FF0000"/>
                </a:solidFill>
                <a:latin typeface="Calibri"/>
                <a:cs typeface="Calibri"/>
              </a:rPr>
              <a:t>identification:</a:t>
            </a:r>
            <a:r>
              <a:rPr lang="en-US" sz="3200" spc="35" dirty="0">
                <a:solidFill>
                  <a:srgbClr val="FF0000"/>
                </a:solidFill>
                <a:latin typeface="Calibri"/>
                <a:cs typeface="Calibri"/>
              </a:rPr>
              <a:t> </a:t>
            </a:r>
            <a:r>
              <a:rPr lang="en-US" sz="3200" spc="-5" dirty="0">
                <a:solidFill>
                  <a:srgbClr val="FF0000"/>
                </a:solidFill>
                <a:latin typeface="Calibri"/>
                <a:cs typeface="Calibri"/>
              </a:rPr>
              <a:t>some </a:t>
            </a:r>
            <a:r>
              <a:rPr lang="en-US" sz="3200" spc="-705" dirty="0">
                <a:solidFill>
                  <a:srgbClr val="FF0000"/>
                </a:solidFill>
                <a:latin typeface="Calibri"/>
                <a:cs typeface="Calibri"/>
              </a:rPr>
              <a:t> </a:t>
            </a:r>
            <a:r>
              <a:rPr lang="en-US" sz="3200" spc="-5" dirty="0">
                <a:solidFill>
                  <a:srgbClr val="FF0000"/>
                </a:solidFill>
                <a:latin typeface="Calibri"/>
                <a:cs typeface="Calibri"/>
              </a:rPr>
              <a:t>issues</a:t>
            </a:r>
            <a:r>
              <a:rPr lang="en-US" sz="3200" spc="10" dirty="0">
                <a:solidFill>
                  <a:srgbClr val="FF0000"/>
                </a:solidFill>
                <a:latin typeface="Calibri"/>
                <a:cs typeface="Calibri"/>
              </a:rPr>
              <a:t> </a:t>
            </a:r>
            <a:r>
              <a:rPr lang="en-US" sz="3200" spc="-10" dirty="0">
                <a:solidFill>
                  <a:srgbClr val="FF0000"/>
                </a:solidFill>
                <a:latin typeface="Calibri"/>
                <a:cs typeface="Calibri"/>
              </a:rPr>
              <a:t>that</a:t>
            </a:r>
            <a:r>
              <a:rPr lang="en-US" sz="3200" spc="10" dirty="0">
                <a:solidFill>
                  <a:srgbClr val="FF0000"/>
                </a:solidFill>
                <a:latin typeface="Calibri"/>
                <a:cs typeface="Calibri"/>
              </a:rPr>
              <a:t> </a:t>
            </a:r>
            <a:r>
              <a:rPr lang="en-US" sz="3200" spc="-25" dirty="0">
                <a:solidFill>
                  <a:srgbClr val="FF0000"/>
                </a:solidFill>
                <a:latin typeface="Calibri"/>
                <a:cs typeface="Calibri"/>
              </a:rPr>
              <a:t>may</a:t>
            </a:r>
            <a:r>
              <a:rPr lang="en-US" sz="3200" spc="10" dirty="0">
                <a:solidFill>
                  <a:srgbClr val="FF0000"/>
                </a:solidFill>
                <a:latin typeface="Calibri"/>
                <a:cs typeface="Calibri"/>
              </a:rPr>
              <a:t> </a:t>
            </a:r>
            <a:r>
              <a:rPr lang="en-US" sz="3200" spc="-5" dirty="0">
                <a:solidFill>
                  <a:srgbClr val="FF0000"/>
                </a:solidFill>
                <a:latin typeface="Calibri"/>
                <a:cs typeface="Calibri"/>
              </a:rPr>
              <a:t>arise</a:t>
            </a:r>
            <a:r>
              <a:rPr lang="en-US" sz="3200" spc="10" dirty="0">
                <a:solidFill>
                  <a:srgbClr val="FF0000"/>
                </a:solidFill>
                <a:latin typeface="Calibri"/>
                <a:cs typeface="Calibri"/>
              </a:rPr>
              <a:t> </a:t>
            </a:r>
            <a:r>
              <a:rPr lang="en-US" sz="3200" spc="-5" dirty="0">
                <a:solidFill>
                  <a:srgbClr val="FF0000"/>
                </a:solidFill>
                <a:latin typeface="Calibri"/>
                <a:cs typeface="Calibri"/>
              </a:rPr>
              <a:t>during</a:t>
            </a:r>
            <a:r>
              <a:rPr lang="en-US" sz="3200" spc="25" dirty="0">
                <a:solidFill>
                  <a:srgbClr val="FF0000"/>
                </a:solidFill>
                <a:latin typeface="Calibri"/>
                <a:cs typeface="Calibri"/>
              </a:rPr>
              <a:t> </a:t>
            </a:r>
            <a:r>
              <a:rPr lang="en-US" sz="3200" spc="-25" dirty="0">
                <a:solidFill>
                  <a:srgbClr val="FF0000"/>
                </a:solidFill>
                <a:latin typeface="Calibri"/>
                <a:cs typeface="Calibri"/>
              </a:rPr>
              <a:t>data</a:t>
            </a:r>
            <a:r>
              <a:rPr lang="en-US" sz="3200" spc="20" dirty="0">
                <a:solidFill>
                  <a:srgbClr val="FF0000"/>
                </a:solidFill>
                <a:latin typeface="Calibri"/>
                <a:cs typeface="Calibri"/>
              </a:rPr>
              <a:t> </a:t>
            </a:r>
            <a:r>
              <a:rPr lang="en-US" sz="3200" spc="-10" dirty="0">
                <a:solidFill>
                  <a:srgbClr val="FF0000"/>
                </a:solidFill>
                <a:latin typeface="Calibri"/>
                <a:cs typeface="Calibri"/>
              </a:rPr>
              <a:t>collection</a:t>
            </a:r>
            <a:endParaRPr lang="en-US" sz="3200" dirty="0">
              <a:solidFill>
                <a:srgbClr val="FF0000"/>
              </a:solidFill>
              <a:latin typeface="Calibri"/>
              <a:cs typeface="Calibri"/>
            </a:endParaRPr>
          </a:p>
          <a:p>
            <a:pPr marL="755650" lvl="1" indent="-285750">
              <a:spcBef>
                <a:spcPts val="700"/>
              </a:spcBef>
              <a:buFont typeface="Arial MT"/>
              <a:buChar char="–"/>
              <a:tabLst>
                <a:tab pos="755650" algn="l"/>
              </a:tabLst>
            </a:pPr>
            <a:r>
              <a:rPr lang="en-US" sz="2000" spc="-20" dirty="0">
                <a:latin typeface="Calibri"/>
                <a:cs typeface="Calibri"/>
              </a:rPr>
              <a:t>Data </a:t>
            </a:r>
            <a:r>
              <a:rPr lang="en-US" sz="2000" spc="-15" dirty="0">
                <a:latin typeface="Calibri"/>
                <a:cs typeface="Calibri"/>
              </a:rPr>
              <a:t>are</a:t>
            </a:r>
            <a:r>
              <a:rPr lang="en-US" sz="2000" spc="-20" dirty="0">
                <a:latin typeface="Calibri"/>
                <a:cs typeface="Calibri"/>
              </a:rPr>
              <a:t> </a:t>
            </a:r>
            <a:r>
              <a:rPr lang="en-US" sz="2000" spc="-5" dirty="0">
                <a:latin typeface="Calibri"/>
                <a:cs typeface="Calibri"/>
              </a:rPr>
              <a:t>not</a:t>
            </a:r>
            <a:r>
              <a:rPr lang="en-US" sz="2000" dirty="0">
                <a:latin typeface="Calibri"/>
                <a:cs typeface="Calibri"/>
              </a:rPr>
              <a:t> </a:t>
            </a:r>
            <a:r>
              <a:rPr lang="en-US" sz="2000" spc="-15" dirty="0">
                <a:latin typeface="Calibri"/>
                <a:cs typeface="Calibri"/>
              </a:rPr>
              <a:t>available</a:t>
            </a:r>
            <a:endParaRPr lang="en-US" sz="2000" dirty="0">
              <a:latin typeface="Calibri"/>
              <a:cs typeface="Calibri"/>
            </a:endParaRPr>
          </a:p>
          <a:p>
            <a:pPr marL="756285" lvl="1" indent="-286385">
              <a:spcBef>
                <a:spcPts val="675"/>
              </a:spcBef>
              <a:buFont typeface="Arial MT"/>
              <a:buChar char="–"/>
              <a:tabLst>
                <a:tab pos="756920" algn="l"/>
              </a:tabLst>
            </a:pPr>
            <a:r>
              <a:rPr lang="en-US" sz="2000" spc="-10" dirty="0">
                <a:latin typeface="Calibri"/>
                <a:cs typeface="Calibri"/>
              </a:rPr>
              <a:t>Obtaining</a:t>
            </a:r>
            <a:r>
              <a:rPr lang="en-US" sz="2000" spc="-5" dirty="0">
                <a:latin typeface="Calibri"/>
                <a:cs typeface="Calibri"/>
              </a:rPr>
              <a:t> </a:t>
            </a:r>
            <a:r>
              <a:rPr lang="en-US" sz="2000" spc="-20" dirty="0">
                <a:latin typeface="Calibri"/>
                <a:cs typeface="Calibri"/>
              </a:rPr>
              <a:t>data</a:t>
            </a:r>
            <a:r>
              <a:rPr lang="en-US" sz="2000" dirty="0">
                <a:latin typeface="Calibri"/>
                <a:cs typeface="Calibri"/>
              </a:rPr>
              <a:t> </a:t>
            </a:r>
            <a:r>
              <a:rPr lang="en-US" sz="2000" spc="-20" dirty="0">
                <a:latin typeface="Calibri"/>
                <a:cs typeface="Calibri"/>
              </a:rPr>
              <a:t>may</a:t>
            </a:r>
            <a:r>
              <a:rPr lang="en-US" sz="2000" spc="-10" dirty="0">
                <a:latin typeface="Calibri"/>
                <a:cs typeface="Calibri"/>
              </a:rPr>
              <a:t> </a:t>
            </a:r>
            <a:r>
              <a:rPr lang="en-US" sz="2000" spc="-5" dirty="0">
                <a:latin typeface="Calibri"/>
                <a:cs typeface="Calibri"/>
              </a:rPr>
              <a:t>be</a:t>
            </a:r>
            <a:r>
              <a:rPr lang="en-US" sz="2000" dirty="0">
                <a:latin typeface="Calibri"/>
                <a:cs typeface="Calibri"/>
              </a:rPr>
              <a:t> </a:t>
            </a:r>
            <a:r>
              <a:rPr lang="en-US" sz="2000" spc="-15" dirty="0">
                <a:latin typeface="Calibri"/>
                <a:cs typeface="Calibri"/>
              </a:rPr>
              <a:t>expensive</a:t>
            </a:r>
            <a:endParaRPr lang="en-US" sz="2000" dirty="0">
              <a:latin typeface="Calibri"/>
              <a:cs typeface="Calibri"/>
            </a:endParaRPr>
          </a:p>
          <a:p>
            <a:pPr marL="756285" lvl="1" indent="-286385">
              <a:spcBef>
                <a:spcPts val="670"/>
              </a:spcBef>
              <a:buFont typeface="Arial MT"/>
              <a:buChar char="–"/>
              <a:tabLst>
                <a:tab pos="756920" algn="l"/>
              </a:tabLst>
            </a:pPr>
            <a:r>
              <a:rPr lang="en-US" sz="2000" spc="-20" dirty="0">
                <a:latin typeface="Calibri"/>
                <a:cs typeface="Calibri"/>
              </a:rPr>
              <a:t>Data</a:t>
            </a:r>
            <a:r>
              <a:rPr lang="en-US" sz="2000" spc="-10" dirty="0">
                <a:latin typeface="Calibri"/>
                <a:cs typeface="Calibri"/>
              </a:rPr>
              <a:t> </a:t>
            </a:r>
            <a:r>
              <a:rPr lang="en-US" sz="2000" spc="-20" dirty="0">
                <a:latin typeface="Calibri"/>
                <a:cs typeface="Calibri"/>
              </a:rPr>
              <a:t>may</a:t>
            </a:r>
            <a:r>
              <a:rPr lang="en-US" sz="2000" spc="-5" dirty="0">
                <a:latin typeface="Calibri"/>
                <a:cs typeface="Calibri"/>
              </a:rPr>
              <a:t> not</a:t>
            </a:r>
            <a:r>
              <a:rPr lang="en-US" sz="2000" spc="5" dirty="0">
                <a:latin typeface="Calibri"/>
                <a:cs typeface="Calibri"/>
              </a:rPr>
              <a:t> </a:t>
            </a:r>
            <a:r>
              <a:rPr lang="en-US" sz="2000" spc="-5" dirty="0">
                <a:latin typeface="Calibri"/>
                <a:cs typeface="Calibri"/>
              </a:rPr>
              <a:t>be</a:t>
            </a:r>
            <a:r>
              <a:rPr lang="en-US" sz="2000" dirty="0">
                <a:latin typeface="Calibri"/>
                <a:cs typeface="Calibri"/>
              </a:rPr>
              <a:t> </a:t>
            </a:r>
            <a:r>
              <a:rPr lang="en-US" sz="2000" spc="-20" dirty="0">
                <a:latin typeface="Calibri"/>
                <a:cs typeface="Calibri"/>
              </a:rPr>
              <a:t>accurate</a:t>
            </a:r>
            <a:r>
              <a:rPr lang="en-US" sz="2000" spc="-5" dirty="0">
                <a:latin typeface="Calibri"/>
                <a:cs typeface="Calibri"/>
              </a:rPr>
              <a:t> or</a:t>
            </a:r>
            <a:r>
              <a:rPr lang="en-US" sz="2000" spc="5" dirty="0">
                <a:latin typeface="Calibri"/>
                <a:cs typeface="Calibri"/>
              </a:rPr>
              <a:t> </a:t>
            </a:r>
            <a:r>
              <a:rPr lang="en-US" sz="2000" spc="-10" dirty="0">
                <a:latin typeface="Calibri"/>
                <a:cs typeface="Calibri"/>
              </a:rPr>
              <a:t>precise </a:t>
            </a:r>
            <a:r>
              <a:rPr lang="en-US" sz="2000" spc="-5" dirty="0">
                <a:latin typeface="Calibri"/>
                <a:cs typeface="Calibri"/>
              </a:rPr>
              <a:t>enough</a:t>
            </a:r>
            <a:endParaRPr lang="en-US" sz="2000" dirty="0">
              <a:latin typeface="Calibri"/>
              <a:cs typeface="Calibri"/>
            </a:endParaRPr>
          </a:p>
          <a:p>
            <a:pPr marL="756920" lvl="1" indent="-286385">
              <a:spcBef>
                <a:spcPts val="675"/>
              </a:spcBef>
              <a:buFont typeface="Arial MT"/>
              <a:buChar char="–"/>
              <a:tabLst>
                <a:tab pos="757555" algn="l"/>
              </a:tabLst>
            </a:pPr>
            <a:r>
              <a:rPr lang="en-US" sz="2000" spc="-20" dirty="0">
                <a:latin typeface="Calibri"/>
                <a:cs typeface="Calibri"/>
              </a:rPr>
              <a:t>Data</a:t>
            </a:r>
            <a:r>
              <a:rPr lang="en-US" sz="2000" spc="-10" dirty="0">
                <a:latin typeface="Calibri"/>
                <a:cs typeface="Calibri"/>
              </a:rPr>
              <a:t> estimation</a:t>
            </a:r>
            <a:r>
              <a:rPr lang="en-US" sz="2000" spc="-25" dirty="0">
                <a:latin typeface="Calibri"/>
                <a:cs typeface="Calibri"/>
              </a:rPr>
              <a:t> </a:t>
            </a:r>
            <a:r>
              <a:rPr lang="en-US" sz="2000" spc="-5" dirty="0">
                <a:latin typeface="Calibri"/>
                <a:cs typeface="Calibri"/>
              </a:rPr>
              <a:t>is </a:t>
            </a:r>
            <a:r>
              <a:rPr lang="en-US" sz="2000" spc="-10" dirty="0">
                <a:latin typeface="Calibri"/>
                <a:cs typeface="Calibri"/>
              </a:rPr>
              <a:t>often</a:t>
            </a:r>
            <a:r>
              <a:rPr lang="en-US" sz="2000" dirty="0">
                <a:latin typeface="Calibri"/>
                <a:cs typeface="Calibri"/>
              </a:rPr>
              <a:t> </a:t>
            </a:r>
            <a:r>
              <a:rPr lang="en-US" sz="2000" spc="-10" dirty="0">
                <a:latin typeface="Calibri"/>
                <a:cs typeface="Calibri"/>
              </a:rPr>
              <a:t>subjective</a:t>
            </a:r>
            <a:endParaRPr lang="en-US" sz="2000" dirty="0">
              <a:latin typeface="Calibri"/>
              <a:cs typeface="Calibri"/>
            </a:endParaRPr>
          </a:p>
          <a:p>
            <a:pPr marL="756920" lvl="1" indent="-286385">
              <a:spcBef>
                <a:spcPts val="670"/>
              </a:spcBef>
              <a:buFont typeface="Arial MT"/>
              <a:buChar char="–"/>
              <a:tabLst>
                <a:tab pos="757555" algn="l"/>
              </a:tabLst>
            </a:pPr>
            <a:r>
              <a:rPr lang="en-US" sz="2000" spc="-20" dirty="0">
                <a:latin typeface="Calibri"/>
                <a:cs typeface="Calibri"/>
              </a:rPr>
              <a:t>Data may</a:t>
            </a:r>
            <a:r>
              <a:rPr lang="en-US" sz="2000" spc="-15" dirty="0">
                <a:latin typeface="Calibri"/>
                <a:cs typeface="Calibri"/>
              </a:rPr>
              <a:t> </a:t>
            </a:r>
            <a:r>
              <a:rPr lang="en-US" sz="2000" spc="-5" dirty="0">
                <a:latin typeface="Calibri"/>
                <a:cs typeface="Calibri"/>
              </a:rPr>
              <a:t>be</a:t>
            </a:r>
            <a:r>
              <a:rPr lang="en-US" sz="2000" spc="-15" dirty="0">
                <a:latin typeface="Calibri"/>
                <a:cs typeface="Calibri"/>
              </a:rPr>
              <a:t> </a:t>
            </a:r>
            <a:r>
              <a:rPr lang="en-US" sz="2000" spc="-10" dirty="0">
                <a:latin typeface="Calibri"/>
                <a:cs typeface="Calibri"/>
              </a:rPr>
              <a:t>insecure</a:t>
            </a:r>
            <a:endParaRPr lang="en-US" sz="2000" dirty="0">
              <a:latin typeface="Calibri"/>
              <a:cs typeface="Calibri"/>
            </a:endParaRPr>
          </a:p>
          <a:p>
            <a:pPr marL="755650" lvl="1" indent="-285750">
              <a:spcBef>
                <a:spcPts val="700"/>
              </a:spcBef>
              <a:buFont typeface="Arial MT"/>
              <a:buChar char="–"/>
              <a:tabLst>
                <a:tab pos="755650" algn="l"/>
              </a:tabLst>
            </a:pPr>
            <a:r>
              <a:rPr lang="en-US" sz="2000" spc="-10" dirty="0">
                <a:latin typeface="Calibri"/>
                <a:cs typeface="Calibri"/>
              </a:rPr>
              <a:t>Important</a:t>
            </a:r>
            <a:r>
              <a:rPr lang="en-US" sz="2000" spc="-15" dirty="0">
                <a:latin typeface="Calibri"/>
                <a:cs typeface="Calibri"/>
              </a:rPr>
              <a:t> </a:t>
            </a:r>
            <a:r>
              <a:rPr lang="en-US" sz="2000" spc="-20" dirty="0">
                <a:latin typeface="Calibri"/>
                <a:cs typeface="Calibri"/>
              </a:rPr>
              <a:t>data</a:t>
            </a:r>
            <a:r>
              <a:rPr lang="en-US" sz="2000" spc="5" dirty="0">
                <a:latin typeface="Calibri"/>
                <a:cs typeface="Calibri"/>
              </a:rPr>
              <a:t> </a:t>
            </a:r>
            <a:r>
              <a:rPr lang="en-US" sz="2000" spc="-10" dirty="0">
                <a:latin typeface="Calibri"/>
                <a:cs typeface="Calibri"/>
              </a:rPr>
              <a:t>that</a:t>
            </a:r>
            <a:r>
              <a:rPr lang="en-US" sz="2000" spc="10" dirty="0">
                <a:latin typeface="Calibri"/>
                <a:cs typeface="Calibri"/>
              </a:rPr>
              <a:t> </a:t>
            </a:r>
            <a:r>
              <a:rPr lang="en-US" sz="2000" spc="-10" dirty="0">
                <a:latin typeface="Calibri"/>
                <a:cs typeface="Calibri"/>
              </a:rPr>
              <a:t>influence</a:t>
            </a:r>
            <a:r>
              <a:rPr lang="en-US" sz="2000" dirty="0">
                <a:latin typeface="Calibri"/>
                <a:cs typeface="Calibri"/>
              </a:rPr>
              <a:t> </a:t>
            </a:r>
            <a:r>
              <a:rPr lang="en-US" sz="2000" spc="-5" dirty="0">
                <a:latin typeface="Calibri"/>
                <a:cs typeface="Calibri"/>
              </a:rPr>
              <a:t>the</a:t>
            </a:r>
            <a:r>
              <a:rPr lang="en-US" sz="2000" spc="10" dirty="0">
                <a:latin typeface="Calibri"/>
                <a:cs typeface="Calibri"/>
              </a:rPr>
              <a:t> </a:t>
            </a:r>
            <a:r>
              <a:rPr lang="en-US" sz="2000" spc="-10" dirty="0">
                <a:latin typeface="Calibri"/>
                <a:cs typeface="Calibri"/>
              </a:rPr>
              <a:t>results</a:t>
            </a:r>
            <a:r>
              <a:rPr lang="en-US" sz="2000" spc="10" dirty="0">
                <a:latin typeface="Calibri"/>
                <a:cs typeface="Calibri"/>
              </a:rPr>
              <a:t> </a:t>
            </a:r>
            <a:r>
              <a:rPr lang="en-US" sz="2000" spc="-20" dirty="0">
                <a:latin typeface="Calibri"/>
                <a:cs typeface="Calibri"/>
              </a:rPr>
              <a:t>may</a:t>
            </a:r>
            <a:r>
              <a:rPr lang="en-US" sz="2000" spc="-5" dirty="0">
                <a:latin typeface="Calibri"/>
                <a:cs typeface="Calibri"/>
              </a:rPr>
              <a:t> be </a:t>
            </a:r>
            <a:r>
              <a:rPr lang="en-US" sz="2000" spc="-620" dirty="0">
                <a:latin typeface="Calibri"/>
                <a:cs typeface="Calibri"/>
              </a:rPr>
              <a:t> I </a:t>
            </a:r>
            <a:r>
              <a:rPr lang="en-US" sz="2000" spc="-15" dirty="0">
                <a:latin typeface="Calibri"/>
                <a:cs typeface="Calibri"/>
              </a:rPr>
              <a:t>information</a:t>
            </a:r>
            <a:r>
              <a:rPr lang="en-US" sz="2000" spc="-35" dirty="0">
                <a:latin typeface="Calibri"/>
                <a:cs typeface="Calibri"/>
              </a:rPr>
              <a:t> </a:t>
            </a:r>
            <a:r>
              <a:rPr lang="en-US" sz="2000" spc="-10" dirty="0">
                <a:latin typeface="Calibri"/>
                <a:cs typeface="Calibri"/>
              </a:rPr>
              <a:t>overload</a:t>
            </a:r>
            <a:endParaRPr lang="en-US" sz="2000" dirty="0">
              <a:latin typeface="Calibri"/>
              <a:cs typeface="Calibri"/>
            </a:endParaRPr>
          </a:p>
          <a:p>
            <a:pPr marL="755650" marR="885825" lvl="1" indent="-285750">
              <a:spcBef>
                <a:spcPts val="675"/>
              </a:spcBef>
              <a:buFont typeface="Arial MT"/>
              <a:buChar char="–"/>
              <a:tabLst>
                <a:tab pos="755650" algn="l"/>
              </a:tabLst>
            </a:pPr>
            <a:r>
              <a:rPr lang="en-US" sz="2000" spc="-15" dirty="0">
                <a:latin typeface="Calibri"/>
                <a:cs typeface="Calibri"/>
              </a:rPr>
              <a:t>Outcomes</a:t>
            </a:r>
            <a:r>
              <a:rPr lang="en-US" sz="2000" spc="5" dirty="0">
                <a:latin typeface="Calibri"/>
                <a:cs typeface="Calibri"/>
              </a:rPr>
              <a:t> </a:t>
            </a:r>
            <a:r>
              <a:rPr lang="en-US" sz="2000" spc="-5" dirty="0">
                <a:latin typeface="Calibri"/>
                <a:cs typeface="Calibri"/>
              </a:rPr>
              <a:t>(or</a:t>
            </a:r>
            <a:r>
              <a:rPr lang="en-US" sz="2000" spc="10" dirty="0">
                <a:latin typeface="Calibri"/>
                <a:cs typeface="Calibri"/>
              </a:rPr>
              <a:t> </a:t>
            </a:r>
            <a:r>
              <a:rPr lang="en-US" sz="2000" spc="-10" dirty="0">
                <a:latin typeface="Calibri"/>
                <a:cs typeface="Calibri"/>
              </a:rPr>
              <a:t>results)</a:t>
            </a:r>
            <a:r>
              <a:rPr lang="en-US" sz="2000" dirty="0">
                <a:latin typeface="Calibri"/>
                <a:cs typeface="Calibri"/>
              </a:rPr>
              <a:t> </a:t>
            </a:r>
            <a:r>
              <a:rPr lang="en-US" sz="2000" spc="-20" dirty="0">
                <a:latin typeface="Calibri"/>
                <a:cs typeface="Calibri"/>
              </a:rPr>
              <a:t>may</a:t>
            </a:r>
            <a:r>
              <a:rPr lang="en-US" sz="2000" dirty="0">
                <a:latin typeface="Calibri"/>
                <a:cs typeface="Calibri"/>
              </a:rPr>
              <a:t> </a:t>
            </a:r>
            <a:r>
              <a:rPr lang="en-US" sz="2000" spc="-5" dirty="0">
                <a:latin typeface="Calibri"/>
                <a:cs typeface="Calibri"/>
              </a:rPr>
              <a:t>occur</a:t>
            </a:r>
            <a:r>
              <a:rPr lang="en-US" sz="2000" spc="20" dirty="0">
                <a:latin typeface="Calibri"/>
                <a:cs typeface="Calibri"/>
              </a:rPr>
              <a:t> </a:t>
            </a:r>
            <a:r>
              <a:rPr lang="en-US" sz="2000" spc="-15" dirty="0">
                <a:latin typeface="Calibri"/>
                <a:cs typeface="Calibri"/>
              </a:rPr>
              <a:t>over</a:t>
            </a:r>
            <a:r>
              <a:rPr lang="en-US" sz="2000" spc="-5" dirty="0">
                <a:latin typeface="Calibri"/>
                <a:cs typeface="Calibri"/>
              </a:rPr>
              <a:t> </a:t>
            </a:r>
            <a:r>
              <a:rPr lang="en-US" sz="2000" dirty="0">
                <a:latin typeface="Calibri"/>
                <a:cs typeface="Calibri"/>
              </a:rPr>
              <a:t>an</a:t>
            </a:r>
            <a:r>
              <a:rPr lang="en-US" sz="2000" spc="5" dirty="0">
                <a:latin typeface="Calibri"/>
                <a:cs typeface="Calibri"/>
              </a:rPr>
              <a:t> </a:t>
            </a:r>
            <a:r>
              <a:rPr lang="en-US" sz="2000" spc="-15" dirty="0">
                <a:latin typeface="Calibri"/>
                <a:cs typeface="Calibri"/>
              </a:rPr>
              <a:t>extended </a:t>
            </a:r>
            <a:r>
              <a:rPr lang="en-US" sz="2000" spc="-620" dirty="0">
                <a:latin typeface="Calibri"/>
                <a:cs typeface="Calibri"/>
              </a:rPr>
              <a:t> </a:t>
            </a:r>
            <a:r>
              <a:rPr lang="en-US" sz="2000" spc="-5" dirty="0">
                <a:latin typeface="Calibri"/>
                <a:cs typeface="Calibri"/>
              </a:rPr>
              <a:t>period</a:t>
            </a:r>
            <a:endParaRPr lang="en-US" sz="2000" dirty="0">
              <a:latin typeface="Calibri"/>
              <a:cs typeface="Calibri"/>
            </a:endParaRPr>
          </a:p>
          <a:p>
            <a:pPr marL="755015" marR="5080" lvl="1" indent="-285750">
              <a:spcBef>
                <a:spcPts val="670"/>
              </a:spcBef>
              <a:buFont typeface="Arial MT"/>
              <a:buChar char="–"/>
              <a:tabLst>
                <a:tab pos="755650" algn="l"/>
              </a:tabLst>
            </a:pPr>
            <a:r>
              <a:rPr lang="en-US" sz="2000" dirty="0">
                <a:latin typeface="Calibri"/>
                <a:cs typeface="Calibri"/>
              </a:rPr>
              <a:t>If</a:t>
            </a:r>
            <a:r>
              <a:rPr lang="en-US" sz="2000" spc="-15" dirty="0">
                <a:latin typeface="Calibri"/>
                <a:cs typeface="Calibri"/>
              </a:rPr>
              <a:t> </a:t>
            </a:r>
            <a:r>
              <a:rPr lang="en-US" sz="2000" spc="-10" dirty="0">
                <a:latin typeface="Calibri"/>
                <a:cs typeface="Calibri"/>
              </a:rPr>
              <a:t>future</a:t>
            </a:r>
            <a:r>
              <a:rPr lang="en-US" sz="2000" spc="-5" dirty="0">
                <a:latin typeface="Calibri"/>
                <a:cs typeface="Calibri"/>
              </a:rPr>
              <a:t> </a:t>
            </a:r>
            <a:r>
              <a:rPr lang="en-US" sz="2000" spc="-20" dirty="0">
                <a:latin typeface="Calibri"/>
                <a:cs typeface="Calibri"/>
              </a:rPr>
              <a:t>data</a:t>
            </a:r>
            <a:r>
              <a:rPr lang="en-US" sz="2000" dirty="0">
                <a:latin typeface="Calibri"/>
                <a:cs typeface="Calibri"/>
              </a:rPr>
              <a:t> </a:t>
            </a:r>
            <a:r>
              <a:rPr lang="en-US" sz="2000" spc="-5" dirty="0">
                <a:latin typeface="Calibri"/>
                <a:cs typeface="Calibri"/>
              </a:rPr>
              <a:t>is</a:t>
            </a:r>
            <a:r>
              <a:rPr lang="en-US" sz="2000" spc="5" dirty="0">
                <a:latin typeface="Calibri"/>
                <a:cs typeface="Calibri"/>
              </a:rPr>
              <a:t> </a:t>
            </a:r>
            <a:r>
              <a:rPr lang="en-US" sz="2000" spc="-5" dirty="0">
                <a:latin typeface="Calibri"/>
                <a:cs typeface="Calibri"/>
              </a:rPr>
              <a:t>not</a:t>
            </a:r>
            <a:r>
              <a:rPr lang="en-US" sz="2000" spc="10" dirty="0">
                <a:latin typeface="Calibri"/>
                <a:cs typeface="Calibri"/>
              </a:rPr>
              <a:t> </a:t>
            </a:r>
            <a:r>
              <a:rPr lang="en-US" sz="2000" spc="-15" dirty="0">
                <a:latin typeface="Calibri"/>
                <a:cs typeface="Calibri"/>
              </a:rPr>
              <a:t>consistent</a:t>
            </a:r>
            <a:r>
              <a:rPr lang="en-US" sz="2000" spc="15" dirty="0">
                <a:latin typeface="Calibri"/>
                <a:cs typeface="Calibri"/>
              </a:rPr>
              <a:t> </a:t>
            </a:r>
            <a:r>
              <a:rPr lang="en-US" sz="2000" spc="-5" dirty="0">
                <a:latin typeface="Calibri"/>
                <a:cs typeface="Calibri"/>
              </a:rPr>
              <a:t>with</a:t>
            </a:r>
            <a:r>
              <a:rPr lang="en-US" sz="2000" dirty="0">
                <a:latin typeface="Calibri"/>
                <a:cs typeface="Calibri"/>
              </a:rPr>
              <a:t> </a:t>
            </a:r>
            <a:r>
              <a:rPr lang="en-US" sz="2000" spc="-15" dirty="0">
                <a:latin typeface="Calibri"/>
                <a:cs typeface="Calibri"/>
              </a:rPr>
              <a:t>historical</a:t>
            </a:r>
            <a:r>
              <a:rPr lang="en-US" sz="2000" dirty="0">
                <a:latin typeface="Calibri"/>
                <a:cs typeface="Calibri"/>
              </a:rPr>
              <a:t> </a:t>
            </a:r>
            <a:r>
              <a:rPr lang="en-US" sz="2000" spc="-15" dirty="0">
                <a:latin typeface="Calibri"/>
                <a:cs typeface="Calibri"/>
              </a:rPr>
              <a:t>data,</a:t>
            </a:r>
            <a:r>
              <a:rPr lang="en-US" sz="2000" dirty="0">
                <a:latin typeface="Calibri"/>
                <a:cs typeface="Calibri"/>
              </a:rPr>
              <a:t> </a:t>
            </a:r>
            <a:r>
              <a:rPr lang="en-US" sz="2000" spc="-5" dirty="0">
                <a:latin typeface="Calibri"/>
                <a:cs typeface="Calibri"/>
              </a:rPr>
              <a:t>the </a:t>
            </a:r>
            <a:r>
              <a:rPr lang="en-US" sz="2000" dirty="0">
                <a:latin typeface="Calibri"/>
                <a:cs typeface="Calibri"/>
              </a:rPr>
              <a:t> </a:t>
            </a:r>
            <a:r>
              <a:rPr lang="en-US" sz="2000" spc="-15" dirty="0">
                <a:latin typeface="Calibri"/>
                <a:cs typeface="Calibri"/>
              </a:rPr>
              <a:t>nature</a:t>
            </a:r>
            <a:r>
              <a:rPr lang="en-US" sz="2000" spc="-10" dirty="0">
                <a:latin typeface="Calibri"/>
                <a:cs typeface="Calibri"/>
              </a:rPr>
              <a:t> </a:t>
            </a:r>
            <a:r>
              <a:rPr lang="en-US" sz="2000" spc="-5" dirty="0">
                <a:latin typeface="Calibri"/>
                <a:cs typeface="Calibri"/>
              </a:rPr>
              <a:t>of</a:t>
            </a:r>
            <a:r>
              <a:rPr lang="en-US" sz="2000" spc="5" dirty="0">
                <a:latin typeface="Calibri"/>
                <a:cs typeface="Calibri"/>
              </a:rPr>
              <a:t> </a:t>
            </a:r>
            <a:r>
              <a:rPr lang="en-US" sz="2000" spc="-5" dirty="0">
                <a:latin typeface="Calibri"/>
                <a:cs typeface="Calibri"/>
              </a:rPr>
              <a:t>the</a:t>
            </a:r>
            <a:r>
              <a:rPr lang="en-US" sz="2000" spc="5" dirty="0">
                <a:latin typeface="Calibri"/>
                <a:cs typeface="Calibri"/>
              </a:rPr>
              <a:t> </a:t>
            </a:r>
            <a:r>
              <a:rPr lang="en-US" sz="2000" spc="-10" dirty="0">
                <a:latin typeface="Calibri"/>
                <a:cs typeface="Calibri"/>
              </a:rPr>
              <a:t>change</a:t>
            </a:r>
            <a:r>
              <a:rPr lang="en-US" sz="2000" dirty="0">
                <a:latin typeface="Calibri"/>
                <a:cs typeface="Calibri"/>
              </a:rPr>
              <a:t> </a:t>
            </a:r>
            <a:r>
              <a:rPr lang="en-US" sz="2000" spc="-5" dirty="0">
                <a:latin typeface="Calibri"/>
                <a:cs typeface="Calibri"/>
              </a:rPr>
              <a:t>has</a:t>
            </a:r>
            <a:r>
              <a:rPr lang="en-US" sz="2000" spc="10" dirty="0">
                <a:latin typeface="Calibri"/>
                <a:cs typeface="Calibri"/>
              </a:rPr>
              <a:t> </a:t>
            </a:r>
            <a:r>
              <a:rPr lang="en-US" sz="2000" spc="-20" dirty="0">
                <a:latin typeface="Calibri"/>
                <a:cs typeface="Calibri"/>
              </a:rPr>
              <a:t>to</a:t>
            </a:r>
            <a:r>
              <a:rPr lang="en-US" sz="2000" spc="5" dirty="0">
                <a:latin typeface="Calibri"/>
                <a:cs typeface="Calibri"/>
              </a:rPr>
              <a:t> </a:t>
            </a:r>
            <a:r>
              <a:rPr lang="en-US" sz="2000" spc="-5" dirty="0">
                <a:latin typeface="Calibri"/>
                <a:cs typeface="Calibri"/>
              </a:rPr>
              <a:t>be</a:t>
            </a:r>
            <a:r>
              <a:rPr lang="en-US" sz="2000" spc="5" dirty="0">
                <a:latin typeface="Calibri"/>
                <a:cs typeface="Calibri"/>
              </a:rPr>
              <a:t> </a:t>
            </a:r>
            <a:r>
              <a:rPr lang="en-US" sz="2000" spc="-15" dirty="0">
                <a:latin typeface="Calibri"/>
                <a:cs typeface="Calibri"/>
              </a:rPr>
              <a:t>predicted</a:t>
            </a:r>
            <a:r>
              <a:rPr lang="en-US" sz="2000" dirty="0">
                <a:latin typeface="Calibri"/>
                <a:cs typeface="Calibri"/>
              </a:rPr>
              <a:t> </a:t>
            </a:r>
            <a:r>
              <a:rPr lang="en-US" sz="2000" spc="-5" dirty="0">
                <a:latin typeface="Calibri"/>
                <a:cs typeface="Calibri"/>
              </a:rPr>
              <a:t>and</a:t>
            </a:r>
            <a:r>
              <a:rPr lang="en-US" sz="2000" spc="10" dirty="0">
                <a:latin typeface="Calibri"/>
                <a:cs typeface="Calibri"/>
              </a:rPr>
              <a:t> </a:t>
            </a:r>
            <a:r>
              <a:rPr lang="en-US" sz="2000" spc="-5" dirty="0">
                <a:latin typeface="Calibri"/>
                <a:cs typeface="Calibri"/>
              </a:rPr>
              <a:t>included</a:t>
            </a:r>
            <a:r>
              <a:rPr lang="en-US" sz="2000" spc="25" dirty="0">
                <a:latin typeface="Calibri"/>
                <a:cs typeface="Calibri"/>
              </a:rPr>
              <a:t> </a:t>
            </a:r>
            <a:r>
              <a:rPr lang="en-US" sz="2000" spc="-5" dirty="0">
                <a:latin typeface="Calibri"/>
                <a:cs typeface="Calibri"/>
              </a:rPr>
              <a:t>in </a:t>
            </a:r>
            <a:r>
              <a:rPr lang="en-US" sz="2000" spc="-620" dirty="0">
                <a:latin typeface="Calibri"/>
                <a:cs typeface="Calibri"/>
              </a:rPr>
              <a:t> </a:t>
            </a:r>
            <a:r>
              <a:rPr lang="en-US" sz="2000" spc="-5" dirty="0">
                <a:latin typeface="Calibri"/>
                <a:cs typeface="Calibri"/>
              </a:rPr>
              <a:t>the </a:t>
            </a:r>
            <a:r>
              <a:rPr lang="en-US" sz="2000" spc="-10" dirty="0">
                <a:latin typeface="Calibri"/>
                <a:cs typeface="Calibri"/>
              </a:rPr>
              <a:t>analysis</a:t>
            </a:r>
            <a:endParaRPr lang="en-US" sz="2000" dirty="0">
              <a:latin typeface="Calibri"/>
              <a:cs typeface="Calibri"/>
            </a:endParaRPr>
          </a:p>
          <a:p>
            <a:pPr marL="471170" marR="133985" lvl="1">
              <a:spcBef>
                <a:spcPts val="670"/>
              </a:spcBef>
              <a:tabLst>
                <a:tab pos="758190" algn="l"/>
              </a:tabLst>
            </a:pPr>
            <a:endParaRPr lang="en-US" sz="2800" dirty="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95400" y="1752600"/>
            <a:ext cx="8023859" cy="4425570"/>
          </a:xfrm>
          <a:prstGeom prst="rect">
            <a:avLst/>
          </a:prstGeom>
        </p:spPr>
        <p:txBody>
          <a:bodyPr vert="horz" wrap="square" lIns="0" tIns="97790" rIns="0" bIns="0" rtlCol="0">
            <a:spAutoFit/>
          </a:bodyPr>
          <a:lstStyle/>
          <a:p>
            <a:pPr marL="526415" indent="-514350" algn="just">
              <a:spcBef>
                <a:spcPts val="770"/>
              </a:spcBef>
              <a:buFont typeface="+mj-lt"/>
              <a:buAutoNum type="arabicPeriod" startAt="2"/>
              <a:tabLst>
                <a:tab pos="356235" algn="l"/>
              </a:tabLst>
            </a:pPr>
            <a:r>
              <a:rPr sz="2800" b="1" spc="-5" dirty="0">
                <a:solidFill>
                  <a:srgbClr val="FF0000"/>
                </a:solidFill>
                <a:latin typeface="Calibri"/>
                <a:cs typeface="Calibri"/>
              </a:rPr>
              <a:t>Problem</a:t>
            </a:r>
            <a:r>
              <a:rPr sz="2800" b="1" spc="-45" dirty="0">
                <a:solidFill>
                  <a:srgbClr val="FF0000"/>
                </a:solidFill>
                <a:latin typeface="Calibri"/>
                <a:cs typeface="Calibri"/>
              </a:rPr>
              <a:t> </a:t>
            </a:r>
            <a:r>
              <a:rPr sz="2800" b="1" spc="-10" dirty="0">
                <a:solidFill>
                  <a:srgbClr val="FF0000"/>
                </a:solidFill>
                <a:latin typeface="Calibri"/>
                <a:cs typeface="Calibri"/>
              </a:rPr>
              <a:t>classification</a:t>
            </a:r>
            <a:endParaRPr sz="2800" dirty="0">
              <a:solidFill>
                <a:srgbClr val="FF0000"/>
              </a:solidFill>
              <a:latin typeface="Calibri"/>
              <a:cs typeface="Calibri"/>
            </a:endParaRPr>
          </a:p>
          <a:p>
            <a:pPr marL="355600" marR="155575" indent="-635" algn="just">
              <a:spcBef>
                <a:spcPts val="670"/>
              </a:spcBef>
            </a:pPr>
            <a:r>
              <a:rPr sz="2800" spc="-5" dirty="0">
                <a:latin typeface="Calibri"/>
                <a:cs typeface="Calibri"/>
              </a:rPr>
              <a:t>The </a:t>
            </a:r>
            <a:r>
              <a:rPr sz="2800" spc="-10" dirty="0">
                <a:latin typeface="Calibri"/>
                <a:cs typeface="Calibri"/>
              </a:rPr>
              <a:t>conceptualization </a:t>
            </a:r>
            <a:r>
              <a:rPr sz="2800" spc="-5" dirty="0">
                <a:latin typeface="Calibri"/>
                <a:cs typeface="Calibri"/>
              </a:rPr>
              <a:t>of </a:t>
            </a:r>
            <a:r>
              <a:rPr sz="2800" dirty="0">
                <a:latin typeface="Calibri"/>
                <a:cs typeface="Calibri"/>
              </a:rPr>
              <a:t>a </a:t>
            </a:r>
            <a:r>
              <a:rPr sz="2800" spc="-10" dirty="0">
                <a:latin typeface="Calibri"/>
                <a:cs typeface="Calibri"/>
              </a:rPr>
              <a:t>problem </a:t>
            </a:r>
            <a:r>
              <a:rPr sz="2800" spc="-5" dirty="0">
                <a:latin typeface="Calibri"/>
                <a:cs typeface="Calibri"/>
              </a:rPr>
              <a:t>in </a:t>
            </a:r>
            <a:r>
              <a:rPr sz="2800" dirty="0">
                <a:latin typeface="Calibri"/>
                <a:cs typeface="Calibri"/>
              </a:rPr>
              <a:t>an </a:t>
            </a:r>
            <a:r>
              <a:rPr sz="2800" spc="-20" dirty="0">
                <a:latin typeface="Calibri"/>
                <a:cs typeface="Calibri"/>
              </a:rPr>
              <a:t>attempt </a:t>
            </a:r>
            <a:r>
              <a:rPr sz="2800" spc="-35" dirty="0">
                <a:latin typeface="Calibri"/>
                <a:cs typeface="Calibri"/>
              </a:rPr>
              <a:t>to </a:t>
            </a:r>
            <a:r>
              <a:rPr sz="2800" spc="-620" dirty="0">
                <a:latin typeface="Calibri"/>
                <a:cs typeface="Calibri"/>
              </a:rPr>
              <a:t> </a:t>
            </a:r>
            <a:r>
              <a:rPr sz="2800" spc="-5" dirty="0">
                <a:latin typeface="Calibri"/>
                <a:cs typeface="Calibri"/>
              </a:rPr>
              <a:t>place it in </a:t>
            </a:r>
            <a:r>
              <a:rPr sz="2800" dirty="0">
                <a:latin typeface="Calibri"/>
                <a:cs typeface="Calibri"/>
              </a:rPr>
              <a:t>a </a:t>
            </a:r>
            <a:r>
              <a:rPr sz="2800" spc="-10" dirty="0">
                <a:latin typeface="Calibri"/>
                <a:cs typeface="Calibri"/>
              </a:rPr>
              <a:t>definable </a:t>
            </a:r>
            <a:r>
              <a:rPr sz="2800" spc="-35" dirty="0">
                <a:latin typeface="Calibri"/>
                <a:cs typeface="Calibri"/>
              </a:rPr>
              <a:t>category, </a:t>
            </a:r>
            <a:r>
              <a:rPr sz="2800" spc="-5" dirty="0">
                <a:latin typeface="Calibri"/>
                <a:cs typeface="Calibri"/>
              </a:rPr>
              <a:t>possibly leading </a:t>
            </a:r>
            <a:r>
              <a:rPr sz="2800" spc="-20" dirty="0">
                <a:latin typeface="Calibri"/>
                <a:cs typeface="Calibri"/>
              </a:rPr>
              <a:t>to </a:t>
            </a:r>
            <a:r>
              <a:rPr sz="2800" dirty="0">
                <a:latin typeface="Calibri"/>
                <a:cs typeface="Calibri"/>
              </a:rPr>
              <a:t>a </a:t>
            </a:r>
            <a:r>
              <a:rPr sz="2800" spc="-620" dirty="0">
                <a:latin typeface="Calibri"/>
                <a:cs typeface="Calibri"/>
              </a:rPr>
              <a:t> </a:t>
            </a:r>
            <a:r>
              <a:rPr sz="2800" spc="-15" dirty="0">
                <a:latin typeface="Calibri"/>
                <a:cs typeface="Calibri"/>
              </a:rPr>
              <a:t>standard</a:t>
            </a:r>
            <a:r>
              <a:rPr sz="2800" spc="-10" dirty="0">
                <a:latin typeface="Calibri"/>
                <a:cs typeface="Calibri"/>
              </a:rPr>
              <a:t> </a:t>
            </a:r>
            <a:r>
              <a:rPr sz="2800" spc="-5" dirty="0">
                <a:latin typeface="Calibri"/>
                <a:cs typeface="Calibri"/>
              </a:rPr>
              <a:t>solution</a:t>
            </a:r>
            <a:r>
              <a:rPr sz="2800" spc="5" dirty="0">
                <a:latin typeface="Calibri"/>
                <a:cs typeface="Calibri"/>
              </a:rPr>
              <a:t> </a:t>
            </a:r>
            <a:r>
              <a:rPr sz="2800" spc="-10" dirty="0">
                <a:latin typeface="Calibri"/>
                <a:cs typeface="Calibri"/>
              </a:rPr>
              <a:t>approach</a:t>
            </a:r>
            <a:endParaRPr sz="2800" dirty="0">
              <a:latin typeface="Calibri"/>
              <a:cs typeface="Calibri"/>
            </a:endParaRPr>
          </a:p>
          <a:p>
            <a:pPr marL="527050" indent="-514350" algn="just">
              <a:spcBef>
                <a:spcPts val="675"/>
              </a:spcBef>
              <a:buFont typeface="+mj-lt"/>
              <a:buAutoNum type="arabicPeriod" startAt="3"/>
              <a:tabLst>
                <a:tab pos="356870" algn="l"/>
              </a:tabLst>
            </a:pPr>
            <a:r>
              <a:rPr sz="2800" b="1" spc="-5" dirty="0">
                <a:solidFill>
                  <a:srgbClr val="FF0000"/>
                </a:solidFill>
                <a:latin typeface="Calibri"/>
                <a:cs typeface="Calibri"/>
              </a:rPr>
              <a:t>Problem</a:t>
            </a:r>
            <a:r>
              <a:rPr sz="2800" b="1" spc="-45" dirty="0">
                <a:solidFill>
                  <a:srgbClr val="FF0000"/>
                </a:solidFill>
                <a:latin typeface="Calibri"/>
                <a:cs typeface="Calibri"/>
              </a:rPr>
              <a:t> </a:t>
            </a:r>
            <a:r>
              <a:rPr sz="2800" b="1" spc="-5" dirty="0">
                <a:solidFill>
                  <a:srgbClr val="FF0000"/>
                </a:solidFill>
                <a:latin typeface="Calibri"/>
                <a:cs typeface="Calibri"/>
              </a:rPr>
              <a:t>decomposition</a:t>
            </a:r>
            <a:endParaRPr sz="2800" dirty="0">
              <a:solidFill>
                <a:srgbClr val="FF0000"/>
              </a:solidFill>
              <a:latin typeface="Calibri"/>
              <a:cs typeface="Calibri"/>
            </a:endParaRPr>
          </a:p>
          <a:p>
            <a:pPr marL="356235" marR="5080" algn="just">
              <a:spcBef>
                <a:spcPts val="670"/>
              </a:spcBef>
            </a:pPr>
            <a:r>
              <a:rPr sz="2800" spc="-5" dirty="0">
                <a:latin typeface="Calibri"/>
                <a:cs typeface="Calibri"/>
              </a:rPr>
              <a:t>Dividing </a:t>
            </a:r>
            <a:r>
              <a:rPr sz="2800" spc="-15" dirty="0">
                <a:latin typeface="Calibri"/>
                <a:cs typeface="Calibri"/>
              </a:rPr>
              <a:t>complex </a:t>
            </a:r>
            <a:r>
              <a:rPr sz="2800" spc="-10" dirty="0">
                <a:latin typeface="Calibri"/>
                <a:cs typeface="Calibri"/>
              </a:rPr>
              <a:t>problems </a:t>
            </a:r>
            <a:r>
              <a:rPr sz="2800" spc="-20" dirty="0">
                <a:latin typeface="Calibri"/>
                <a:cs typeface="Calibri"/>
              </a:rPr>
              <a:t>into </a:t>
            </a:r>
            <a:r>
              <a:rPr sz="2800" spc="-5" dirty="0">
                <a:latin typeface="Calibri"/>
                <a:cs typeface="Calibri"/>
              </a:rPr>
              <a:t>simpler </a:t>
            </a:r>
            <a:r>
              <a:rPr sz="2800" spc="-10" dirty="0">
                <a:latin typeface="Calibri"/>
                <a:cs typeface="Calibri"/>
              </a:rPr>
              <a:t>subproblems </a:t>
            </a:r>
            <a:r>
              <a:rPr sz="2800" spc="-620" dirty="0">
                <a:latin typeface="Calibri"/>
                <a:cs typeface="Calibri"/>
              </a:rPr>
              <a:t> </a:t>
            </a:r>
            <a:r>
              <a:rPr sz="2800" spc="-20" dirty="0">
                <a:latin typeface="Calibri"/>
                <a:cs typeface="Calibri"/>
              </a:rPr>
              <a:t>may</a:t>
            </a:r>
            <a:r>
              <a:rPr sz="2800" spc="-15" dirty="0">
                <a:latin typeface="Calibri"/>
                <a:cs typeface="Calibri"/>
              </a:rPr>
              <a:t> </a:t>
            </a:r>
            <a:r>
              <a:rPr sz="2800" spc="-5" dirty="0">
                <a:latin typeface="Calibri"/>
                <a:cs typeface="Calibri"/>
              </a:rPr>
              <a:t>help</a:t>
            </a:r>
            <a:r>
              <a:rPr sz="2800" dirty="0">
                <a:latin typeface="Calibri"/>
                <a:cs typeface="Calibri"/>
              </a:rPr>
              <a:t> </a:t>
            </a:r>
            <a:r>
              <a:rPr sz="2800" spc="-5" dirty="0">
                <a:latin typeface="Calibri"/>
                <a:cs typeface="Calibri"/>
              </a:rPr>
              <a:t>in</a:t>
            </a:r>
            <a:r>
              <a:rPr sz="2800" spc="5" dirty="0">
                <a:latin typeface="Calibri"/>
                <a:cs typeface="Calibri"/>
              </a:rPr>
              <a:t> </a:t>
            </a:r>
            <a:r>
              <a:rPr sz="2800" spc="-5" dirty="0">
                <a:latin typeface="Calibri"/>
                <a:cs typeface="Calibri"/>
              </a:rPr>
              <a:t>solving</a:t>
            </a:r>
            <a:r>
              <a:rPr sz="2800" spc="-10" dirty="0">
                <a:latin typeface="Calibri"/>
                <a:cs typeface="Calibri"/>
              </a:rPr>
              <a:t> </a:t>
            </a:r>
            <a:r>
              <a:rPr sz="2800" spc="-5" dirty="0">
                <a:latin typeface="Calibri"/>
                <a:cs typeface="Calibri"/>
              </a:rPr>
              <a:t>the</a:t>
            </a:r>
            <a:r>
              <a:rPr sz="2800" dirty="0">
                <a:latin typeface="Calibri"/>
                <a:cs typeface="Calibri"/>
              </a:rPr>
              <a:t> </a:t>
            </a:r>
            <a:r>
              <a:rPr sz="2800" spc="-15" dirty="0">
                <a:latin typeface="Calibri"/>
                <a:cs typeface="Calibri"/>
              </a:rPr>
              <a:t>complex</a:t>
            </a:r>
            <a:r>
              <a:rPr sz="2800" spc="5" dirty="0">
                <a:latin typeface="Calibri"/>
                <a:cs typeface="Calibri"/>
              </a:rPr>
              <a:t> </a:t>
            </a:r>
            <a:r>
              <a:rPr sz="2800" spc="-15" dirty="0">
                <a:latin typeface="Calibri"/>
                <a:cs typeface="Calibri"/>
              </a:rPr>
              <a:t>problem</a:t>
            </a:r>
            <a:endParaRPr sz="2800" dirty="0">
              <a:latin typeface="Calibri"/>
              <a:cs typeface="Calibri"/>
            </a:endParaRPr>
          </a:p>
          <a:p>
            <a:pPr marL="527685" indent="-514350" algn="just">
              <a:spcBef>
                <a:spcPts val="670"/>
              </a:spcBef>
              <a:buFont typeface="+mj-lt"/>
              <a:buAutoNum type="arabicPeriod" startAt="4"/>
              <a:tabLst>
                <a:tab pos="358140" algn="l"/>
              </a:tabLst>
            </a:pPr>
            <a:r>
              <a:rPr sz="2800" b="1" spc="-5" dirty="0">
                <a:solidFill>
                  <a:srgbClr val="FF0000"/>
                </a:solidFill>
                <a:latin typeface="Calibri"/>
                <a:cs typeface="Calibri"/>
              </a:rPr>
              <a:t>Problem</a:t>
            </a:r>
            <a:r>
              <a:rPr sz="2800" b="1" spc="-65" dirty="0">
                <a:solidFill>
                  <a:srgbClr val="FF0000"/>
                </a:solidFill>
                <a:latin typeface="Calibri"/>
                <a:cs typeface="Calibri"/>
              </a:rPr>
              <a:t> </a:t>
            </a:r>
            <a:r>
              <a:rPr sz="2800" b="1" spc="-5" dirty="0">
                <a:solidFill>
                  <a:srgbClr val="FF0000"/>
                </a:solidFill>
                <a:latin typeface="Calibri"/>
                <a:cs typeface="Calibri"/>
              </a:rPr>
              <a:t>ownership</a:t>
            </a:r>
            <a:endParaRPr sz="2800" dirty="0">
              <a:solidFill>
                <a:srgbClr val="FF0000"/>
              </a:solidFill>
              <a:latin typeface="Calibri"/>
              <a:cs typeface="Calibri"/>
            </a:endParaRPr>
          </a:p>
          <a:p>
            <a:pPr marL="357505" algn="just">
              <a:spcBef>
                <a:spcPts val="675"/>
              </a:spcBef>
            </a:pPr>
            <a:r>
              <a:rPr sz="2800" spc="-5" dirty="0">
                <a:latin typeface="Calibri"/>
                <a:cs typeface="Calibri"/>
              </a:rPr>
              <a:t>The</a:t>
            </a:r>
            <a:r>
              <a:rPr sz="2800" spc="-15" dirty="0">
                <a:latin typeface="Calibri"/>
                <a:cs typeface="Calibri"/>
              </a:rPr>
              <a:t> </a:t>
            </a:r>
            <a:r>
              <a:rPr sz="2800" spc="-5" dirty="0">
                <a:latin typeface="Calibri"/>
                <a:cs typeface="Calibri"/>
              </a:rPr>
              <a:t>jurisdiction</a:t>
            </a:r>
            <a:r>
              <a:rPr sz="2800" spc="20" dirty="0">
                <a:latin typeface="Calibri"/>
                <a:cs typeface="Calibri"/>
              </a:rPr>
              <a:t> </a:t>
            </a:r>
            <a:r>
              <a:rPr sz="2800" spc="-5" dirty="0">
                <a:latin typeface="Calibri"/>
                <a:cs typeface="Calibri"/>
              </a:rPr>
              <a:t>(authority)</a:t>
            </a:r>
            <a:r>
              <a:rPr sz="2800" dirty="0">
                <a:latin typeface="Calibri"/>
                <a:cs typeface="Calibri"/>
              </a:rPr>
              <a:t> </a:t>
            </a:r>
            <a:r>
              <a:rPr sz="2800" spc="-20" dirty="0">
                <a:latin typeface="Calibri"/>
                <a:cs typeface="Calibri"/>
              </a:rPr>
              <a:t>to</a:t>
            </a:r>
            <a:r>
              <a:rPr sz="2800" spc="5" dirty="0">
                <a:latin typeface="Calibri"/>
                <a:cs typeface="Calibri"/>
              </a:rPr>
              <a:t> </a:t>
            </a:r>
            <a:r>
              <a:rPr sz="2800" spc="-10" dirty="0">
                <a:latin typeface="Calibri"/>
                <a:cs typeface="Calibri"/>
              </a:rPr>
              <a:t>solve</a:t>
            </a:r>
            <a:r>
              <a:rPr sz="2800" spc="-20" dirty="0">
                <a:latin typeface="Calibri"/>
                <a:cs typeface="Calibri"/>
              </a:rPr>
              <a:t> </a:t>
            </a:r>
            <a:r>
              <a:rPr sz="2800" dirty="0">
                <a:latin typeface="Calibri"/>
                <a:cs typeface="Calibri"/>
              </a:rPr>
              <a:t>a</a:t>
            </a:r>
            <a:r>
              <a:rPr sz="2800" spc="5" dirty="0">
                <a:latin typeface="Calibri"/>
                <a:cs typeface="Calibri"/>
              </a:rPr>
              <a:t> </a:t>
            </a:r>
            <a:r>
              <a:rPr sz="2800" spc="-15" dirty="0">
                <a:latin typeface="Calibri"/>
                <a:cs typeface="Calibri"/>
              </a:rPr>
              <a:t>problem</a:t>
            </a:r>
            <a:endParaRPr sz="2800" dirty="0">
              <a:latin typeface="Calibri"/>
              <a:cs typeface="Calibri"/>
            </a:endParaRPr>
          </a:p>
        </p:txBody>
      </p:sp>
      <p:sp>
        <p:nvSpPr>
          <p:cNvPr id="6" name="object 2">
            <a:extLst>
              <a:ext uri="{FF2B5EF4-FFF2-40B4-BE49-F238E27FC236}">
                <a16:creationId xmlns:a16="http://schemas.microsoft.com/office/drawing/2014/main" id="{486EA70F-A552-7E41-86AA-226E3835A110}"/>
              </a:ext>
            </a:extLst>
          </p:cNvPr>
          <p:cNvSpPr txBox="1">
            <a:spLocks noGrp="1"/>
          </p:cNvSpPr>
          <p:nvPr>
            <p:ph type="title"/>
          </p:nvPr>
        </p:nvSpPr>
        <p:spPr>
          <a:xfrm>
            <a:off x="469490" y="743320"/>
            <a:ext cx="10515600" cy="520014"/>
          </a:xfrm>
          <a:prstGeom prst="rect">
            <a:avLst/>
          </a:prstGeom>
        </p:spPr>
        <p:txBody>
          <a:bodyPr vert="horz" wrap="square" lIns="0" tIns="12065" rIns="0" bIns="0" rtlCol="0" anchor="ctr">
            <a:spAutoFit/>
          </a:bodyPr>
          <a:lstStyle/>
          <a:p>
            <a:pPr marL="246379" marR="5080" indent="591820">
              <a:lnSpc>
                <a:spcPct val="100000"/>
              </a:lnSpc>
              <a:spcBef>
                <a:spcPts val="95"/>
              </a:spcBef>
            </a:pPr>
            <a:r>
              <a:rPr spc="-10" dirty="0"/>
              <a:t>Decision </a:t>
            </a:r>
            <a:r>
              <a:rPr spc="-5" dirty="0"/>
              <a:t>Making: </a:t>
            </a:r>
            <a:r>
              <a:rPr dirty="0"/>
              <a:t> </a:t>
            </a:r>
            <a:r>
              <a:rPr spc="-5" dirty="0">
                <a:solidFill>
                  <a:srgbClr val="FF0000"/>
                </a:solidFill>
              </a:rPr>
              <a:t>The</a:t>
            </a:r>
            <a:r>
              <a:rPr spc="-25" dirty="0">
                <a:solidFill>
                  <a:srgbClr val="FF0000"/>
                </a:solidFill>
              </a:rPr>
              <a:t> </a:t>
            </a:r>
            <a:r>
              <a:rPr spc="-20" dirty="0">
                <a:solidFill>
                  <a:srgbClr val="FF0000"/>
                </a:solidFill>
              </a:rPr>
              <a:t>Intelligence</a:t>
            </a:r>
            <a:r>
              <a:rPr spc="-10" dirty="0">
                <a:solidFill>
                  <a:srgbClr val="FF0000"/>
                </a:solidFill>
              </a:rPr>
              <a:t> Phase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685800"/>
            <a:ext cx="10515600" cy="520014"/>
          </a:xfrm>
          <a:prstGeom prst="rect">
            <a:avLst/>
          </a:prstGeom>
        </p:spPr>
        <p:txBody>
          <a:bodyPr vert="horz" wrap="square" lIns="0" tIns="12065" rIns="0" bIns="0" rtlCol="0" anchor="ctr">
            <a:spAutoFit/>
          </a:bodyPr>
          <a:lstStyle/>
          <a:p>
            <a:pPr marL="805815" marR="5080" indent="32384">
              <a:lnSpc>
                <a:spcPct val="100000"/>
              </a:lnSpc>
              <a:spcBef>
                <a:spcPts val="95"/>
              </a:spcBef>
            </a:pPr>
            <a:r>
              <a:rPr spc="-10" dirty="0"/>
              <a:t>Decision </a:t>
            </a:r>
            <a:r>
              <a:rPr spc="-5" dirty="0"/>
              <a:t>Making: </a:t>
            </a:r>
            <a:r>
              <a:rPr spc="-980" dirty="0"/>
              <a:t> </a:t>
            </a:r>
            <a:r>
              <a:rPr spc="-5" dirty="0">
                <a:solidFill>
                  <a:srgbClr val="002060"/>
                </a:solidFill>
              </a:rPr>
              <a:t>The</a:t>
            </a:r>
            <a:r>
              <a:rPr spc="-30" dirty="0">
                <a:solidFill>
                  <a:srgbClr val="002060"/>
                </a:solidFill>
              </a:rPr>
              <a:t> </a:t>
            </a:r>
            <a:r>
              <a:rPr spc="-10" dirty="0">
                <a:solidFill>
                  <a:srgbClr val="002060"/>
                </a:solidFill>
              </a:rPr>
              <a:t>Design</a:t>
            </a:r>
            <a:r>
              <a:rPr spc="-20" dirty="0">
                <a:solidFill>
                  <a:srgbClr val="002060"/>
                </a:solidFill>
              </a:rPr>
              <a:t> </a:t>
            </a:r>
            <a:r>
              <a:rPr spc="-10" dirty="0">
                <a:solidFill>
                  <a:srgbClr val="002060"/>
                </a:solidFill>
              </a:rPr>
              <a:t>Phase</a:t>
            </a:r>
          </a:p>
        </p:txBody>
      </p:sp>
      <p:sp>
        <p:nvSpPr>
          <p:cNvPr id="3" name="object 3"/>
          <p:cNvSpPr txBox="1"/>
          <p:nvPr/>
        </p:nvSpPr>
        <p:spPr>
          <a:xfrm>
            <a:off x="1371600" y="1752600"/>
            <a:ext cx="10363200" cy="2989921"/>
          </a:xfrm>
          <a:prstGeom prst="rect">
            <a:avLst/>
          </a:prstGeom>
        </p:spPr>
        <p:txBody>
          <a:bodyPr vert="horz" wrap="square" lIns="0" tIns="12065" rIns="0" bIns="0" rtlCol="0">
            <a:spAutoFit/>
          </a:bodyPr>
          <a:lstStyle/>
          <a:p>
            <a:pPr marL="354965" marR="5080" indent="-342900">
              <a:spcBef>
                <a:spcPts val="95"/>
              </a:spcBef>
              <a:buFont typeface="Arial MT"/>
              <a:buChar char="•"/>
              <a:tabLst>
                <a:tab pos="354965" algn="l"/>
                <a:tab pos="355600" algn="l"/>
              </a:tabLst>
            </a:pPr>
            <a:r>
              <a:rPr sz="3200" b="1" spc="-5" dirty="0">
                <a:solidFill>
                  <a:srgbClr val="002060"/>
                </a:solidFill>
                <a:latin typeface="Calibri"/>
                <a:cs typeface="Calibri"/>
              </a:rPr>
              <a:t>The</a:t>
            </a:r>
            <a:r>
              <a:rPr sz="3200" b="1" dirty="0">
                <a:solidFill>
                  <a:srgbClr val="002060"/>
                </a:solidFill>
                <a:latin typeface="Calibri"/>
                <a:cs typeface="Calibri"/>
              </a:rPr>
              <a:t> </a:t>
            </a:r>
            <a:r>
              <a:rPr sz="3200" b="1" spc="-5" dirty="0">
                <a:solidFill>
                  <a:srgbClr val="002060"/>
                </a:solidFill>
                <a:latin typeface="Calibri"/>
                <a:cs typeface="Calibri"/>
              </a:rPr>
              <a:t>design</a:t>
            </a:r>
            <a:r>
              <a:rPr sz="3200" b="1" spc="20" dirty="0">
                <a:solidFill>
                  <a:srgbClr val="002060"/>
                </a:solidFill>
                <a:latin typeface="Calibri"/>
                <a:cs typeface="Calibri"/>
              </a:rPr>
              <a:t> </a:t>
            </a:r>
            <a:r>
              <a:rPr sz="3200" b="1" spc="-5" dirty="0">
                <a:solidFill>
                  <a:srgbClr val="002060"/>
                </a:solidFill>
                <a:latin typeface="Calibri"/>
                <a:cs typeface="Calibri"/>
              </a:rPr>
              <a:t>phase</a:t>
            </a:r>
            <a:r>
              <a:rPr sz="3200" b="1" spc="35" dirty="0">
                <a:solidFill>
                  <a:srgbClr val="002060"/>
                </a:solidFill>
                <a:latin typeface="Calibri"/>
                <a:cs typeface="Calibri"/>
              </a:rPr>
              <a:t> </a:t>
            </a:r>
            <a:r>
              <a:rPr sz="3200" b="1" spc="-20" dirty="0">
                <a:solidFill>
                  <a:srgbClr val="002060"/>
                </a:solidFill>
                <a:latin typeface="Calibri"/>
                <a:cs typeface="Calibri"/>
              </a:rPr>
              <a:t>involves</a:t>
            </a:r>
            <a:r>
              <a:rPr sz="3200" b="1" spc="20" dirty="0">
                <a:solidFill>
                  <a:srgbClr val="002060"/>
                </a:solidFill>
                <a:latin typeface="Calibri"/>
                <a:cs typeface="Calibri"/>
              </a:rPr>
              <a:t> </a:t>
            </a:r>
            <a:r>
              <a:rPr sz="3200" b="1" spc="-5" dirty="0">
                <a:solidFill>
                  <a:srgbClr val="002060"/>
                </a:solidFill>
                <a:latin typeface="Calibri"/>
                <a:cs typeface="Calibri"/>
              </a:rPr>
              <a:t>finding</a:t>
            </a:r>
            <a:r>
              <a:rPr sz="3200" b="1" spc="30" dirty="0">
                <a:solidFill>
                  <a:srgbClr val="002060"/>
                </a:solidFill>
                <a:latin typeface="Calibri"/>
                <a:cs typeface="Calibri"/>
              </a:rPr>
              <a:t> </a:t>
            </a:r>
            <a:r>
              <a:rPr sz="3200" b="1" spc="-5" dirty="0">
                <a:solidFill>
                  <a:srgbClr val="002060"/>
                </a:solidFill>
                <a:latin typeface="Calibri"/>
                <a:cs typeface="Calibri"/>
              </a:rPr>
              <a:t>or</a:t>
            </a:r>
            <a:r>
              <a:rPr sz="3200" b="1" dirty="0">
                <a:solidFill>
                  <a:srgbClr val="002060"/>
                </a:solidFill>
                <a:latin typeface="Calibri"/>
                <a:cs typeface="Calibri"/>
              </a:rPr>
              <a:t> </a:t>
            </a:r>
            <a:r>
              <a:rPr sz="3200" b="1" spc="-10" dirty="0">
                <a:solidFill>
                  <a:srgbClr val="002060"/>
                </a:solidFill>
                <a:latin typeface="Calibri"/>
                <a:cs typeface="Calibri"/>
              </a:rPr>
              <a:t>developing </a:t>
            </a:r>
            <a:r>
              <a:rPr sz="3200" b="1" spc="-705" dirty="0">
                <a:solidFill>
                  <a:srgbClr val="002060"/>
                </a:solidFill>
                <a:latin typeface="Calibri"/>
                <a:cs typeface="Calibri"/>
              </a:rPr>
              <a:t> </a:t>
            </a:r>
            <a:r>
              <a:rPr sz="3200" b="1" spc="-5" dirty="0">
                <a:solidFill>
                  <a:srgbClr val="002060"/>
                </a:solidFill>
                <a:latin typeface="Calibri"/>
                <a:cs typeface="Calibri"/>
              </a:rPr>
              <a:t>and</a:t>
            </a:r>
            <a:r>
              <a:rPr sz="3200" b="1" spc="20" dirty="0">
                <a:solidFill>
                  <a:srgbClr val="002060"/>
                </a:solidFill>
                <a:latin typeface="Calibri"/>
                <a:cs typeface="Calibri"/>
              </a:rPr>
              <a:t> </a:t>
            </a:r>
            <a:r>
              <a:rPr sz="3200" b="1" spc="-5" dirty="0">
                <a:solidFill>
                  <a:srgbClr val="002060"/>
                </a:solidFill>
                <a:latin typeface="Calibri"/>
                <a:cs typeface="Calibri"/>
              </a:rPr>
              <a:t>analyzing</a:t>
            </a:r>
            <a:r>
              <a:rPr sz="3200" b="1" spc="25" dirty="0">
                <a:solidFill>
                  <a:srgbClr val="002060"/>
                </a:solidFill>
                <a:latin typeface="Calibri"/>
                <a:cs typeface="Calibri"/>
              </a:rPr>
              <a:t> </a:t>
            </a:r>
            <a:r>
              <a:rPr sz="3200" b="1" spc="-10" dirty="0">
                <a:solidFill>
                  <a:srgbClr val="002060"/>
                </a:solidFill>
                <a:latin typeface="Calibri"/>
                <a:cs typeface="Calibri"/>
              </a:rPr>
              <a:t>possible</a:t>
            </a:r>
            <a:r>
              <a:rPr sz="3200" b="1" spc="30" dirty="0">
                <a:solidFill>
                  <a:srgbClr val="002060"/>
                </a:solidFill>
                <a:latin typeface="Calibri"/>
                <a:cs typeface="Calibri"/>
              </a:rPr>
              <a:t> </a:t>
            </a:r>
            <a:r>
              <a:rPr sz="3200" b="1" spc="-20" dirty="0">
                <a:solidFill>
                  <a:srgbClr val="002060"/>
                </a:solidFill>
                <a:latin typeface="Calibri"/>
                <a:cs typeface="Calibri"/>
              </a:rPr>
              <a:t>courses</a:t>
            </a:r>
            <a:r>
              <a:rPr sz="3200" b="1" dirty="0">
                <a:solidFill>
                  <a:srgbClr val="002060"/>
                </a:solidFill>
                <a:latin typeface="Calibri"/>
                <a:cs typeface="Calibri"/>
              </a:rPr>
              <a:t> </a:t>
            </a:r>
            <a:r>
              <a:rPr sz="3200" b="1" spc="-5" dirty="0">
                <a:solidFill>
                  <a:srgbClr val="002060"/>
                </a:solidFill>
                <a:latin typeface="Calibri"/>
                <a:cs typeface="Calibri"/>
              </a:rPr>
              <a:t>of</a:t>
            </a:r>
            <a:r>
              <a:rPr sz="3200" b="1" spc="5" dirty="0">
                <a:solidFill>
                  <a:srgbClr val="002060"/>
                </a:solidFill>
                <a:latin typeface="Calibri"/>
                <a:cs typeface="Calibri"/>
              </a:rPr>
              <a:t> </a:t>
            </a:r>
            <a:r>
              <a:rPr sz="3200" b="1" spc="-10" dirty="0">
                <a:solidFill>
                  <a:srgbClr val="002060"/>
                </a:solidFill>
                <a:latin typeface="Calibri"/>
                <a:cs typeface="Calibri"/>
              </a:rPr>
              <a:t>action</a:t>
            </a:r>
            <a:endParaRPr sz="3200" b="1" dirty="0">
              <a:solidFill>
                <a:srgbClr val="002060"/>
              </a:solidFill>
              <a:latin typeface="Calibri"/>
              <a:cs typeface="Calibri"/>
            </a:endParaRPr>
          </a:p>
          <a:p>
            <a:pPr marL="755650" lvl="1" indent="-285750">
              <a:spcBef>
                <a:spcPts val="700"/>
              </a:spcBef>
              <a:buFont typeface="Arial MT"/>
              <a:buChar char="–"/>
              <a:tabLst>
                <a:tab pos="755650" algn="l"/>
              </a:tabLst>
            </a:pPr>
            <a:r>
              <a:rPr lang="en-US" sz="2800" spc="-15" dirty="0">
                <a:latin typeface="Calibri"/>
                <a:cs typeface="Calibri"/>
              </a:rPr>
              <a:t>Understanding</a:t>
            </a:r>
            <a:r>
              <a:rPr lang="en-US" sz="2800" spc="-10" dirty="0">
                <a:latin typeface="Calibri"/>
                <a:cs typeface="Calibri"/>
              </a:rPr>
              <a:t> </a:t>
            </a:r>
            <a:r>
              <a:rPr lang="en-US" sz="2800" spc="-5" dirty="0">
                <a:latin typeface="Calibri"/>
                <a:cs typeface="Calibri"/>
              </a:rPr>
              <a:t>the </a:t>
            </a:r>
            <a:r>
              <a:rPr lang="en-US" sz="2800" spc="-15" dirty="0">
                <a:latin typeface="Calibri"/>
                <a:cs typeface="Calibri"/>
              </a:rPr>
              <a:t>problem</a:t>
            </a:r>
            <a:endParaRPr lang="en-US" sz="2800" dirty="0">
              <a:latin typeface="Calibri"/>
              <a:cs typeface="Calibri"/>
            </a:endParaRPr>
          </a:p>
          <a:p>
            <a:pPr marL="755650" lvl="1" indent="-285750">
              <a:spcBef>
                <a:spcPts val="675"/>
              </a:spcBef>
              <a:buFont typeface="Arial MT"/>
              <a:buChar char="–"/>
              <a:tabLst>
                <a:tab pos="755650" algn="l"/>
              </a:tabLst>
            </a:pPr>
            <a:r>
              <a:rPr lang="en-US" sz="2800" spc="-45" dirty="0">
                <a:latin typeface="Calibri"/>
                <a:cs typeface="Calibri"/>
              </a:rPr>
              <a:t>Testing</a:t>
            </a:r>
            <a:r>
              <a:rPr lang="en-US" sz="2800" spc="-15" dirty="0">
                <a:latin typeface="Calibri"/>
                <a:cs typeface="Calibri"/>
              </a:rPr>
              <a:t> </a:t>
            </a:r>
            <a:r>
              <a:rPr lang="en-US" sz="2800" spc="-5" dirty="0">
                <a:latin typeface="Calibri"/>
                <a:cs typeface="Calibri"/>
              </a:rPr>
              <a:t>solutions</a:t>
            </a:r>
            <a:r>
              <a:rPr lang="en-US" sz="2800" spc="15" dirty="0">
                <a:latin typeface="Calibri"/>
                <a:cs typeface="Calibri"/>
              </a:rPr>
              <a:t> </a:t>
            </a:r>
            <a:r>
              <a:rPr lang="en-US" sz="2800" spc="-25" dirty="0">
                <a:latin typeface="Calibri"/>
                <a:cs typeface="Calibri"/>
              </a:rPr>
              <a:t>for</a:t>
            </a:r>
            <a:r>
              <a:rPr lang="en-US" sz="2800" dirty="0">
                <a:latin typeface="Calibri"/>
                <a:cs typeface="Calibri"/>
              </a:rPr>
              <a:t> </a:t>
            </a:r>
            <a:r>
              <a:rPr lang="en-US" sz="2800" spc="-15" dirty="0">
                <a:latin typeface="Calibri"/>
                <a:cs typeface="Calibri"/>
              </a:rPr>
              <a:t>feasibility</a:t>
            </a:r>
            <a:endParaRPr lang="en-US" sz="2800" dirty="0">
              <a:latin typeface="Calibri"/>
              <a:cs typeface="Calibri"/>
            </a:endParaRPr>
          </a:p>
          <a:p>
            <a:pPr marL="755650" marR="1297940" lvl="1" indent="-285750">
              <a:spcBef>
                <a:spcPts val="675"/>
              </a:spcBef>
              <a:buFont typeface="Arial MT"/>
              <a:buChar char="–"/>
              <a:tabLst>
                <a:tab pos="755650" algn="l"/>
              </a:tabLst>
            </a:pPr>
            <a:r>
              <a:rPr lang="en-US" sz="2800" spc="-45" dirty="0">
                <a:latin typeface="Calibri"/>
                <a:cs typeface="Calibri"/>
              </a:rPr>
              <a:t>A model of the decision‐making problem is  constructed, tested, and validated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685800"/>
            <a:ext cx="10515600" cy="520014"/>
          </a:xfrm>
          <a:prstGeom prst="rect">
            <a:avLst/>
          </a:prstGeom>
        </p:spPr>
        <p:txBody>
          <a:bodyPr vert="horz" wrap="square" lIns="0" tIns="12065" rIns="0" bIns="0" rtlCol="0" anchor="ctr">
            <a:spAutoFit/>
          </a:bodyPr>
          <a:lstStyle/>
          <a:p>
            <a:pPr marL="805815" marR="5080" indent="32384">
              <a:lnSpc>
                <a:spcPct val="100000"/>
              </a:lnSpc>
              <a:spcBef>
                <a:spcPts val="95"/>
              </a:spcBef>
            </a:pPr>
            <a:r>
              <a:rPr spc="-10" dirty="0"/>
              <a:t>Decision </a:t>
            </a:r>
            <a:r>
              <a:rPr spc="-5" dirty="0"/>
              <a:t>Making: </a:t>
            </a:r>
            <a:r>
              <a:rPr spc="-980" dirty="0"/>
              <a:t> </a:t>
            </a:r>
            <a:r>
              <a:rPr spc="-5" dirty="0">
                <a:solidFill>
                  <a:srgbClr val="002060"/>
                </a:solidFill>
              </a:rPr>
              <a:t>The</a:t>
            </a:r>
            <a:r>
              <a:rPr spc="-30" dirty="0">
                <a:solidFill>
                  <a:srgbClr val="002060"/>
                </a:solidFill>
              </a:rPr>
              <a:t> </a:t>
            </a:r>
            <a:r>
              <a:rPr spc="-10" dirty="0">
                <a:solidFill>
                  <a:srgbClr val="002060"/>
                </a:solidFill>
              </a:rPr>
              <a:t>Design</a:t>
            </a:r>
            <a:r>
              <a:rPr spc="-20" dirty="0">
                <a:solidFill>
                  <a:srgbClr val="002060"/>
                </a:solidFill>
              </a:rPr>
              <a:t> </a:t>
            </a:r>
            <a:r>
              <a:rPr spc="-10" dirty="0">
                <a:solidFill>
                  <a:srgbClr val="002060"/>
                </a:solidFill>
              </a:rPr>
              <a:t>Phase</a:t>
            </a:r>
          </a:p>
        </p:txBody>
      </p:sp>
      <p:sp>
        <p:nvSpPr>
          <p:cNvPr id="3" name="object 3"/>
          <p:cNvSpPr txBox="1"/>
          <p:nvPr/>
        </p:nvSpPr>
        <p:spPr>
          <a:xfrm>
            <a:off x="1371600" y="1752600"/>
            <a:ext cx="10363200" cy="4031232"/>
          </a:xfrm>
          <a:prstGeom prst="rect">
            <a:avLst/>
          </a:prstGeom>
        </p:spPr>
        <p:txBody>
          <a:bodyPr vert="horz" wrap="square" lIns="0" tIns="12065" rIns="0" bIns="0" rtlCol="0">
            <a:spAutoFit/>
          </a:bodyPr>
          <a:lstStyle/>
          <a:p>
            <a:pPr marL="354965" marR="5080" indent="-342900">
              <a:spcBef>
                <a:spcPts val="95"/>
              </a:spcBef>
              <a:buFont typeface="Arial MT"/>
              <a:buChar char="•"/>
              <a:tabLst>
                <a:tab pos="354965" algn="l"/>
                <a:tab pos="355600" algn="l"/>
              </a:tabLst>
            </a:pPr>
            <a:r>
              <a:rPr sz="3200" b="1" spc="-5" dirty="0">
                <a:solidFill>
                  <a:srgbClr val="002060"/>
                </a:solidFill>
                <a:latin typeface="Calibri"/>
                <a:cs typeface="Calibri"/>
              </a:rPr>
              <a:t>The</a:t>
            </a:r>
            <a:r>
              <a:rPr sz="3200" b="1" dirty="0">
                <a:solidFill>
                  <a:srgbClr val="002060"/>
                </a:solidFill>
                <a:latin typeface="Calibri"/>
                <a:cs typeface="Calibri"/>
              </a:rPr>
              <a:t> </a:t>
            </a:r>
            <a:r>
              <a:rPr sz="3200" b="1" spc="-5" dirty="0">
                <a:solidFill>
                  <a:srgbClr val="002060"/>
                </a:solidFill>
                <a:latin typeface="Calibri"/>
                <a:cs typeface="Calibri"/>
              </a:rPr>
              <a:t>design</a:t>
            </a:r>
            <a:r>
              <a:rPr sz="3200" b="1" spc="20" dirty="0">
                <a:solidFill>
                  <a:srgbClr val="002060"/>
                </a:solidFill>
                <a:latin typeface="Calibri"/>
                <a:cs typeface="Calibri"/>
              </a:rPr>
              <a:t> </a:t>
            </a:r>
            <a:r>
              <a:rPr sz="3200" b="1" spc="-5" dirty="0">
                <a:solidFill>
                  <a:srgbClr val="002060"/>
                </a:solidFill>
                <a:latin typeface="Calibri"/>
                <a:cs typeface="Calibri"/>
              </a:rPr>
              <a:t>phase</a:t>
            </a:r>
            <a:r>
              <a:rPr sz="3200" b="1" spc="35" dirty="0">
                <a:solidFill>
                  <a:srgbClr val="002060"/>
                </a:solidFill>
                <a:latin typeface="Calibri"/>
                <a:cs typeface="Calibri"/>
              </a:rPr>
              <a:t> </a:t>
            </a:r>
            <a:r>
              <a:rPr sz="3200" b="1" spc="-20" dirty="0">
                <a:solidFill>
                  <a:srgbClr val="002060"/>
                </a:solidFill>
                <a:latin typeface="Calibri"/>
                <a:cs typeface="Calibri"/>
              </a:rPr>
              <a:t>involves</a:t>
            </a:r>
            <a:r>
              <a:rPr sz="3200" b="1" spc="20" dirty="0">
                <a:solidFill>
                  <a:srgbClr val="002060"/>
                </a:solidFill>
                <a:latin typeface="Calibri"/>
                <a:cs typeface="Calibri"/>
              </a:rPr>
              <a:t> </a:t>
            </a:r>
            <a:r>
              <a:rPr sz="3200" b="1" spc="-5" dirty="0">
                <a:solidFill>
                  <a:srgbClr val="002060"/>
                </a:solidFill>
                <a:latin typeface="Calibri"/>
                <a:cs typeface="Calibri"/>
              </a:rPr>
              <a:t>finding</a:t>
            </a:r>
            <a:r>
              <a:rPr sz="3200" b="1" spc="30" dirty="0">
                <a:solidFill>
                  <a:srgbClr val="002060"/>
                </a:solidFill>
                <a:latin typeface="Calibri"/>
                <a:cs typeface="Calibri"/>
              </a:rPr>
              <a:t> </a:t>
            </a:r>
            <a:r>
              <a:rPr sz="3200" b="1" spc="-5" dirty="0">
                <a:solidFill>
                  <a:srgbClr val="002060"/>
                </a:solidFill>
                <a:latin typeface="Calibri"/>
                <a:cs typeface="Calibri"/>
              </a:rPr>
              <a:t>or</a:t>
            </a:r>
            <a:r>
              <a:rPr sz="3200" b="1" dirty="0">
                <a:solidFill>
                  <a:srgbClr val="002060"/>
                </a:solidFill>
                <a:latin typeface="Calibri"/>
                <a:cs typeface="Calibri"/>
              </a:rPr>
              <a:t> </a:t>
            </a:r>
            <a:r>
              <a:rPr sz="3200" b="1" spc="-10" dirty="0">
                <a:solidFill>
                  <a:srgbClr val="002060"/>
                </a:solidFill>
                <a:latin typeface="Calibri"/>
                <a:cs typeface="Calibri"/>
              </a:rPr>
              <a:t>developing </a:t>
            </a:r>
            <a:r>
              <a:rPr sz="3200" b="1" spc="-705" dirty="0">
                <a:solidFill>
                  <a:srgbClr val="002060"/>
                </a:solidFill>
                <a:latin typeface="Calibri"/>
                <a:cs typeface="Calibri"/>
              </a:rPr>
              <a:t> </a:t>
            </a:r>
            <a:r>
              <a:rPr sz="3200" b="1" spc="-5" dirty="0">
                <a:solidFill>
                  <a:srgbClr val="002060"/>
                </a:solidFill>
                <a:latin typeface="Calibri"/>
                <a:cs typeface="Calibri"/>
              </a:rPr>
              <a:t>and</a:t>
            </a:r>
            <a:r>
              <a:rPr sz="3200" b="1" spc="20" dirty="0">
                <a:solidFill>
                  <a:srgbClr val="002060"/>
                </a:solidFill>
                <a:latin typeface="Calibri"/>
                <a:cs typeface="Calibri"/>
              </a:rPr>
              <a:t> </a:t>
            </a:r>
            <a:r>
              <a:rPr sz="3200" b="1" spc="-5" dirty="0">
                <a:solidFill>
                  <a:srgbClr val="002060"/>
                </a:solidFill>
                <a:latin typeface="Calibri"/>
                <a:cs typeface="Calibri"/>
              </a:rPr>
              <a:t>analyzing</a:t>
            </a:r>
            <a:r>
              <a:rPr sz="3200" b="1" spc="25" dirty="0">
                <a:solidFill>
                  <a:srgbClr val="002060"/>
                </a:solidFill>
                <a:latin typeface="Calibri"/>
                <a:cs typeface="Calibri"/>
              </a:rPr>
              <a:t> </a:t>
            </a:r>
            <a:r>
              <a:rPr sz="3200" b="1" spc="-10" dirty="0">
                <a:solidFill>
                  <a:srgbClr val="002060"/>
                </a:solidFill>
                <a:latin typeface="Calibri"/>
                <a:cs typeface="Calibri"/>
              </a:rPr>
              <a:t>possible</a:t>
            </a:r>
            <a:r>
              <a:rPr sz="3200" b="1" spc="30" dirty="0">
                <a:solidFill>
                  <a:srgbClr val="002060"/>
                </a:solidFill>
                <a:latin typeface="Calibri"/>
                <a:cs typeface="Calibri"/>
              </a:rPr>
              <a:t> </a:t>
            </a:r>
            <a:r>
              <a:rPr sz="3200" b="1" spc="-20" dirty="0">
                <a:solidFill>
                  <a:srgbClr val="002060"/>
                </a:solidFill>
                <a:latin typeface="Calibri"/>
                <a:cs typeface="Calibri"/>
              </a:rPr>
              <a:t>courses</a:t>
            </a:r>
            <a:r>
              <a:rPr sz="3200" b="1" dirty="0">
                <a:solidFill>
                  <a:srgbClr val="002060"/>
                </a:solidFill>
                <a:latin typeface="Calibri"/>
                <a:cs typeface="Calibri"/>
              </a:rPr>
              <a:t> </a:t>
            </a:r>
            <a:r>
              <a:rPr sz="3200" b="1" spc="-5" dirty="0">
                <a:solidFill>
                  <a:srgbClr val="002060"/>
                </a:solidFill>
                <a:latin typeface="Calibri"/>
                <a:cs typeface="Calibri"/>
              </a:rPr>
              <a:t>of</a:t>
            </a:r>
            <a:r>
              <a:rPr sz="3200" b="1" spc="5" dirty="0">
                <a:solidFill>
                  <a:srgbClr val="002060"/>
                </a:solidFill>
                <a:latin typeface="Calibri"/>
                <a:cs typeface="Calibri"/>
              </a:rPr>
              <a:t> </a:t>
            </a:r>
            <a:r>
              <a:rPr sz="3200" b="1" spc="-10" dirty="0">
                <a:solidFill>
                  <a:srgbClr val="002060"/>
                </a:solidFill>
                <a:latin typeface="Calibri"/>
                <a:cs typeface="Calibri"/>
              </a:rPr>
              <a:t>action</a:t>
            </a:r>
            <a:endParaRPr sz="3200" b="1" dirty="0">
              <a:solidFill>
                <a:srgbClr val="002060"/>
              </a:solidFill>
              <a:latin typeface="Calibri"/>
              <a:cs typeface="Calibri"/>
            </a:endParaRPr>
          </a:p>
          <a:p>
            <a:pPr marL="1212850" lvl="2" indent="-285750">
              <a:spcBef>
                <a:spcPts val="700"/>
              </a:spcBef>
              <a:buFont typeface="Arial MT"/>
              <a:buChar char="–"/>
              <a:tabLst>
                <a:tab pos="755650" algn="l"/>
              </a:tabLst>
            </a:pPr>
            <a:r>
              <a:rPr lang="en-US" sz="2800" spc="-5" dirty="0">
                <a:latin typeface="Calibri"/>
                <a:cs typeface="Calibri"/>
              </a:rPr>
              <a:t>Modeling involves conceptualizing a problem and abstracting it to quantitative and/or qualitative form</a:t>
            </a:r>
          </a:p>
          <a:p>
            <a:pPr marL="1212850" lvl="2" indent="-285750">
              <a:spcBef>
                <a:spcPts val="700"/>
              </a:spcBef>
              <a:buFont typeface="Arial MT"/>
              <a:buChar char="–"/>
              <a:tabLst>
                <a:tab pos="755650" algn="l"/>
              </a:tabLst>
            </a:pPr>
            <a:r>
              <a:rPr lang="en-US" sz="2800" spc="-5" dirty="0">
                <a:latin typeface="Calibri"/>
                <a:cs typeface="Calibri"/>
              </a:rPr>
              <a:t>Models have:</a:t>
            </a:r>
          </a:p>
          <a:p>
            <a:pPr marL="1670050" lvl="3" indent="-285750">
              <a:spcBef>
                <a:spcPts val="700"/>
              </a:spcBef>
              <a:buFont typeface="Arial MT"/>
              <a:buChar char="–"/>
              <a:tabLst>
                <a:tab pos="755650" algn="l"/>
              </a:tabLst>
            </a:pPr>
            <a:r>
              <a:rPr lang="en-US" sz="2800" spc="-5" dirty="0">
                <a:latin typeface="Calibri"/>
                <a:cs typeface="Calibri"/>
              </a:rPr>
              <a:t>Decision</a:t>
            </a:r>
            <a:r>
              <a:rPr lang="en-US" sz="2800" spc="-25" dirty="0">
                <a:latin typeface="Calibri"/>
                <a:cs typeface="Calibri"/>
              </a:rPr>
              <a:t> </a:t>
            </a:r>
            <a:r>
              <a:rPr lang="en-US" sz="2800" spc="-10" dirty="0">
                <a:latin typeface="Calibri"/>
                <a:cs typeface="Calibri"/>
              </a:rPr>
              <a:t>variables</a:t>
            </a:r>
            <a:endParaRPr lang="en-US" sz="2800" dirty="0">
              <a:latin typeface="Calibri"/>
              <a:cs typeface="Calibri"/>
            </a:endParaRPr>
          </a:p>
          <a:p>
            <a:pPr marL="1670050" lvl="3" indent="-285750">
              <a:spcBef>
                <a:spcPts val="670"/>
              </a:spcBef>
              <a:buFont typeface="Arial MT"/>
              <a:buChar char="–"/>
              <a:tabLst>
                <a:tab pos="755650" algn="l"/>
              </a:tabLst>
            </a:pPr>
            <a:r>
              <a:rPr lang="en-US" sz="2800" spc="-5" dirty="0">
                <a:latin typeface="Calibri"/>
                <a:cs typeface="Calibri"/>
              </a:rPr>
              <a:t>Principle</a:t>
            </a:r>
            <a:r>
              <a:rPr lang="en-US" sz="2800" spc="-40" dirty="0">
                <a:latin typeface="Calibri"/>
                <a:cs typeface="Calibri"/>
              </a:rPr>
              <a:t> </a:t>
            </a:r>
            <a:r>
              <a:rPr lang="en-US" sz="2800" spc="-5" dirty="0">
                <a:latin typeface="Calibri"/>
                <a:cs typeface="Calibri"/>
              </a:rPr>
              <a:t>of</a:t>
            </a:r>
            <a:r>
              <a:rPr lang="en-US" sz="2800" spc="-20" dirty="0">
                <a:latin typeface="Calibri"/>
                <a:cs typeface="Calibri"/>
              </a:rPr>
              <a:t> </a:t>
            </a:r>
            <a:r>
              <a:rPr lang="en-US" sz="2800" spc="-5" dirty="0">
                <a:latin typeface="Calibri"/>
                <a:cs typeface="Calibri"/>
              </a:rPr>
              <a:t>choice</a:t>
            </a:r>
            <a:endParaRPr lang="en-US" sz="2800" dirty="0">
              <a:latin typeface="Calibri"/>
              <a:cs typeface="Calibri"/>
            </a:endParaRPr>
          </a:p>
          <a:p>
            <a:pPr marL="756285" marR="1297940" lvl="1" indent="-286385">
              <a:spcBef>
                <a:spcPts val="670"/>
              </a:spcBef>
              <a:buFont typeface="Arial MT"/>
              <a:buChar char="–"/>
              <a:tabLst>
                <a:tab pos="756285" algn="l"/>
              </a:tabLst>
            </a:pPr>
            <a:endParaRPr sz="2800" dirty="0">
              <a:latin typeface="Calibri"/>
              <a:cs typeface="Calibri"/>
            </a:endParaRPr>
          </a:p>
        </p:txBody>
      </p:sp>
    </p:spTree>
    <p:extLst>
      <p:ext uri="{BB962C8B-B14F-4D97-AF65-F5344CB8AC3E}">
        <p14:creationId xmlns:p14="http://schemas.microsoft.com/office/powerpoint/2010/main" val="1564183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9265" y="855072"/>
            <a:ext cx="10515600" cy="520014"/>
          </a:xfrm>
          <a:prstGeom prst="rect">
            <a:avLst/>
          </a:prstGeom>
        </p:spPr>
        <p:txBody>
          <a:bodyPr vert="horz" wrap="square" lIns="0" tIns="12065" rIns="0" bIns="0" rtlCol="0" anchor="ctr">
            <a:spAutoFit/>
          </a:bodyPr>
          <a:lstStyle/>
          <a:p>
            <a:pPr marL="805815" marR="5080" indent="32384">
              <a:lnSpc>
                <a:spcPct val="100000"/>
              </a:lnSpc>
              <a:spcBef>
                <a:spcPts val="95"/>
              </a:spcBef>
            </a:pPr>
            <a:r>
              <a:rPr spc="-10" dirty="0"/>
              <a:t>Decision </a:t>
            </a:r>
            <a:r>
              <a:rPr spc="-5" dirty="0"/>
              <a:t>Making: </a:t>
            </a:r>
            <a:r>
              <a:rPr spc="-980" dirty="0"/>
              <a:t> </a:t>
            </a:r>
            <a:r>
              <a:rPr spc="-5" dirty="0">
                <a:solidFill>
                  <a:srgbClr val="002060"/>
                </a:solidFill>
              </a:rPr>
              <a:t>The</a:t>
            </a:r>
            <a:r>
              <a:rPr spc="-30" dirty="0">
                <a:solidFill>
                  <a:srgbClr val="002060"/>
                </a:solidFill>
              </a:rPr>
              <a:t> </a:t>
            </a:r>
            <a:r>
              <a:rPr spc="-10" dirty="0">
                <a:solidFill>
                  <a:srgbClr val="002060"/>
                </a:solidFill>
              </a:rPr>
              <a:t>Design</a:t>
            </a:r>
            <a:r>
              <a:rPr spc="-20" dirty="0">
                <a:solidFill>
                  <a:srgbClr val="002060"/>
                </a:solidFill>
              </a:rPr>
              <a:t> </a:t>
            </a:r>
            <a:r>
              <a:rPr spc="-10" dirty="0">
                <a:solidFill>
                  <a:srgbClr val="002060"/>
                </a:solidFill>
              </a:rPr>
              <a:t>Phase</a:t>
            </a:r>
          </a:p>
        </p:txBody>
      </p:sp>
      <p:sp>
        <p:nvSpPr>
          <p:cNvPr id="3" name="object 3"/>
          <p:cNvSpPr txBox="1"/>
          <p:nvPr/>
        </p:nvSpPr>
        <p:spPr>
          <a:xfrm>
            <a:off x="629265" y="1433201"/>
            <a:ext cx="9857988" cy="3983782"/>
          </a:xfrm>
          <a:prstGeom prst="rect">
            <a:avLst/>
          </a:prstGeom>
        </p:spPr>
        <p:txBody>
          <a:bodyPr vert="horz" wrap="square" lIns="0" tIns="61594" rIns="0" bIns="0" rtlCol="0">
            <a:spAutoFit/>
          </a:bodyPr>
          <a:lstStyle/>
          <a:p>
            <a:pPr marL="469265" indent="-457200">
              <a:spcBef>
                <a:spcPts val="484"/>
              </a:spcBef>
              <a:buFont typeface="Arial" panose="020B0604020202020204" pitchFamily="34" charset="0"/>
              <a:buChar char="•"/>
              <a:tabLst>
                <a:tab pos="355600" algn="l"/>
                <a:tab pos="356235" algn="l"/>
              </a:tabLst>
            </a:pPr>
            <a:r>
              <a:rPr sz="3200" b="1" spc="-10" dirty="0">
                <a:solidFill>
                  <a:srgbClr val="002060"/>
                </a:solidFill>
                <a:latin typeface="Calibri"/>
                <a:cs typeface="Calibri"/>
              </a:rPr>
              <a:t>Decision</a:t>
            </a:r>
            <a:r>
              <a:rPr sz="3200" b="1" spc="-25" dirty="0">
                <a:solidFill>
                  <a:srgbClr val="002060"/>
                </a:solidFill>
                <a:latin typeface="Calibri"/>
                <a:cs typeface="Calibri"/>
              </a:rPr>
              <a:t> </a:t>
            </a:r>
            <a:r>
              <a:rPr sz="3200" b="1" spc="-10" dirty="0">
                <a:solidFill>
                  <a:srgbClr val="002060"/>
                </a:solidFill>
                <a:latin typeface="Calibri"/>
                <a:cs typeface="Calibri"/>
              </a:rPr>
              <a:t>variables</a:t>
            </a:r>
            <a:endParaRPr sz="3200" dirty="0">
              <a:solidFill>
                <a:srgbClr val="002060"/>
              </a:solidFill>
              <a:latin typeface="Calibri"/>
              <a:cs typeface="Calibri"/>
            </a:endParaRPr>
          </a:p>
          <a:p>
            <a:pPr marL="354965" marR="5080">
              <a:lnSpc>
                <a:spcPts val="3460"/>
              </a:lnSpc>
              <a:spcBef>
                <a:spcPts val="815"/>
              </a:spcBef>
            </a:pPr>
            <a:r>
              <a:rPr sz="3200" spc="-5" dirty="0">
                <a:latin typeface="Calibri"/>
                <a:cs typeface="Calibri"/>
              </a:rPr>
              <a:t>A</a:t>
            </a:r>
            <a:r>
              <a:rPr sz="3200" spc="-15" dirty="0">
                <a:latin typeface="Calibri"/>
                <a:cs typeface="Calibri"/>
              </a:rPr>
              <a:t> </a:t>
            </a:r>
            <a:r>
              <a:rPr sz="3200" spc="-10" dirty="0">
                <a:latin typeface="Calibri"/>
                <a:cs typeface="Calibri"/>
              </a:rPr>
              <a:t>variable</a:t>
            </a:r>
            <a:r>
              <a:rPr sz="3200" spc="20" dirty="0">
                <a:latin typeface="Calibri"/>
                <a:cs typeface="Calibri"/>
              </a:rPr>
              <a:t> </a:t>
            </a:r>
            <a:r>
              <a:rPr sz="3200" spc="-5" dirty="0">
                <a:latin typeface="Calibri"/>
                <a:cs typeface="Calibri"/>
              </a:rPr>
              <a:t>in</a:t>
            </a:r>
            <a:r>
              <a:rPr sz="3200" spc="15" dirty="0">
                <a:latin typeface="Calibri"/>
                <a:cs typeface="Calibri"/>
              </a:rPr>
              <a:t> </a:t>
            </a:r>
            <a:r>
              <a:rPr sz="3200" spc="-5" dirty="0">
                <a:latin typeface="Calibri"/>
                <a:cs typeface="Calibri"/>
              </a:rPr>
              <a:t>a</a:t>
            </a:r>
            <a:r>
              <a:rPr sz="3200" spc="10" dirty="0">
                <a:latin typeface="Calibri"/>
                <a:cs typeface="Calibri"/>
              </a:rPr>
              <a:t> </a:t>
            </a:r>
            <a:r>
              <a:rPr sz="3200" spc="-5" dirty="0">
                <a:latin typeface="Calibri"/>
                <a:cs typeface="Calibri"/>
              </a:rPr>
              <a:t>model</a:t>
            </a:r>
            <a:r>
              <a:rPr sz="3200" spc="10" dirty="0">
                <a:latin typeface="Calibri"/>
                <a:cs typeface="Calibri"/>
              </a:rPr>
              <a:t> </a:t>
            </a:r>
            <a:r>
              <a:rPr sz="3200" spc="-10" dirty="0">
                <a:latin typeface="Calibri"/>
                <a:cs typeface="Calibri"/>
              </a:rPr>
              <a:t>that</a:t>
            </a:r>
            <a:r>
              <a:rPr sz="3200" spc="15" dirty="0">
                <a:latin typeface="Calibri"/>
                <a:cs typeface="Calibri"/>
              </a:rPr>
              <a:t> </a:t>
            </a:r>
            <a:r>
              <a:rPr sz="3200" spc="-15" dirty="0">
                <a:latin typeface="Calibri"/>
                <a:cs typeface="Calibri"/>
              </a:rPr>
              <a:t>can</a:t>
            </a:r>
            <a:r>
              <a:rPr sz="3200" spc="10" dirty="0">
                <a:latin typeface="Calibri"/>
                <a:cs typeface="Calibri"/>
              </a:rPr>
              <a:t> </a:t>
            </a:r>
            <a:r>
              <a:rPr sz="3200" spc="-5" dirty="0">
                <a:latin typeface="Calibri"/>
                <a:cs typeface="Calibri"/>
              </a:rPr>
              <a:t>be</a:t>
            </a:r>
            <a:r>
              <a:rPr sz="3200" spc="5" dirty="0">
                <a:latin typeface="Calibri"/>
                <a:cs typeface="Calibri"/>
              </a:rPr>
              <a:t> </a:t>
            </a:r>
            <a:r>
              <a:rPr sz="3200" spc="-10" dirty="0">
                <a:latin typeface="Calibri"/>
                <a:cs typeface="Calibri"/>
              </a:rPr>
              <a:t>changed</a:t>
            </a:r>
            <a:r>
              <a:rPr sz="3200" spc="20" dirty="0">
                <a:latin typeface="Calibri"/>
                <a:cs typeface="Calibri"/>
              </a:rPr>
              <a:t> </a:t>
            </a:r>
            <a:r>
              <a:rPr sz="3200" spc="-10" dirty="0">
                <a:latin typeface="Calibri"/>
                <a:cs typeface="Calibri"/>
              </a:rPr>
              <a:t>and </a:t>
            </a:r>
            <a:r>
              <a:rPr sz="3200" spc="-5" dirty="0">
                <a:latin typeface="Calibri"/>
                <a:cs typeface="Calibri"/>
              </a:rPr>
              <a:t> </a:t>
            </a:r>
            <a:r>
              <a:rPr sz="3200" spc="-10" dirty="0">
                <a:latin typeface="Calibri"/>
                <a:cs typeface="Calibri"/>
              </a:rPr>
              <a:t>manipulated</a:t>
            </a:r>
            <a:r>
              <a:rPr sz="3200" spc="5" dirty="0">
                <a:latin typeface="Calibri"/>
                <a:cs typeface="Calibri"/>
              </a:rPr>
              <a:t> </a:t>
            </a:r>
            <a:r>
              <a:rPr sz="3200" spc="-15" dirty="0">
                <a:latin typeface="Calibri"/>
                <a:cs typeface="Calibri"/>
              </a:rPr>
              <a:t>by</a:t>
            </a:r>
            <a:r>
              <a:rPr sz="3200" spc="25" dirty="0">
                <a:latin typeface="Calibri"/>
                <a:cs typeface="Calibri"/>
              </a:rPr>
              <a:t> </a:t>
            </a:r>
            <a:r>
              <a:rPr sz="3200" spc="-5" dirty="0">
                <a:latin typeface="Calibri"/>
                <a:cs typeface="Calibri"/>
              </a:rPr>
              <a:t>the</a:t>
            </a:r>
            <a:r>
              <a:rPr sz="3200" dirty="0">
                <a:latin typeface="Calibri"/>
                <a:cs typeface="Calibri"/>
              </a:rPr>
              <a:t> </a:t>
            </a:r>
            <a:r>
              <a:rPr sz="3200" spc="-10" dirty="0">
                <a:latin typeface="Calibri"/>
                <a:cs typeface="Calibri"/>
              </a:rPr>
              <a:t>decision</a:t>
            </a:r>
            <a:r>
              <a:rPr sz="3200" spc="35" dirty="0">
                <a:latin typeface="Calibri"/>
                <a:cs typeface="Calibri"/>
              </a:rPr>
              <a:t> </a:t>
            </a:r>
            <a:r>
              <a:rPr sz="3200" spc="-75" dirty="0">
                <a:latin typeface="Calibri"/>
                <a:cs typeface="Calibri"/>
              </a:rPr>
              <a:t>maker.</a:t>
            </a:r>
            <a:r>
              <a:rPr sz="3200" spc="10" dirty="0">
                <a:latin typeface="Calibri"/>
                <a:cs typeface="Calibri"/>
              </a:rPr>
              <a:t> </a:t>
            </a:r>
            <a:r>
              <a:rPr sz="3200" spc="-10" dirty="0">
                <a:latin typeface="Calibri"/>
                <a:cs typeface="Calibri"/>
              </a:rPr>
              <a:t>Decision </a:t>
            </a:r>
            <a:r>
              <a:rPr sz="3200" spc="-5" dirty="0">
                <a:latin typeface="Calibri"/>
                <a:cs typeface="Calibri"/>
              </a:rPr>
              <a:t> </a:t>
            </a:r>
            <a:r>
              <a:rPr sz="3200" spc="-10" dirty="0">
                <a:latin typeface="Calibri"/>
                <a:cs typeface="Calibri"/>
              </a:rPr>
              <a:t>variables</a:t>
            </a:r>
            <a:r>
              <a:rPr sz="3200" spc="15" dirty="0">
                <a:latin typeface="Calibri"/>
                <a:cs typeface="Calibri"/>
              </a:rPr>
              <a:t> </a:t>
            </a:r>
            <a:r>
              <a:rPr sz="3200" spc="-10" dirty="0">
                <a:latin typeface="Calibri"/>
                <a:cs typeface="Calibri"/>
              </a:rPr>
              <a:t>correspond</a:t>
            </a:r>
            <a:r>
              <a:rPr sz="3200" spc="10" dirty="0">
                <a:latin typeface="Calibri"/>
                <a:cs typeface="Calibri"/>
              </a:rPr>
              <a:t> </a:t>
            </a:r>
            <a:r>
              <a:rPr sz="3200" spc="-20" dirty="0">
                <a:latin typeface="Calibri"/>
                <a:cs typeface="Calibri"/>
              </a:rPr>
              <a:t>to</a:t>
            </a:r>
            <a:r>
              <a:rPr sz="3200" spc="5" dirty="0">
                <a:latin typeface="Calibri"/>
                <a:cs typeface="Calibri"/>
              </a:rPr>
              <a:t> </a:t>
            </a:r>
            <a:r>
              <a:rPr sz="3200" spc="-5" dirty="0">
                <a:latin typeface="Calibri"/>
                <a:cs typeface="Calibri"/>
              </a:rPr>
              <a:t>the</a:t>
            </a:r>
            <a:r>
              <a:rPr sz="3200" spc="10" dirty="0">
                <a:latin typeface="Calibri"/>
                <a:cs typeface="Calibri"/>
              </a:rPr>
              <a:t> </a:t>
            </a:r>
            <a:r>
              <a:rPr sz="3200" spc="-10" dirty="0">
                <a:latin typeface="Calibri"/>
                <a:cs typeface="Calibri"/>
              </a:rPr>
              <a:t>decisions</a:t>
            </a:r>
            <a:r>
              <a:rPr sz="3200" spc="30" dirty="0">
                <a:latin typeface="Calibri"/>
                <a:cs typeface="Calibri"/>
              </a:rPr>
              <a:t> </a:t>
            </a:r>
            <a:r>
              <a:rPr sz="3200" spc="-20" dirty="0">
                <a:latin typeface="Calibri"/>
                <a:cs typeface="Calibri"/>
              </a:rPr>
              <a:t>to</a:t>
            </a:r>
            <a:r>
              <a:rPr sz="3200" spc="5" dirty="0">
                <a:latin typeface="Calibri"/>
                <a:cs typeface="Calibri"/>
              </a:rPr>
              <a:t> </a:t>
            </a:r>
            <a:r>
              <a:rPr sz="3200" spc="-5" dirty="0">
                <a:latin typeface="Calibri"/>
                <a:cs typeface="Calibri"/>
              </a:rPr>
              <a:t>be</a:t>
            </a:r>
            <a:r>
              <a:rPr sz="3200" spc="5" dirty="0">
                <a:latin typeface="Calibri"/>
                <a:cs typeface="Calibri"/>
              </a:rPr>
              <a:t> </a:t>
            </a:r>
            <a:r>
              <a:rPr sz="3200" spc="-10" dirty="0">
                <a:latin typeface="Calibri"/>
                <a:cs typeface="Calibri"/>
              </a:rPr>
              <a:t>made, </a:t>
            </a:r>
            <a:r>
              <a:rPr sz="3200" spc="-710" dirty="0">
                <a:latin typeface="Calibri"/>
                <a:cs typeface="Calibri"/>
              </a:rPr>
              <a:t> </a:t>
            </a:r>
            <a:r>
              <a:rPr sz="3200" spc="-5" dirty="0">
                <a:latin typeface="Calibri"/>
                <a:cs typeface="Calibri"/>
              </a:rPr>
              <a:t>such</a:t>
            </a:r>
            <a:r>
              <a:rPr sz="3200" spc="10" dirty="0">
                <a:latin typeface="Calibri"/>
                <a:cs typeface="Calibri"/>
              </a:rPr>
              <a:t> </a:t>
            </a:r>
            <a:r>
              <a:rPr sz="3200" spc="-5" dirty="0">
                <a:latin typeface="Calibri"/>
                <a:cs typeface="Calibri"/>
              </a:rPr>
              <a:t>as</a:t>
            </a:r>
            <a:r>
              <a:rPr sz="3200" spc="5" dirty="0">
                <a:latin typeface="Calibri"/>
                <a:cs typeface="Calibri"/>
              </a:rPr>
              <a:t> </a:t>
            </a:r>
            <a:r>
              <a:rPr sz="3200" spc="-5" dirty="0">
                <a:latin typeface="Calibri"/>
                <a:cs typeface="Calibri"/>
              </a:rPr>
              <a:t>quantity</a:t>
            </a:r>
            <a:r>
              <a:rPr sz="3200" spc="30" dirty="0">
                <a:latin typeface="Calibri"/>
                <a:cs typeface="Calibri"/>
              </a:rPr>
              <a:t> </a:t>
            </a:r>
            <a:r>
              <a:rPr sz="3200" spc="-20" dirty="0">
                <a:latin typeface="Calibri"/>
                <a:cs typeface="Calibri"/>
              </a:rPr>
              <a:t>to</a:t>
            </a:r>
            <a:r>
              <a:rPr sz="3200" dirty="0">
                <a:latin typeface="Calibri"/>
                <a:cs typeface="Calibri"/>
              </a:rPr>
              <a:t> </a:t>
            </a:r>
            <a:r>
              <a:rPr sz="3200" spc="-15" dirty="0">
                <a:latin typeface="Calibri"/>
                <a:cs typeface="Calibri"/>
              </a:rPr>
              <a:t>produce,</a:t>
            </a:r>
            <a:r>
              <a:rPr sz="3200" spc="30" dirty="0">
                <a:latin typeface="Calibri"/>
                <a:cs typeface="Calibri"/>
              </a:rPr>
              <a:t> </a:t>
            </a:r>
            <a:r>
              <a:rPr sz="3200" spc="-10" dirty="0">
                <a:latin typeface="Calibri"/>
                <a:cs typeface="Calibri"/>
              </a:rPr>
              <a:t>amounts</a:t>
            </a:r>
            <a:r>
              <a:rPr sz="3200" spc="20" dirty="0">
                <a:latin typeface="Calibri"/>
                <a:cs typeface="Calibri"/>
              </a:rPr>
              <a:t> </a:t>
            </a:r>
            <a:r>
              <a:rPr sz="3200" spc="-10" dirty="0">
                <a:latin typeface="Calibri"/>
                <a:cs typeface="Calibri"/>
              </a:rPr>
              <a:t>of </a:t>
            </a:r>
            <a:r>
              <a:rPr sz="3200" spc="-5" dirty="0">
                <a:latin typeface="Calibri"/>
                <a:cs typeface="Calibri"/>
              </a:rPr>
              <a:t> </a:t>
            </a:r>
            <a:r>
              <a:rPr sz="3200" spc="-15" dirty="0">
                <a:latin typeface="Calibri"/>
                <a:cs typeface="Calibri"/>
              </a:rPr>
              <a:t>resources</a:t>
            </a:r>
            <a:r>
              <a:rPr sz="3200" spc="-25" dirty="0">
                <a:latin typeface="Calibri"/>
                <a:cs typeface="Calibri"/>
              </a:rPr>
              <a:t> </a:t>
            </a:r>
            <a:r>
              <a:rPr sz="3200" spc="-20" dirty="0">
                <a:latin typeface="Calibri"/>
                <a:cs typeface="Calibri"/>
              </a:rPr>
              <a:t>to</a:t>
            </a:r>
            <a:r>
              <a:rPr sz="3200" dirty="0">
                <a:latin typeface="Calibri"/>
                <a:cs typeface="Calibri"/>
              </a:rPr>
              <a:t> </a:t>
            </a:r>
            <a:r>
              <a:rPr sz="3200" spc="-15" dirty="0">
                <a:latin typeface="Calibri"/>
                <a:cs typeface="Calibri"/>
              </a:rPr>
              <a:t>allocate,</a:t>
            </a:r>
            <a:r>
              <a:rPr sz="3200" spc="25" dirty="0">
                <a:latin typeface="Calibri"/>
                <a:cs typeface="Calibri"/>
              </a:rPr>
              <a:t> </a:t>
            </a:r>
            <a:r>
              <a:rPr sz="3200" spc="-5" dirty="0">
                <a:latin typeface="Calibri"/>
                <a:cs typeface="Calibri"/>
              </a:rPr>
              <a:t>and</a:t>
            </a:r>
            <a:r>
              <a:rPr sz="3200" spc="20" dirty="0">
                <a:latin typeface="Calibri"/>
                <a:cs typeface="Calibri"/>
              </a:rPr>
              <a:t> </a:t>
            </a:r>
            <a:r>
              <a:rPr sz="3200" spc="-5" dirty="0">
                <a:latin typeface="Calibri"/>
                <a:cs typeface="Calibri"/>
              </a:rPr>
              <a:t>so</a:t>
            </a:r>
            <a:r>
              <a:rPr sz="3200" dirty="0">
                <a:latin typeface="Calibri"/>
                <a:cs typeface="Calibri"/>
              </a:rPr>
              <a:t> </a:t>
            </a:r>
            <a:r>
              <a:rPr sz="3200" spc="-10" dirty="0">
                <a:latin typeface="Calibri"/>
                <a:cs typeface="Calibri"/>
              </a:rPr>
              <a:t>on</a:t>
            </a:r>
            <a:endParaRPr sz="3200" dirty="0">
              <a:latin typeface="Calibri"/>
              <a:cs typeface="Calibri"/>
            </a:endParaRPr>
          </a:p>
          <a:p>
            <a:pPr marL="469265" indent="-457200">
              <a:spcBef>
                <a:spcPts val="320"/>
              </a:spcBef>
              <a:buFont typeface="Arial" panose="020B0604020202020204" pitchFamily="34" charset="0"/>
              <a:buChar char="•"/>
              <a:tabLst>
                <a:tab pos="354965" algn="l"/>
                <a:tab pos="355600" algn="l"/>
              </a:tabLst>
            </a:pPr>
            <a:r>
              <a:rPr sz="3200" b="1" spc="-10" dirty="0">
                <a:solidFill>
                  <a:srgbClr val="002060"/>
                </a:solidFill>
                <a:latin typeface="Calibri"/>
                <a:cs typeface="Calibri"/>
              </a:rPr>
              <a:t>Principle</a:t>
            </a:r>
            <a:r>
              <a:rPr sz="3200" b="1" spc="-15" dirty="0">
                <a:solidFill>
                  <a:srgbClr val="002060"/>
                </a:solidFill>
                <a:latin typeface="Calibri"/>
                <a:cs typeface="Calibri"/>
              </a:rPr>
              <a:t> </a:t>
            </a:r>
            <a:r>
              <a:rPr sz="3200" b="1" spc="-5" dirty="0">
                <a:solidFill>
                  <a:srgbClr val="002060"/>
                </a:solidFill>
                <a:latin typeface="Calibri"/>
                <a:cs typeface="Calibri"/>
              </a:rPr>
              <a:t>of </a:t>
            </a:r>
            <a:r>
              <a:rPr sz="3200" b="1" spc="-10" dirty="0">
                <a:solidFill>
                  <a:srgbClr val="002060"/>
                </a:solidFill>
                <a:latin typeface="Calibri"/>
                <a:cs typeface="Calibri"/>
              </a:rPr>
              <a:t>choice</a:t>
            </a:r>
            <a:endParaRPr sz="3200" dirty="0">
              <a:solidFill>
                <a:srgbClr val="002060"/>
              </a:solidFill>
              <a:latin typeface="Calibri"/>
              <a:cs typeface="Calibri"/>
            </a:endParaRPr>
          </a:p>
          <a:p>
            <a:pPr marL="354330" marR="1570990">
              <a:lnSpc>
                <a:spcPts val="3460"/>
              </a:lnSpc>
              <a:spcBef>
                <a:spcPts val="815"/>
              </a:spcBef>
            </a:pPr>
            <a:r>
              <a:rPr sz="3200" spc="-5" dirty="0">
                <a:latin typeface="Calibri"/>
                <a:cs typeface="Calibri"/>
              </a:rPr>
              <a:t>The </a:t>
            </a:r>
            <a:r>
              <a:rPr sz="3200" spc="-10" dirty="0">
                <a:latin typeface="Calibri"/>
                <a:cs typeface="Calibri"/>
              </a:rPr>
              <a:t>criterion</a:t>
            </a:r>
            <a:r>
              <a:rPr sz="3200" spc="5" dirty="0">
                <a:latin typeface="Calibri"/>
                <a:cs typeface="Calibri"/>
              </a:rPr>
              <a:t> </a:t>
            </a:r>
            <a:r>
              <a:rPr sz="3200" spc="-25" dirty="0">
                <a:latin typeface="Calibri"/>
                <a:cs typeface="Calibri"/>
              </a:rPr>
              <a:t>for</a:t>
            </a:r>
            <a:r>
              <a:rPr sz="3200" spc="-10" dirty="0">
                <a:latin typeface="Calibri"/>
                <a:cs typeface="Calibri"/>
              </a:rPr>
              <a:t> </a:t>
            </a:r>
            <a:r>
              <a:rPr sz="3200" spc="-5" dirty="0">
                <a:latin typeface="Calibri"/>
                <a:cs typeface="Calibri"/>
              </a:rPr>
              <a:t>making</a:t>
            </a:r>
            <a:r>
              <a:rPr sz="3200" spc="20" dirty="0">
                <a:latin typeface="Calibri"/>
                <a:cs typeface="Calibri"/>
              </a:rPr>
              <a:t> </a:t>
            </a:r>
            <a:r>
              <a:rPr sz="3200" spc="-5" dirty="0">
                <a:latin typeface="Calibri"/>
                <a:cs typeface="Calibri"/>
              </a:rPr>
              <a:t>a</a:t>
            </a:r>
            <a:r>
              <a:rPr sz="3200" dirty="0">
                <a:latin typeface="Calibri"/>
                <a:cs typeface="Calibri"/>
              </a:rPr>
              <a:t> </a:t>
            </a:r>
            <a:r>
              <a:rPr sz="3200" spc="-5" dirty="0">
                <a:latin typeface="Calibri"/>
                <a:cs typeface="Calibri"/>
              </a:rPr>
              <a:t>choice</a:t>
            </a:r>
            <a:r>
              <a:rPr sz="3200" spc="10" dirty="0">
                <a:latin typeface="Calibri"/>
                <a:cs typeface="Calibri"/>
              </a:rPr>
              <a:t> </a:t>
            </a:r>
            <a:r>
              <a:rPr sz="3200" spc="-5" dirty="0">
                <a:latin typeface="Calibri"/>
                <a:cs typeface="Calibri"/>
              </a:rPr>
              <a:t>among </a:t>
            </a:r>
            <a:r>
              <a:rPr sz="3200" spc="-710" dirty="0">
                <a:latin typeface="Calibri"/>
                <a:cs typeface="Calibri"/>
              </a:rPr>
              <a:t> </a:t>
            </a:r>
            <a:r>
              <a:rPr sz="3200" spc="-10" dirty="0">
                <a:latin typeface="Calibri"/>
                <a:cs typeface="Calibri"/>
              </a:rPr>
              <a:t>alternatives</a:t>
            </a:r>
            <a:endParaRPr sz="3200"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252220"/>
            <a:ext cx="10515600" cy="520014"/>
          </a:xfrm>
          <a:prstGeom prst="rect">
            <a:avLst/>
          </a:prstGeom>
        </p:spPr>
        <p:txBody>
          <a:bodyPr vert="horz" wrap="square" lIns="0" tIns="12065" rIns="0" bIns="0" rtlCol="0" anchor="ctr">
            <a:spAutoFit/>
          </a:bodyPr>
          <a:lstStyle/>
          <a:p>
            <a:pPr marL="805815" marR="5080" indent="32384">
              <a:lnSpc>
                <a:spcPct val="100000"/>
              </a:lnSpc>
              <a:spcBef>
                <a:spcPts val="95"/>
              </a:spcBef>
            </a:pPr>
            <a:r>
              <a:rPr spc="-10" dirty="0"/>
              <a:t>Decision </a:t>
            </a:r>
            <a:r>
              <a:rPr spc="-5" dirty="0"/>
              <a:t>Making: </a:t>
            </a:r>
            <a:r>
              <a:rPr spc="-980" dirty="0"/>
              <a:t> </a:t>
            </a:r>
            <a:r>
              <a:rPr spc="-5" dirty="0">
                <a:solidFill>
                  <a:srgbClr val="002060"/>
                </a:solidFill>
              </a:rPr>
              <a:t>The</a:t>
            </a:r>
            <a:r>
              <a:rPr spc="-30" dirty="0">
                <a:solidFill>
                  <a:srgbClr val="002060"/>
                </a:solidFill>
              </a:rPr>
              <a:t> </a:t>
            </a:r>
            <a:r>
              <a:rPr spc="-10" dirty="0">
                <a:solidFill>
                  <a:srgbClr val="002060"/>
                </a:solidFill>
              </a:rPr>
              <a:t>Design</a:t>
            </a:r>
            <a:r>
              <a:rPr spc="-20" dirty="0">
                <a:solidFill>
                  <a:srgbClr val="002060"/>
                </a:solidFill>
              </a:rPr>
              <a:t> </a:t>
            </a:r>
            <a:r>
              <a:rPr spc="-10" dirty="0">
                <a:solidFill>
                  <a:srgbClr val="002060"/>
                </a:solidFill>
              </a:rPr>
              <a:t>Phase</a:t>
            </a:r>
          </a:p>
        </p:txBody>
      </p:sp>
      <p:sp>
        <p:nvSpPr>
          <p:cNvPr id="3" name="object 3"/>
          <p:cNvSpPr txBox="1"/>
          <p:nvPr/>
        </p:nvSpPr>
        <p:spPr>
          <a:xfrm>
            <a:off x="1377632" y="1828800"/>
            <a:ext cx="8674735" cy="3763010"/>
          </a:xfrm>
          <a:prstGeom prst="rect">
            <a:avLst/>
          </a:prstGeom>
        </p:spPr>
        <p:txBody>
          <a:bodyPr vert="horz" wrap="square" lIns="0" tIns="101600" rIns="0" bIns="0" rtlCol="0">
            <a:spAutoFit/>
          </a:bodyPr>
          <a:lstStyle/>
          <a:p>
            <a:pPr marL="469265" indent="-457200">
              <a:spcBef>
                <a:spcPts val="800"/>
              </a:spcBef>
              <a:buFont typeface="Arial" panose="020B0604020202020204" pitchFamily="34" charset="0"/>
              <a:buChar char="•"/>
              <a:tabLst>
                <a:tab pos="355600" algn="l"/>
                <a:tab pos="356235" algn="l"/>
              </a:tabLst>
            </a:pPr>
            <a:r>
              <a:rPr sz="2800" b="1" spc="-10" dirty="0">
                <a:solidFill>
                  <a:srgbClr val="002060"/>
                </a:solidFill>
                <a:latin typeface="Calibri"/>
                <a:cs typeface="Calibri"/>
              </a:rPr>
              <a:t>Developing </a:t>
            </a:r>
            <a:r>
              <a:rPr sz="2800" b="1" spc="-15" dirty="0">
                <a:solidFill>
                  <a:srgbClr val="002060"/>
                </a:solidFill>
                <a:latin typeface="Calibri"/>
                <a:cs typeface="Calibri"/>
              </a:rPr>
              <a:t>(generating) alternatives</a:t>
            </a:r>
            <a:endParaRPr sz="2800" b="1" dirty="0">
              <a:solidFill>
                <a:srgbClr val="002060"/>
              </a:solidFill>
              <a:latin typeface="Calibri"/>
              <a:cs typeface="Calibri"/>
            </a:endParaRPr>
          </a:p>
          <a:p>
            <a:pPr marL="755015" marR="776605" lvl="1" indent="-285750">
              <a:spcBef>
                <a:spcPts val="595"/>
              </a:spcBef>
              <a:buFont typeface="Arial MT"/>
              <a:buChar char="–"/>
              <a:tabLst>
                <a:tab pos="755650" algn="l"/>
              </a:tabLst>
            </a:pPr>
            <a:r>
              <a:rPr sz="2400" dirty="0">
                <a:latin typeface="Calibri"/>
                <a:cs typeface="Calibri"/>
              </a:rPr>
              <a:t>In </a:t>
            </a:r>
            <a:r>
              <a:rPr sz="2400" spc="-10" dirty="0">
                <a:latin typeface="Calibri"/>
                <a:cs typeface="Calibri"/>
              </a:rPr>
              <a:t>optimization </a:t>
            </a:r>
            <a:r>
              <a:rPr sz="2400" dirty="0">
                <a:latin typeface="Calibri"/>
                <a:cs typeface="Calibri"/>
              </a:rPr>
              <a:t>models </a:t>
            </a:r>
            <a:r>
              <a:rPr sz="2400" spc="-5" dirty="0">
                <a:latin typeface="Calibri"/>
                <a:cs typeface="Calibri"/>
              </a:rPr>
              <a:t>the </a:t>
            </a:r>
            <a:r>
              <a:rPr sz="2400" spc="-10" dirty="0">
                <a:latin typeface="Calibri"/>
                <a:cs typeface="Calibri"/>
              </a:rPr>
              <a:t>alternatives </a:t>
            </a:r>
            <a:r>
              <a:rPr sz="2400" spc="-15" dirty="0">
                <a:latin typeface="Calibri"/>
                <a:cs typeface="Calibri"/>
              </a:rPr>
              <a:t>may </a:t>
            </a:r>
            <a:r>
              <a:rPr sz="2400" spc="-5" dirty="0">
                <a:latin typeface="Calibri"/>
                <a:cs typeface="Calibri"/>
              </a:rPr>
              <a:t>be </a:t>
            </a:r>
            <a:r>
              <a:rPr sz="2400" spc="-15" dirty="0">
                <a:latin typeface="Calibri"/>
                <a:cs typeface="Calibri"/>
              </a:rPr>
              <a:t>generated </a:t>
            </a:r>
            <a:r>
              <a:rPr sz="2400" spc="-530" dirty="0">
                <a:latin typeface="Calibri"/>
                <a:cs typeface="Calibri"/>
              </a:rPr>
              <a:t> </a:t>
            </a:r>
            <a:r>
              <a:rPr sz="2400" spc="-10" dirty="0">
                <a:latin typeface="Calibri"/>
                <a:cs typeface="Calibri"/>
              </a:rPr>
              <a:t>automatically</a:t>
            </a:r>
            <a:r>
              <a:rPr sz="2400" spc="-35" dirty="0">
                <a:latin typeface="Calibri"/>
                <a:cs typeface="Calibri"/>
              </a:rPr>
              <a:t> </a:t>
            </a:r>
            <a:r>
              <a:rPr sz="2400" spc="-10" dirty="0">
                <a:latin typeface="Calibri"/>
                <a:cs typeface="Calibri"/>
              </a:rPr>
              <a:t>by</a:t>
            </a:r>
            <a:r>
              <a:rPr sz="2400" spc="-5" dirty="0">
                <a:latin typeface="Calibri"/>
                <a:cs typeface="Calibri"/>
              </a:rPr>
              <a:t> the</a:t>
            </a:r>
            <a:r>
              <a:rPr sz="2400" dirty="0">
                <a:latin typeface="Calibri"/>
                <a:cs typeface="Calibri"/>
              </a:rPr>
              <a:t> model</a:t>
            </a:r>
          </a:p>
          <a:p>
            <a:pPr marL="754380" marR="5080" lvl="1" indent="-285115">
              <a:spcBef>
                <a:spcPts val="575"/>
              </a:spcBef>
              <a:buFont typeface="Arial MT"/>
              <a:buChar char="–"/>
              <a:tabLst>
                <a:tab pos="755650" algn="l"/>
              </a:tabLst>
            </a:pPr>
            <a:r>
              <a:rPr sz="2400" dirty="0">
                <a:latin typeface="Calibri"/>
                <a:cs typeface="Calibri"/>
              </a:rPr>
              <a:t>In </a:t>
            </a:r>
            <a:r>
              <a:rPr sz="2400" spc="-10" dirty="0">
                <a:latin typeface="Calibri"/>
                <a:cs typeface="Calibri"/>
              </a:rPr>
              <a:t>most </a:t>
            </a:r>
            <a:r>
              <a:rPr sz="2400" dirty="0">
                <a:latin typeface="Calibri"/>
                <a:cs typeface="Calibri"/>
              </a:rPr>
              <a:t>MSS </a:t>
            </a:r>
            <a:r>
              <a:rPr sz="2400" spc="-10" dirty="0">
                <a:latin typeface="Calibri"/>
                <a:cs typeface="Calibri"/>
              </a:rPr>
              <a:t>situations </a:t>
            </a:r>
            <a:r>
              <a:rPr sz="2400" dirty="0">
                <a:latin typeface="Calibri"/>
                <a:cs typeface="Calibri"/>
              </a:rPr>
              <a:t>it is necessary </a:t>
            </a:r>
            <a:r>
              <a:rPr sz="2400" spc="-15" dirty="0">
                <a:latin typeface="Calibri"/>
                <a:cs typeface="Calibri"/>
              </a:rPr>
              <a:t>to </a:t>
            </a:r>
            <a:r>
              <a:rPr sz="2400" spc="-20" dirty="0">
                <a:latin typeface="Calibri"/>
                <a:cs typeface="Calibri"/>
              </a:rPr>
              <a:t>generate </a:t>
            </a:r>
            <a:r>
              <a:rPr sz="2400" spc="-10" dirty="0">
                <a:latin typeface="Calibri"/>
                <a:cs typeface="Calibri"/>
              </a:rPr>
              <a:t>alternatives </a:t>
            </a:r>
            <a:r>
              <a:rPr sz="2400" spc="-5" dirty="0">
                <a:latin typeface="Calibri"/>
                <a:cs typeface="Calibri"/>
              </a:rPr>
              <a:t> </a:t>
            </a:r>
            <a:r>
              <a:rPr sz="2400" dirty="0">
                <a:latin typeface="Calibri"/>
                <a:cs typeface="Calibri"/>
              </a:rPr>
              <a:t>manually </a:t>
            </a:r>
            <a:r>
              <a:rPr sz="2400" spc="-5" dirty="0">
                <a:latin typeface="Calibri"/>
                <a:cs typeface="Calibri"/>
              </a:rPr>
              <a:t>(a </a:t>
            </a:r>
            <a:r>
              <a:rPr sz="2400" spc="-35" dirty="0">
                <a:latin typeface="Calibri"/>
                <a:cs typeface="Calibri"/>
              </a:rPr>
              <a:t>lengthy, </a:t>
            </a:r>
            <a:r>
              <a:rPr sz="2400" spc="-10" dirty="0">
                <a:latin typeface="Calibri"/>
                <a:cs typeface="Calibri"/>
              </a:rPr>
              <a:t>costly process); </a:t>
            </a:r>
            <a:r>
              <a:rPr sz="2400" spc="-5" dirty="0">
                <a:latin typeface="Calibri"/>
                <a:cs typeface="Calibri"/>
              </a:rPr>
              <a:t>issues such </a:t>
            </a:r>
            <a:r>
              <a:rPr sz="2400" dirty="0">
                <a:latin typeface="Calibri"/>
                <a:cs typeface="Calibri"/>
              </a:rPr>
              <a:t>as when </a:t>
            </a:r>
            <a:r>
              <a:rPr sz="2400" spc="-15" dirty="0">
                <a:latin typeface="Calibri"/>
                <a:cs typeface="Calibri"/>
              </a:rPr>
              <a:t>to stop </a:t>
            </a:r>
            <a:r>
              <a:rPr sz="2400" spc="-530" dirty="0">
                <a:latin typeface="Calibri"/>
                <a:cs typeface="Calibri"/>
              </a:rPr>
              <a:t> </a:t>
            </a:r>
            <a:r>
              <a:rPr sz="2400" spc="-15" dirty="0">
                <a:latin typeface="Calibri"/>
                <a:cs typeface="Calibri"/>
              </a:rPr>
              <a:t>generating</a:t>
            </a:r>
            <a:r>
              <a:rPr sz="2400" spc="-20" dirty="0">
                <a:latin typeface="Calibri"/>
                <a:cs typeface="Calibri"/>
              </a:rPr>
              <a:t> </a:t>
            </a:r>
            <a:r>
              <a:rPr sz="2400" spc="-10" dirty="0">
                <a:latin typeface="Calibri"/>
                <a:cs typeface="Calibri"/>
              </a:rPr>
              <a:t>alternatives </a:t>
            </a:r>
            <a:r>
              <a:rPr sz="2400" spc="-15" dirty="0">
                <a:latin typeface="Calibri"/>
                <a:cs typeface="Calibri"/>
              </a:rPr>
              <a:t>are</a:t>
            </a:r>
            <a:r>
              <a:rPr sz="2400" spc="-5" dirty="0">
                <a:latin typeface="Calibri"/>
                <a:cs typeface="Calibri"/>
              </a:rPr>
              <a:t> very</a:t>
            </a:r>
            <a:r>
              <a:rPr sz="2400" spc="5" dirty="0">
                <a:latin typeface="Calibri"/>
                <a:cs typeface="Calibri"/>
              </a:rPr>
              <a:t> </a:t>
            </a:r>
            <a:r>
              <a:rPr sz="2400" spc="-10" dirty="0">
                <a:latin typeface="Calibri"/>
                <a:cs typeface="Calibri"/>
              </a:rPr>
              <a:t>important</a:t>
            </a:r>
            <a:endParaRPr sz="2400" dirty="0">
              <a:latin typeface="Calibri"/>
              <a:cs typeface="Calibri"/>
            </a:endParaRPr>
          </a:p>
          <a:p>
            <a:pPr marL="755015" marR="316230" lvl="1" indent="-286385">
              <a:spcBef>
                <a:spcPts val="580"/>
              </a:spcBef>
              <a:buFont typeface="Arial MT"/>
              <a:buChar char="–"/>
              <a:tabLst>
                <a:tab pos="755015" algn="l"/>
              </a:tabLst>
            </a:pPr>
            <a:r>
              <a:rPr sz="2400" spc="-5" dirty="0">
                <a:latin typeface="Calibri"/>
                <a:cs typeface="Calibri"/>
              </a:rPr>
              <a:t>The</a:t>
            </a:r>
            <a:r>
              <a:rPr sz="2400" dirty="0">
                <a:latin typeface="Calibri"/>
                <a:cs typeface="Calibri"/>
              </a:rPr>
              <a:t> </a:t>
            </a:r>
            <a:r>
              <a:rPr sz="2400" spc="-10" dirty="0">
                <a:latin typeface="Calibri"/>
                <a:cs typeface="Calibri"/>
              </a:rPr>
              <a:t>search</a:t>
            </a:r>
            <a:r>
              <a:rPr sz="2400" spc="5" dirty="0">
                <a:latin typeface="Calibri"/>
                <a:cs typeface="Calibri"/>
              </a:rPr>
              <a:t> </a:t>
            </a:r>
            <a:r>
              <a:rPr sz="2400" spc="-20" dirty="0">
                <a:latin typeface="Calibri"/>
                <a:cs typeface="Calibri"/>
              </a:rPr>
              <a:t>for</a:t>
            </a:r>
            <a:r>
              <a:rPr sz="2400" spc="-5" dirty="0">
                <a:latin typeface="Calibri"/>
                <a:cs typeface="Calibri"/>
              </a:rPr>
              <a:t> </a:t>
            </a:r>
            <a:r>
              <a:rPr sz="2400" spc="-10" dirty="0">
                <a:latin typeface="Calibri"/>
                <a:cs typeface="Calibri"/>
              </a:rPr>
              <a:t>alternatives</a:t>
            </a:r>
            <a:r>
              <a:rPr sz="2400" spc="-5" dirty="0">
                <a:latin typeface="Calibri"/>
                <a:cs typeface="Calibri"/>
              </a:rPr>
              <a:t> usually</a:t>
            </a:r>
            <a:r>
              <a:rPr sz="2400" spc="5" dirty="0">
                <a:latin typeface="Calibri"/>
                <a:cs typeface="Calibri"/>
              </a:rPr>
              <a:t> </a:t>
            </a:r>
            <a:r>
              <a:rPr sz="2400" spc="-15" dirty="0">
                <a:latin typeface="Calibri"/>
                <a:cs typeface="Calibri"/>
              </a:rPr>
              <a:t>occurs</a:t>
            </a:r>
            <a:r>
              <a:rPr sz="2400" spc="-5" dirty="0">
                <a:latin typeface="Calibri"/>
                <a:cs typeface="Calibri"/>
              </a:rPr>
              <a:t> </a:t>
            </a:r>
            <a:r>
              <a:rPr sz="2400" spc="-10" dirty="0">
                <a:latin typeface="Calibri"/>
                <a:cs typeface="Calibri"/>
              </a:rPr>
              <a:t>after</a:t>
            </a:r>
            <a:r>
              <a:rPr sz="2400" spc="-5" dirty="0">
                <a:latin typeface="Calibri"/>
                <a:cs typeface="Calibri"/>
              </a:rPr>
              <a:t> the</a:t>
            </a:r>
            <a:r>
              <a:rPr sz="2400" dirty="0">
                <a:latin typeface="Calibri"/>
                <a:cs typeface="Calibri"/>
              </a:rPr>
              <a:t> </a:t>
            </a:r>
            <a:r>
              <a:rPr sz="2400" spc="-5" dirty="0">
                <a:latin typeface="Calibri"/>
                <a:cs typeface="Calibri"/>
              </a:rPr>
              <a:t>criteria</a:t>
            </a:r>
            <a:r>
              <a:rPr sz="2400" spc="-10" dirty="0">
                <a:latin typeface="Calibri"/>
                <a:cs typeface="Calibri"/>
              </a:rPr>
              <a:t> </a:t>
            </a:r>
            <a:r>
              <a:rPr sz="2400" spc="-20" dirty="0">
                <a:latin typeface="Calibri"/>
                <a:cs typeface="Calibri"/>
              </a:rPr>
              <a:t>for </a:t>
            </a:r>
            <a:r>
              <a:rPr sz="2400" spc="-525" dirty="0">
                <a:latin typeface="Calibri"/>
                <a:cs typeface="Calibri"/>
              </a:rPr>
              <a:t> </a:t>
            </a:r>
            <a:r>
              <a:rPr sz="2400" spc="-10" dirty="0">
                <a:latin typeface="Calibri"/>
                <a:cs typeface="Calibri"/>
              </a:rPr>
              <a:t>evaluating </a:t>
            </a:r>
            <a:r>
              <a:rPr sz="2400" spc="-5" dirty="0">
                <a:latin typeface="Calibri"/>
                <a:cs typeface="Calibri"/>
              </a:rPr>
              <a:t>the </a:t>
            </a:r>
            <a:r>
              <a:rPr sz="2400" spc="-10" dirty="0">
                <a:latin typeface="Calibri"/>
                <a:cs typeface="Calibri"/>
              </a:rPr>
              <a:t>alternatives</a:t>
            </a:r>
            <a:r>
              <a:rPr sz="2400" spc="-15" dirty="0">
                <a:latin typeface="Calibri"/>
                <a:cs typeface="Calibri"/>
              </a:rPr>
              <a:t> are</a:t>
            </a:r>
            <a:r>
              <a:rPr sz="2400" dirty="0">
                <a:latin typeface="Calibri"/>
                <a:cs typeface="Calibri"/>
              </a:rPr>
              <a:t> </a:t>
            </a:r>
            <a:r>
              <a:rPr sz="2400" spc="-10" dirty="0">
                <a:latin typeface="Calibri"/>
                <a:cs typeface="Calibri"/>
              </a:rPr>
              <a:t>determined</a:t>
            </a:r>
            <a:endParaRPr sz="2400" dirty="0">
              <a:latin typeface="Calibri"/>
              <a:cs typeface="Calibri"/>
            </a:endParaRPr>
          </a:p>
          <a:p>
            <a:pPr marL="754380" lvl="1" indent="-285750">
              <a:spcBef>
                <a:spcPts val="575"/>
              </a:spcBef>
              <a:buFont typeface="Arial MT"/>
              <a:buChar char="–"/>
              <a:tabLst>
                <a:tab pos="755015" algn="l"/>
              </a:tabLst>
            </a:pPr>
            <a:r>
              <a:rPr sz="2400" spc="-5" dirty="0">
                <a:latin typeface="Calibri"/>
                <a:cs typeface="Calibri"/>
              </a:rPr>
              <a:t>The</a:t>
            </a:r>
            <a:r>
              <a:rPr sz="2400" dirty="0">
                <a:latin typeface="Calibri"/>
                <a:cs typeface="Calibri"/>
              </a:rPr>
              <a:t> </a:t>
            </a:r>
            <a:r>
              <a:rPr sz="2400" spc="-15" dirty="0">
                <a:latin typeface="Calibri"/>
                <a:cs typeface="Calibri"/>
              </a:rPr>
              <a:t>outcome</a:t>
            </a:r>
            <a:r>
              <a:rPr sz="2400" spc="-20" dirty="0">
                <a:latin typeface="Calibri"/>
                <a:cs typeface="Calibri"/>
              </a:rPr>
              <a:t> </a:t>
            </a:r>
            <a:r>
              <a:rPr sz="2400" spc="-5" dirty="0">
                <a:latin typeface="Calibri"/>
                <a:cs typeface="Calibri"/>
              </a:rPr>
              <a:t>of every</a:t>
            </a:r>
            <a:r>
              <a:rPr sz="2400" dirty="0">
                <a:latin typeface="Calibri"/>
                <a:cs typeface="Calibri"/>
              </a:rPr>
              <a:t> </a:t>
            </a:r>
            <a:r>
              <a:rPr sz="2400" spc="-10" dirty="0">
                <a:latin typeface="Calibri"/>
                <a:cs typeface="Calibri"/>
              </a:rPr>
              <a:t>proposed</a:t>
            </a:r>
            <a:r>
              <a:rPr sz="2400" spc="10" dirty="0">
                <a:latin typeface="Calibri"/>
                <a:cs typeface="Calibri"/>
              </a:rPr>
              <a:t> </a:t>
            </a:r>
            <a:r>
              <a:rPr sz="2400" spc="-10" dirty="0">
                <a:latin typeface="Calibri"/>
                <a:cs typeface="Calibri"/>
              </a:rPr>
              <a:t>alternative</a:t>
            </a:r>
            <a:r>
              <a:rPr sz="2400" spc="-15" dirty="0">
                <a:latin typeface="Calibri"/>
                <a:cs typeface="Calibri"/>
              </a:rPr>
              <a:t> </a:t>
            </a:r>
            <a:r>
              <a:rPr sz="2400" spc="-10" dirty="0">
                <a:latin typeface="Calibri"/>
                <a:cs typeface="Calibri"/>
              </a:rPr>
              <a:t>must </a:t>
            </a:r>
            <a:r>
              <a:rPr sz="2400" spc="-5" dirty="0">
                <a:latin typeface="Calibri"/>
                <a:cs typeface="Calibri"/>
              </a:rPr>
              <a:t>be</a:t>
            </a:r>
            <a:r>
              <a:rPr sz="2400" dirty="0">
                <a:latin typeface="Calibri"/>
                <a:cs typeface="Calibri"/>
              </a:rPr>
              <a:t> </a:t>
            </a:r>
            <a:r>
              <a:rPr sz="2400" spc="-10" dirty="0">
                <a:latin typeface="Calibri"/>
                <a:cs typeface="Calibri"/>
              </a:rPr>
              <a:t>established</a:t>
            </a:r>
            <a:endParaRPr sz="2400"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947044"/>
            <a:ext cx="10515600" cy="520014"/>
          </a:xfrm>
          <a:prstGeom prst="rect">
            <a:avLst/>
          </a:prstGeom>
        </p:spPr>
        <p:txBody>
          <a:bodyPr vert="horz" wrap="square" lIns="0" tIns="12065" rIns="0" bIns="0" rtlCol="0" anchor="ctr">
            <a:spAutoFit/>
          </a:bodyPr>
          <a:lstStyle/>
          <a:p>
            <a:pPr marL="805815" marR="5080" indent="32384">
              <a:lnSpc>
                <a:spcPct val="100000"/>
              </a:lnSpc>
              <a:spcBef>
                <a:spcPts val="95"/>
              </a:spcBef>
            </a:pPr>
            <a:r>
              <a:rPr spc="-10" dirty="0"/>
              <a:t>Decision </a:t>
            </a:r>
            <a:r>
              <a:rPr spc="-5" dirty="0"/>
              <a:t>Making: </a:t>
            </a:r>
            <a:r>
              <a:rPr spc="-980" dirty="0"/>
              <a:t> </a:t>
            </a:r>
            <a:r>
              <a:rPr spc="-5" dirty="0">
                <a:solidFill>
                  <a:srgbClr val="002060"/>
                </a:solidFill>
              </a:rPr>
              <a:t>The</a:t>
            </a:r>
            <a:r>
              <a:rPr spc="-30" dirty="0">
                <a:solidFill>
                  <a:srgbClr val="002060"/>
                </a:solidFill>
              </a:rPr>
              <a:t> </a:t>
            </a:r>
            <a:r>
              <a:rPr spc="-10" dirty="0">
                <a:solidFill>
                  <a:srgbClr val="002060"/>
                </a:solidFill>
              </a:rPr>
              <a:t>Design</a:t>
            </a:r>
            <a:r>
              <a:rPr spc="-20" dirty="0">
                <a:solidFill>
                  <a:srgbClr val="002060"/>
                </a:solidFill>
              </a:rPr>
              <a:t> </a:t>
            </a:r>
            <a:r>
              <a:rPr spc="-10" dirty="0">
                <a:solidFill>
                  <a:srgbClr val="002060"/>
                </a:solidFill>
              </a:rPr>
              <a:t>Phase</a:t>
            </a:r>
          </a:p>
        </p:txBody>
      </p:sp>
      <p:sp>
        <p:nvSpPr>
          <p:cNvPr id="3" name="object 3"/>
          <p:cNvSpPr txBox="1"/>
          <p:nvPr/>
        </p:nvSpPr>
        <p:spPr>
          <a:xfrm>
            <a:off x="1371600" y="2133600"/>
            <a:ext cx="8488680" cy="3523399"/>
          </a:xfrm>
          <a:prstGeom prst="rect">
            <a:avLst/>
          </a:prstGeom>
        </p:spPr>
        <p:txBody>
          <a:bodyPr vert="horz" wrap="square" lIns="0" tIns="113664" rIns="0" bIns="0" rtlCol="0">
            <a:spAutoFit/>
          </a:bodyPr>
          <a:lstStyle/>
          <a:p>
            <a:pPr marL="469265" indent="-457200">
              <a:spcBef>
                <a:spcPts val="894"/>
              </a:spcBef>
              <a:buFont typeface="Arial" panose="020B0604020202020204" pitchFamily="34" charset="0"/>
              <a:buChar char="•"/>
              <a:tabLst>
                <a:tab pos="354965" algn="l"/>
                <a:tab pos="355600" algn="l"/>
              </a:tabLst>
            </a:pPr>
            <a:r>
              <a:rPr sz="3200" b="1" spc="-10" dirty="0">
                <a:solidFill>
                  <a:srgbClr val="002060"/>
                </a:solidFill>
                <a:latin typeface="Calibri"/>
                <a:cs typeface="Calibri"/>
              </a:rPr>
              <a:t>Measuring</a:t>
            </a:r>
            <a:r>
              <a:rPr sz="3200" b="1" spc="5" dirty="0">
                <a:solidFill>
                  <a:srgbClr val="002060"/>
                </a:solidFill>
                <a:latin typeface="Calibri"/>
                <a:cs typeface="Calibri"/>
              </a:rPr>
              <a:t> </a:t>
            </a:r>
            <a:r>
              <a:rPr sz="3200" b="1" spc="-15" dirty="0">
                <a:solidFill>
                  <a:srgbClr val="002060"/>
                </a:solidFill>
                <a:latin typeface="Calibri"/>
                <a:cs typeface="Calibri"/>
              </a:rPr>
              <a:t>outcomes</a:t>
            </a:r>
            <a:endParaRPr sz="3200" b="1" dirty="0">
              <a:solidFill>
                <a:srgbClr val="002060"/>
              </a:solidFill>
              <a:latin typeface="Calibri"/>
              <a:cs typeface="Calibri"/>
            </a:endParaRPr>
          </a:p>
          <a:p>
            <a:pPr marL="756285" marR="447675" lvl="1" indent="-287020">
              <a:spcBef>
                <a:spcPts val="700"/>
              </a:spcBef>
              <a:buFont typeface="Arial MT"/>
              <a:buChar char="–"/>
              <a:tabLst>
                <a:tab pos="755650" algn="l"/>
              </a:tabLst>
            </a:pPr>
            <a:r>
              <a:rPr sz="2800" spc="-5" dirty="0">
                <a:latin typeface="Calibri"/>
                <a:cs typeface="Calibri"/>
              </a:rPr>
              <a:t>The </a:t>
            </a:r>
            <a:r>
              <a:rPr sz="2800" spc="-15" dirty="0">
                <a:latin typeface="Calibri"/>
                <a:cs typeface="Calibri"/>
              </a:rPr>
              <a:t>value </a:t>
            </a:r>
            <a:r>
              <a:rPr sz="2800" spc="-5" dirty="0">
                <a:latin typeface="Calibri"/>
                <a:cs typeface="Calibri"/>
              </a:rPr>
              <a:t>of </a:t>
            </a:r>
            <a:r>
              <a:rPr sz="2800" dirty="0">
                <a:latin typeface="Calibri"/>
                <a:cs typeface="Calibri"/>
              </a:rPr>
              <a:t>an </a:t>
            </a:r>
            <a:r>
              <a:rPr sz="2800" spc="-10" dirty="0">
                <a:latin typeface="Calibri"/>
                <a:cs typeface="Calibri"/>
              </a:rPr>
              <a:t>alternative </a:t>
            </a:r>
            <a:r>
              <a:rPr sz="2800" spc="-5" dirty="0">
                <a:latin typeface="Calibri"/>
                <a:cs typeface="Calibri"/>
              </a:rPr>
              <a:t>is </a:t>
            </a:r>
            <a:r>
              <a:rPr sz="2800" spc="-15" dirty="0">
                <a:latin typeface="Calibri"/>
                <a:cs typeface="Calibri"/>
              </a:rPr>
              <a:t>evaluated </a:t>
            </a:r>
            <a:r>
              <a:rPr sz="2800" spc="-5" dirty="0">
                <a:latin typeface="Calibri"/>
                <a:cs typeface="Calibri"/>
              </a:rPr>
              <a:t>in </a:t>
            </a:r>
            <a:r>
              <a:rPr sz="2800" spc="-10" dirty="0">
                <a:latin typeface="Calibri"/>
                <a:cs typeface="Calibri"/>
              </a:rPr>
              <a:t>terms </a:t>
            </a:r>
            <a:r>
              <a:rPr sz="2800" spc="-5" dirty="0">
                <a:latin typeface="Calibri"/>
                <a:cs typeface="Calibri"/>
              </a:rPr>
              <a:t>of </a:t>
            </a:r>
            <a:r>
              <a:rPr sz="2800" spc="-620" dirty="0">
                <a:latin typeface="Calibri"/>
                <a:cs typeface="Calibri"/>
              </a:rPr>
              <a:t> </a:t>
            </a:r>
            <a:r>
              <a:rPr sz="2800" spc="-10" dirty="0">
                <a:latin typeface="Calibri"/>
                <a:cs typeface="Calibri"/>
              </a:rPr>
              <a:t>goal</a:t>
            </a:r>
            <a:r>
              <a:rPr sz="2800" spc="-35" dirty="0">
                <a:latin typeface="Calibri"/>
                <a:cs typeface="Calibri"/>
              </a:rPr>
              <a:t> </a:t>
            </a:r>
            <a:r>
              <a:rPr sz="2800" spc="-20" dirty="0">
                <a:latin typeface="Calibri"/>
                <a:cs typeface="Calibri"/>
              </a:rPr>
              <a:t>attainment</a:t>
            </a:r>
            <a:endParaRPr lang="en-US" sz="2800" dirty="0">
              <a:latin typeface="Calibri"/>
              <a:cs typeface="Calibri"/>
            </a:endParaRPr>
          </a:p>
          <a:p>
            <a:pPr marL="469265" marR="447675" lvl="1" indent="-457200">
              <a:spcBef>
                <a:spcPts val="894"/>
              </a:spcBef>
              <a:buFont typeface="Arial" panose="020B0604020202020204" pitchFamily="34" charset="0"/>
              <a:buChar char="•"/>
              <a:tabLst>
                <a:tab pos="354965" algn="l"/>
                <a:tab pos="355600" algn="l"/>
              </a:tabLst>
            </a:pPr>
            <a:r>
              <a:rPr sz="3200" b="1" spc="-10" dirty="0">
                <a:solidFill>
                  <a:srgbClr val="002060"/>
                </a:solidFill>
                <a:latin typeface="Calibri"/>
                <a:cs typeface="Calibri"/>
              </a:rPr>
              <a:t>Risk</a:t>
            </a:r>
          </a:p>
          <a:p>
            <a:pPr marL="755650" marR="5080" lvl="1" indent="-286385">
              <a:spcBef>
                <a:spcPts val="700"/>
              </a:spcBef>
              <a:buFont typeface="Arial MT"/>
              <a:buChar char="–"/>
              <a:tabLst>
                <a:tab pos="755650" algn="l"/>
              </a:tabLst>
            </a:pPr>
            <a:r>
              <a:rPr sz="2800" spc="-5" dirty="0">
                <a:latin typeface="Calibri"/>
                <a:cs typeface="Calibri"/>
              </a:rPr>
              <a:t>One </a:t>
            </a:r>
            <a:r>
              <a:rPr sz="2800" spc="-15" dirty="0">
                <a:latin typeface="Calibri"/>
                <a:cs typeface="Calibri"/>
              </a:rPr>
              <a:t>important</a:t>
            </a:r>
            <a:r>
              <a:rPr sz="2800" spc="5" dirty="0">
                <a:latin typeface="Calibri"/>
                <a:cs typeface="Calibri"/>
              </a:rPr>
              <a:t> </a:t>
            </a:r>
            <a:r>
              <a:rPr sz="2800" spc="-10" dirty="0">
                <a:latin typeface="Calibri"/>
                <a:cs typeface="Calibri"/>
              </a:rPr>
              <a:t>task</a:t>
            </a:r>
            <a:r>
              <a:rPr sz="2800" dirty="0">
                <a:latin typeface="Calibri"/>
                <a:cs typeface="Calibri"/>
              </a:rPr>
              <a:t> </a:t>
            </a:r>
            <a:r>
              <a:rPr sz="2800" spc="-5" dirty="0">
                <a:latin typeface="Calibri"/>
                <a:cs typeface="Calibri"/>
              </a:rPr>
              <a:t>of</a:t>
            </a:r>
            <a:r>
              <a:rPr sz="2800" dirty="0">
                <a:latin typeface="Calibri"/>
                <a:cs typeface="Calibri"/>
              </a:rPr>
              <a:t> a </a:t>
            </a:r>
            <a:r>
              <a:rPr sz="2800" spc="-5" dirty="0">
                <a:latin typeface="Calibri"/>
                <a:cs typeface="Calibri"/>
              </a:rPr>
              <a:t>decision</a:t>
            </a:r>
            <a:r>
              <a:rPr sz="2800" spc="15" dirty="0">
                <a:latin typeface="Calibri"/>
                <a:cs typeface="Calibri"/>
              </a:rPr>
              <a:t> </a:t>
            </a:r>
            <a:r>
              <a:rPr sz="2800" spc="-20" dirty="0">
                <a:latin typeface="Calibri"/>
                <a:cs typeface="Calibri"/>
              </a:rPr>
              <a:t>maker</a:t>
            </a:r>
            <a:r>
              <a:rPr sz="2800" spc="-15" dirty="0">
                <a:latin typeface="Calibri"/>
                <a:cs typeface="Calibri"/>
              </a:rPr>
              <a:t> </a:t>
            </a:r>
            <a:r>
              <a:rPr sz="2800" spc="-5" dirty="0">
                <a:latin typeface="Calibri"/>
                <a:cs typeface="Calibri"/>
              </a:rPr>
              <a:t>is</a:t>
            </a:r>
            <a:r>
              <a:rPr sz="2800" spc="5" dirty="0">
                <a:latin typeface="Calibri"/>
                <a:cs typeface="Calibri"/>
              </a:rPr>
              <a:t> </a:t>
            </a:r>
            <a:r>
              <a:rPr sz="2800" spc="-20" dirty="0">
                <a:latin typeface="Calibri"/>
                <a:cs typeface="Calibri"/>
              </a:rPr>
              <a:t>to</a:t>
            </a:r>
            <a:r>
              <a:rPr sz="2800" spc="5" dirty="0">
                <a:latin typeface="Calibri"/>
                <a:cs typeface="Calibri"/>
              </a:rPr>
              <a:t> </a:t>
            </a:r>
            <a:r>
              <a:rPr sz="2800" spc="-15" dirty="0">
                <a:latin typeface="Calibri"/>
                <a:cs typeface="Calibri"/>
              </a:rPr>
              <a:t>attribute </a:t>
            </a:r>
            <a:r>
              <a:rPr sz="2800" spc="-615" dirty="0">
                <a:latin typeface="Calibri"/>
                <a:cs typeface="Calibri"/>
              </a:rPr>
              <a:t> </a:t>
            </a:r>
            <a:r>
              <a:rPr sz="2800" dirty="0">
                <a:latin typeface="Calibri"/>
                <a:cs typeface="Calibri"/>
              </a:rPr>
              <a:t>a</a:t>
            </a:r>
            <a:r>
              <a:rPr sz="2800" spc="-15" dirty="0">
                <a:latin typeface="Calibri"/>
                <a:cs typeface="Calibri"/>
              </a:rPr>
              <a:t> level</a:t>
            </a:r>
            <a:r>
              <a:rPr sz="2800" spc="-10" dirty="0">
                <a:latin typeface="Calibri"/>
                <a:cs typeface="Calibri"/>
              </a:rPr>
              <a:t> </a:t>
            </a:r>
            <a:r>
              <a:rPr sz="2800" spc="-5" dirty="0">
                <a:latin typeface="Calibri"/>
                <a:cs typeface="Calibri"/>
              </a:rPr>
              <a:t>of</a:t>
            </a:r>
            <a:r>
              <a:rPr sz="2800" dirty="0">
                <a:latin typeface="Calibri"/>
                <a:cs typeface="Calibri"/>
              </a:rPr>
              <a:t> risk</a:t>
            </a:r>
            <a:r>
              <a:rPr sz="2800" spc="-5" dirty="0">
                <a:latin typeface="Calibri"/>
                <a:cs typeface="Calibri"/>
              </a:rPr>
              <a:t> </a:t>
            </a:r>
            <a:r>
              <a:rPr sz="2800" spc="-20" dirty="0">
                <a:latin typeface="Calibri"/>
                <a:cs typeface="Calibri"/>
              </a:rPr>
              <a:t>to</a:t>
            </a:r>
            <a:r>
              <a:rPr sz="2800" dirty="0">
                <a:latin typeface="Calibri"/>
                <a:cs typeface="Calibri"/>
              </a:rPr>
              <a:t> </a:t>
            </a:r>
            <a:r>
              <a:rPr sz="2800" spc="-5" dirty="0">
                <a:latin typeface="Calibri"/>
                <a:cs typeface="Calibri"/>
              </a:rPr>
              <a:t>the</a:t>
            </a:r>
            <a:r>
              <a:rPr sz="2800" spc="5" dirty="0">
                <a:latin typeface="Calibri"/>
                <a:cs typeface="Calibri"/>
              </a:rPr>
              <a:t> </a:t>
            </a:r>
            <a:r>
              <a:rPr sz="2800" spc="-15" dirty="0">
                <a:latin typeface="Calibri"/>
                <a:cs typeface="Calibri"/>
              </a:rPr>
              <a:t>outcome</a:t>
            </a:r>
            <a:r>
              <a:rPr sz="2800" spc="15" dirty="0">
                <a:latin typeface="Calibri"/>
                <a:cs typeface="Calibri"/>
              </a:rPr>
              <a:t> </a:t>
            </a:r>
            <a:r>
              <a:rPr sz="2800" spc="-10" dirty="0">
                <a:latin typeface="Calibri"/>
                <a:cs typeface="Calibri"/>
              </a:rPr>
              <a:t>associated </a:t>
            </a:r>
            <a:r>
              <a:rPr sz="2800" spc="-5" dirty="0">
                <a:latin typeface="Calibri"/>
                <a:cs typeface="Calibri"/>
              </a:rPr>
              <a:t>with</a:t>
            </a:r>
            <a:r>
              <a:rPr sz="2800" dirty="0">
                <a:latin typeface="Calibri"/>
                <a:cs typeface="Calibri"/>
              </a:rPr>
              <a:t> </a:t>
            </a:r>
            <a:r>
              <a:rPr sz="2800" spc="-5" dirty="0">
                <a:latin typeface="Calibri"/>
                <a:cs typeface="Calibri"/>
              </a:rPr>
              <a:t>each </a:t>
            </a:r>
            <a:r>
              <a:rPr sz="2800" dirty="0">
                <a:latin typeface="Calibri"/>
                <a:cs typeface="Calibri"/>
              </a:rPr>
              <a:t> </a:t>
            </a:r>
            <a:r>
              <a:rPr sz="2800" spc="-10" dirty="0">
                <a:latin typeface="Calibri"/>
                <a:cs typeface="Calibri"/>
              </a:rPr>
              <a:t>potential alternative</a:t>
            </a:r>
            <a:r>
              <a:rPr sz="2800" spc="-30" dirty="0">
                <a:latin typeface="Calibri"/>
                <a:cs typeface="Calibri"/>
              </a:rPr>
              <a:t> </a:t>
            </a:r>
            <a:r>
              <a:rPr sz="2800" spc="-5" dirty="0">
                <a:latin typeface="Calibri"/>
                <a:cs typeface="Calibri"/>
              </a:rPr>
              <a:t>being</a:t>
            </a:r>
            <a:r>
              <a:rPr sz="2800" dirty="0">
                <a:latin typeface="Calibri"/>
                <a:cs typeface="Calibri"/>
              </a:rPr>
              <a:t> </a:t>
            </a:r>
            <a:r>
              <a:rPr sz="2800" spc="-15" dirty="0">
                <a:latin typeface="Calibri"/>
                <a:cs typeface="Calibri"/>
              </a:rPr>
              <a:t>considered</a:t>
            </a:r>
            <a:endParaRPr sz="2800" dirty="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947044"/>
            <a:ext cx="10515600" cy="520014"/>
          </a:xfrm>
          <a:prstGeom prst="rect">
            <a:avLst/>
          </a:prstGeom>
        </p:spPr>
        <p:txBody>
          <a:bodyPr vert="horz" wrap="square" lIns="0" tIns="12065" rIns="0" bIns="0" rtlCol="0" anchor="ctr">
            <a:spAutoFit/>
          </a:bodyPr>
          <a:lstStyle/>
          <a:p>
            <a:pPr marL="805815" marR="5080" indent="32384">
              <a:lnSpc>
                <a:spcPct val="100000"/>
              </a:lnSpc>
              <a:spcBef>
                <a:spcPts val="95"/>
              </a:spcBef>
            </a:pPr>
            <a:r>
              <a:rPr spc="-10" dirty="0"/>
              <a:t>Decision </a:t>
            </a:r>
            <a:r>
              <a:rPr spc="-5" dirty="0"/>
              <a:t>Making: </a:t>
            </a:r>
            <a:r>
              <a:rPr spc="-980" dirty="0"/>
              <a:t> </a:t>
            </a:r>
            <a:r>
              <a:rPr spc="-5" dirty="0">
                <a:solidFill>
                  <a:srgbClr val="002060"/>
                </a:solidFill>
              </a:rPr>
              <a:t>The</a:t>
            </a:r>
            <a:r>
              <a:rPr spc="-30" dirty="0">
                <a:solidFill>
                  <a:srgbClr val="002060"/>
                </a:solidFill>
              </a:rPr>
              <a:t> </a:t>
            </a:r>
            <a:r>
              <a:rPr spc="-10" dirty="0">
                <a:solidFill>
                  <a:srgbClr val="002060"/>
                </a:solidFill>
              </a:rPr>
              <a:t>Design</a:t>
            </a:r>
            <a:r>
              <a:rPr spc="-20" dirty="0">
                <a:solidFill>
                  <a:srgbClr val="002060"/>
                </a:solidFill>
              </a:rPr>
              <a:t> </a:t>
            </a:r>
            <a:r>
              <a:rPr spc="-10" dirty="0">
                <a:solidFill>
                  <a:srgbClr val="002060"/>
                </a:solidFill>
              </a:rPr>
              <a:t>Phase</a:t>
            </a:r>
          </a:p>
        </p:txBody>
      </p:sp>
      <p:sp>
        <p:nvSpPr>
          <p:cNvPr id="3" name="object 3"/>
          <p:cNvSpPr txBox="1"/>
          <p:nvPr/>
        </p:nvSpPr>
        <p:spPr>
          <a:xfrm>
            <a:off x="1371600" y="2133600"/>
            <a:ext cx="8488680" cy="2966837"/>
          </a:xfrm>
          <a:prstGeom prst="rect">
            <a:avLst/>
          </a:prstGeom>
        </p:spPr>
        <p:txBody>
          <a:bodyPr vert="horz" wrap="square" lIns="0" tIns="113664" rIns="0" bIns="0" rtlCol="0">
            <a:spAutoFit/>
          </a:bodyPr>
          <a:lstStyle/>
          <a:p>
            <a:pPr marL="469265" marR="447675" lvl="1" indent="-457200">
              <a:spcBef>
                <a:spcPts val="894"/>
              </a:spcBef>
              <a:buFont typeface="Arial" panose="020B0604020202020204" pitchFamily="34" charset="0"/>
              <a:buChar char="•"/>
              <a:tabLst>
                <a:tab pos="354965" algn="l"/>
                <a:tab pos="355600" algn="l"/>
              </a:tabLst>
            </a:pPr>
            <a:r>
              <a:rPr lang="en-US" sz="3200" b="1" spc="-10" dirty="0">
                <a:solidFill>
                  <a:srgbClr val="002060"/>
                </a:solidFill>
                <a:latin typeface="Calibri"/>
                <a:cs typeface="Calibri"/>
              </a:rPr>
              <a:t>Scenario</a:t>
            </a:r>
          </a:p>
          <a:p>
            <a:pPr marL="12065">
              <a:spcBef>
                <a:spcPts val="894"/>
              </a:spcBef>
              <a:tabLst>
                <a:tab pos="354965" algn="l"/>
                <a:tab pos="355600" algn="l"/>
              </a:tabLst>
            </a:pPr>
            <a:r>
              <a:rPr lang="en-US" sz="2800" dirty="0">
                <a:latin typeface="Calibri"/>
                <a:cs typeface="Calibri"/>
              </a:rPr>
              <a:t>A statement of assumptions about the operating environment of a particular system at a given time; a narrative description of the decision‐ situation setting</a:t>
            </a:r>
          </a:p>
          <a:p>
            <a:pPr marL="755650" marR="5080" lvl="1" indent="-286385">
              <a:spcBef>
                <a:spcPts val="700"/>
              </a:spcBef>
              <a:buFont typeface="Arial MT"/>
              <a:buChar char="–"/>
              <a:tabLst>
                <a:tab pos="755650" algn="l"/>
              </a:tabLst>
            </a:pPr>
            <a:r>
              <a:rPr lang="en-US" sz="2800" spc="-5" dirty="0">
                <a:latin typeface="Calibri"/>
                <a:cs typeface="Calibri"/>
              </a:rPr>
              <a:t>Scenarios are especially helpful in simulations and what‐if analyses</a:t>
            </a:r>
            <a:endParaRPr sz="2800" spc="-5" dirty="0">
              <a:latin typeface="Calibri"/>
              <a:cs typeface="Calibri"/>
            </a:endParaRPr>
          </a:p>
        </p:txBody>
      </p:sp>
    </p:spTree>
    <p:extLst>
      <p:ext uri="{BB962C8B-B14F-4D97-AF65-F5344CB8AC3E}">
        <p14:creationId xmlns:p14="http://schemas.microsoft.com/office/powerpoint/2010/main" val="2654375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947044"/>
            <a:ext cx="10515600" cy="520014"/>
          </a:xfrm>
          <a:prstGeom prst="rect">
            <a:avLst/>
          </a:prstGeom>
        </p:spPr>
        <p:txBody>
          <a:bodyPr vert="horz" wrap="square" lIns="0" tIns="12065" rIns="0" bIns="0" rtlCol="0" anchor="ctr">
            <a:spAutoFit/>
          </a:bodyPr>
          <a:lstStyle/>
          <a:p>
            <a:pPr marL="805815" marR="5080" indent="32384">
              <a:lnSpc>
                <a:spcPct val="100000"/>
              </a:lnSpc>
              <a:spcBef>
                <a:spcPts val="95"/>
              </a:spcBef>
            </a:pPr>
            <a:r>
              <a:rPr spc="-10" dirty="0"/>
              <a:t>Decision </a:t>
            </a:r>
            <a:r>
              <a:rPr spc="-5" dirty="0"/>
              <a:t>Making: </a:t>
            </a:r>
            <a:r>
              <a:rPr spc="-980" dirty="0"/>
              <a:t> </a:t>
            </a:r>
            <a:r>
              <a:rPr spc="-5" dirty="0">
                <a:solidFill>
                  <a:srgbClr val="002060"/>
                </a:solidFill>
              </a:rPr>
              <a:t>The</a:t>
            </a:r>
            <a:r>
              <a:rPr spc="-30" dirty="0">
                <a:solidFill>
                  <a:srgbClr val="002060"/>
                </a:solidFill>
              </a:rPr>
              <a:t> </a:t>
            </a:r>
            <a:r>
              <a:rPr spc="-10" dirty="0">
                <a:solidFill>
                  <a:srgbClr val="002060"/>
                </a:solidFill>
              </a:rPr>
              <a:t>Design</a:t>
            </a:r>
            <a:r>
              <a:rPr spc="-20" dirty="0">
                <a:solidFill>
                  <a:srgbClr val="002060"/>
                </a:solidFill>
              </a:rPr>
              <a:t> </a:t>
            </a:r>
            <a:r>
              <a:rPr spc="-10" dirty="0">
                <a:solidFill>
                  <a:srgbClr val="002060"/>
                </a:solidFill>
              </a:rPr>
              <a:t>Phase</a:t>
            </a:r>
          </a:p>
        </p:txBody>
      </p:sp>
      <p:sp>
        <p:nvSpPr>
          <p:cNvPr id="3" name="object 3"/>
          <p:cNvSpPr txBox="1"/>
          <p:nvPr/>
        </p:nvSpPr>
        <p:spPr>
          <a:xfrm>
            <a:off x="838200" y="1600200"/>
            <a:ext cx="10820400" cy="4836579"/>
          </a:xfrm>
          <a:prstGeom prst="rect">
            <a:avLst/>
          </a:prstGeom>
        </p:spPr>
        <p:txBody>
          <a:bodyPr vert="horz" wrap="square" lIns="0" tIns="113664" rIns="0" bIns="0" rtlCol="0">
            <a:spAutoFit/>
          </a:bodyPr>
          <a:lstStyle/>
          <a:p>
            <a:pPr marL="469265" marR="447675" lvl="1" indent="-457200">
              <a:spcBef>
                <a:spcPts val="894"/>
              </a:spcBef>
              <a:buFont typeface="Arial" panose="020B0604020202020204" pitchFamily="34" charset="0"/>
              <a:buChar char="•"/>
              <a:tabLst>
                <a:tab pos="354965" algn="l"/>
                <a:tab pos="355600" algn="l"/>
              </a:tabLst>
            </a:pPr>
            <a:r>
              <a:rPr lang="en-US" sz="3200" b="1" spc="-10" dirty="0">
                <a:solidFill>
                  <a:srgbClr val="002060"/>
                </a:solidFill>
                <a:latin typeface="Calibri"/>
                <a:cs typeface="Calibri"/>
              </a:rPr>
              <a:t>Scenario</a:t>
            </a:r>
          </a:p>
          <a:p>
            <a:pPr marL="755650" marR="5080" lvl="1" indent="-286385">
              <a:spcBef>
                <a:spcPts val="700"/>
              </a:spcBef>
              <a:buFont typeface="Arial MT"/>
              <a:buChar char="–"/>
              <a:tabLst>
                <a:tab pos="755650" algn="l"/>
              </a:tabLst>
            </a:pPr>
            <a:r>
              <a:rPr lang="en-US" sz="2600" spc="-5" dirty="0">
                <a:latin typeface="Calibri"/>
                <a:cs typeface="Calibri"/>
              </a:rPr>
              <a:t>Scenarios play an important role in MSS because they: </a:t>
            </a:r>
          </a:p>
          <a:p>
            <a:pPr marL="469265" marR="5080" lvl="1">
              <a:spcBef>
                <a:spcPts val="700"/>
              </a:spcBef>
              <a:tabLst>
                <a:tab pos="755650" algn="l"/>
              </a:tabLst>
            </a:pPr>
            <a:r>
              <a:rPr lang="en-US" sz="2600" spc="-5" dirty="0">
                <a:latin typeface="Calibri"/>
                <a:cs typeface="Calibri"/>
              </a:rPr>
              <a:t>• Help identify opportunities and problem areas</a:t>
            </a:r>
          </a:p>
          <a:p>
            <a:pPr marL="469265" marR="5080" lvl="1">
              <a:spcBef>
                <a:spcPts val="700"/>
              </a:spcBef>
              <a:tabLst>
                <a:tab pos="755650" algn="l"/>
              </a:tabLst>
            </a:pPr>
            <a:r>
              <a:rPr lang="en-US" sz="2600" spc="-5" dirty="0">
                <a:latin typeface="Calibri"/>
                <a:cs typeface="Calibri"/>
              </a:rPr>
              <a:t>• Provide flexibility in planning</a:t>
            </a:r>
          </a:p>
          <a:p>
            <a:pPr marL="469265" marR="5080" lvl="1">
              <a:spcBef>
                <a:spcPts val="700"/>
              </a:spcBef>
              <a:tabLst>
                <a:tab pos="755650" algn="l"/>
              </a:tabLst>
            </a:pPr>
            <a:r>
              <a:rPr lang="en-US" sz="2600" spc="-5" dirty="0">
                <a:latin typeface="Calibri"/>
                <a:cs typeface="Calibri"/>
              </a:rPr>
              <a:t>• Identify the leading edges of changes that management should monitor</a:t>
            </a:r>
          </a:p>
          <a:p>
            <a:pPr marL="469265" marR="5080" lvl="1">
              <a:spcBef>
                <a:spcPts val="700"/>
              </a:spcBef>
              <a:tabLst>
                <a:tab pos="755650" algn="l"/>
              </a:tabLst>
            </a:pPr>
            <a:r>
              <a:rPr lang="en-US" sz="2600" spc="-5" dirty="0">
                <a:latin typeface="Calibri"/>
                <a:cs typeface="Calibri"/>
              </a:rPr>
              <a:t>• Help validate major modeling assumptions</a:t>
            </a:r>
          </a:p>
          <a:p>
            <a:pPr marL="469265" marR="5080" lvl="1">
              <a:spcBef>
                <a:spcPts val="700"/>
              </a:spcBef>
              <a:tabLst>
                <a:tab pos="755650" algn="l"/>
              </a:tabLst>
            </a:pPr>
            <a:r>
              <a:rPr lang="en-US" sz="2600" spc="-5" dirty="0">
                <a:latin typeface="Calibri"/>
                <a:cs typeface="Calibri"/>
              </a:rPr>
              <a:t>• Allow the decision maker to explore the behavior of a system through a model</a:t>
            </a:r>
          </a:p>
          <a:p>
            <a:pPr marL="469265" marR="5080" lvl="1">
              <a:spcBef>
                <a:spcPts val="700"/>
              </a:spcBef>
              <a:tabLst>
                <a:tab pos="755650" algn="l"/>
              </a:tabLst>
            </a:pPr>
            <a:r>
              <a:rPr lang="en-US" sz="2600" spc="-5" dirty="0">
                <a:latin typeface="Calibri"/>
                <a:cs typeface="Calibri"/>
              </a:rPr>
              <a:t>• Help to check the sensitivity of proposed solutions to changes in the environment</a:t>
            </a:r>
            <a:endParaRPr sz="2600" spc="-5" dirty="0">
              <a:latin typeface="Calibri"/>
              <a:cs typeface="Calibri"/>
            </a:endParaRPr>
          </a:p>
        </p:txBody>
      </p:sp>
    </p:spTree>
    <p:extLst>
      <p:ext uri="{BB962C8B-B14F-4D97-AF65-F5344CB8AC3E}">
        <p14:creationId xmlns:p14="http://schemas.microsoft.com/office/powerpoint/2010/main" val="2534822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947044"/>
            <a:ext cx="10515600" cy="520014"/>
          </a:xfrm>
          <a:prstGeom prst="rect">
            <a:avLst/>
          </a:prstGeom>
        </p:spPr>
        <p:txBody>
          <a:bodyPr vert="horz" wrap="square" lIns="0" tIns="12065" rIns="0" bIns="0" rtlCol="0" anchor="ctr">
            <a:spAutoFit/>
          </a:bodyPr>
          <a:lstStyle/>
          <a:p>
            <a:pPr marL="805815" marR="5080" indent="32384">
              <a:lnSpc>
                <a:spcPct val="100000"/>
              </a:lnSpc>
              <a:spcBef>
                <a:spcPts val="95"/>
              </a:spcBef>
            </a:pPr>
            <a:r>
              <a:rPr spc="-10" dirty="0"/>
              <a:t>Decision </a:t>
            </a:r>
            <a:r>
              <a:rPr spc="-5" dirty="0"/>
              <a:t>Making: </a:t>
            </a:r>
            <a:r>
              <a:rPr spc="-980" dirty="0"/>
              <a:t> </a:t>
            </a:r>
            <a:r>
              <a:rPr spc="-5" dirty="0">
                <a:solidFill>
                  <a:srgbClr val="002060"/>
                </a:solidFill>
              </a:rPr>
              <a:t>The</a:t>
            </a:r>
            <a:r>
              <a:rPr spc="-30" dirty="0">
                <a:solidFill>
                  <a:srgbClr val="002060"/>
                </a:solidFill>
              </a:rPr>
              <a:t> </a:t>
            </a:r>
            <a:r>
              <a:rPr spc="-10" dirty="0">
                <a:solidFill>
                  <a:srgbClr val="002060"/>
                </a:solidFill>
              </a:rPr>
              <a:t>Design</a:t>
            </a:r>
            <a:r>
              <a:rPr spc="-20" dirty="0">
                <a:solidFill>
                  <a:srgbClr val="002060"/>
                </a:solidFill>
              </a:rPr>
              <a:t> </a:t>
            </a:r>
            <a:r>
              <a:rPr spc="-10" dirty="0">
                <a:solidFill>
                  <a:srgbClr val="002060"/>
                </a:solidFill>
              </a:rPr>
              <a:t>Phase</a:t>
            </a:r>
          </a:p>
        </p:txBody>
      </p:sp>
      <p:sp>
        <p:nvSpPr>
          <p:cNvPr id="3" name="object 3"/>
          <p:cNvSpPr txBox="1"/>
          <p:nvPr/>
        </p:nvSpPr>
        <p:spPr>
          <a:xfrm>
            <a:off x="838200" y="1600200"/>
            <a:ext cx="10820400" cy="3148938"/>
          </a:xfrm>
          <a:prstGeom prst="rect">
            <a:avLst/>
          </a:prstGeom>
        </p:spPr>
        <p:txBody>
          <a:bodyPr vert="horz" wrap="square" lIns="0" tIns="113664" rIns="0" bIns="0" rtlCol="0">
            <a:spAutoFit/>
          </a:bodyPr>
          <a:lstStyle/>
          <a:p>
            <a:pPr marL="469265" marR="447675" lvl="1" indent="-457200">
              <a:spcBef>
                <a:spcPts val="894"/>
              </a:spcBef>
              <a:buFont typeface="Arial" panose="020B0604020202020204" pitchFamily="34" charset="0"/>
              <a:buChar char="•"/>
              <a:tabLst>
                <a:tab pos="354965" algn="l"/>
                <a:tab pos="355600" algn="l"/>
              </a:tabLst>
            </a:pPr>
            <a:r>
              <a:rPr lang="en-US" sz="2800" b="1" spc="-10" dirty="0">
                <a:solidFill>
                  <a:srgbClr val="002060"/>
                </a:solidFill>
                <a:latin typeface="Calibri"/>
                <a:cs typeface="Calibri"/>
              </a:rPr>
              <a:t>Scenario</a:t>
            </a:r>
          </a:p>
          <a:p>
            <a:pPr marL="755650" marR="5080" lvl="1" indent="-286385">
              <a:spcBef>
                <a:spcPts val="700"/>
              </a:spcBef>
              <a:buFont typeface="Arial MT"/>
              <a:buChar char="–"/>
              <a:tabLst>
                <a:tab pos="755650" algn="l"/>
              </a:tabLst>
            </a:pPr>
            <a:r>
              <a:rPr lang="en-US" sz="2800" spc="-5" dirty="0">
                <a:latin typeface="Calibri"/>
                <a:cs typeface="Calibri"/>
              </a:rPr>
              <a:t>Possible scenarios</a:t>
            </a:r>
          </a:p>
          <a:p>
            <a:pPr marL="469265" marR="5080" lvl="1">
              <a:spcBef>
                <a:spcPts val="700"/>
              </a:spcBef>
              <a:tabLst>
                <a:tab pos="755650" algn="l"/>
              </a:tabLst>
            </a:pPr>
            <a:r>
              <a:rPr lang="en-US" sz="2800" spc="-5" dirty="0">
                <a:latin typeface="Calibri"/>
                <a:cs typeface="Calibri"/>
              </a:rPr>
              <a:t>• The worst possible scenario</a:t>
            </a:r>
          </a:p>
          <a:p>
            <a:pPr marL="469265" marR="5080" lvl="1">
              <a:spcBef>
                <a:spcPts val="700"/>
              </a:spcBef>
              <a:tabLst>
                <a:tab pos="755650" algn="l"/>
              </a:tabLst>
            </a:pPr>
            <a:r>
              <a:rPr lang="en-US" sz="2800" spc="-5" dirty="0">
                <a:latin typeface="Calibri"/>
                <a:cs typeface="Calibri"/>
              </a:rPr>
              <a:t>• The best possible scenario </a:t>
            </a:r>
          </a:p>
          <a:p>
            <a:pPr marL="469265" marR="5080" lvl="1">
              <a:spcBef>
                <a:spcPts val="700"/>
              </a:spcBef>
              <a:tabLst>
                <a:tab pos="755650" algn="l"/>
              </a:tabLst>
            </a:pPr>
            <a:r>
              <a:rPr lang="en-US" sz="2800" spc="-5" dirty="0">
                <a:latin typeface="Calibri"/>
                <a:cs typeface="Calibri"/>
              </a:rPr>
              <a:t>• The most likely scenario</a:t>
            </a:r>
          </a:p>
          <a:p>
            <a:pPr marL="469265" marR="5080" lvl="1">
              <a:spcBef>
                <a:spcPts val="700"/>
              </a:spcBef>
              <a:tabLst>
                <a:tab pos="755650" algn="l"/>
              </a:tabLst>
            </a:pPr>
            <a:r>
              <a:rPr lang="en-US" sz="2800" spc="-5" dirty="0">
                <a:latin typeface="Calibri"/>
                <a:cs typeface="Calibri"/>
              </a:rPr>
              <a:t>• The average scenario</a:t>
            </a:r>
          </a:p>
        </p:txBody>
      </p:sp>
    </p:spTree>
    <p:extLst>
      <p:ext uri="{BB962C8B-B14F-4D97-AF65-F5344CB8AC3E}">
        <p14:creationId xmlns:p14="http://schemas.microsoft.com/office/powerpoint/2010/main" val="225706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990600"/>
            <a:ext cx="10515600" cy="520014"/>
          </a:xfrm>
          <a:prstGeom prst="rect">
            <a:avLst/>
          </a:prstGeom>
        </p:spPr>
        <p:txBody>
          <a:bodyPr vert="horz" wrap="square" lIns="0" tIns="12065" rIns="0" bIns="0" rtlCol="0" anchor="ctr">
            <a:spAutoFit/>
          </a:bodyPr>
          <a:lstStyle/>
          <a:p>
            <a:pPr marL="810895" marR="5080" indent="27305">
              <a:lnSpc>
                <a:spcPct val="100000"/>
              </a:lnSpc>
              <a:spcBef>
                <a:spcPts val="95"/>
              </a:spcBef>
            </a:pPr>
            <a:r>
              <a:rPr spc="-10" dirty="0"/>
              <a:t>Decision </a:t>
            </a:r>
            <a:r>
              <a:rPr spc="-5" dirty="0"/>
              <a:t>Making: </a:t>
            </a:r>
            <a:r>
              <a:rPr spc="-980" dirty="0"/>
              <a:t> </a:t>
            </a:r>
            <a:r>
              <a:rPr spc="-5" dirty="0">
                <a:solidFill>
                  <a:schemeClr val="accent6">
                    <a:lumMod val="50000"/>
                  </a:schemeClr>
                </a:solidFill>
              </a:rPr>
              <a:t>The</a:t>
            </a:r>
            <a:r>
              <a:rPr spc="-30" dirty="0">
                <a:solidFill>
                  <a:schemeClr val="accent6">
                    <a:lumMod val="50000"/>
                  </a:schemeClr>
                </a:solidFill>
              </a:rPr>
              <a:t> </a:t>
            </a:r>
            <a:r>
              <a:rPr spc="-10" dirty="0">
                <a:solidFill>
                  <a:schemeClr val="accent6">
                    <a:lumMod val="50000"/>
                  </a:schemeClr>
                </a:solidFill>
              </a:rPr>
              <a:t>Choice</a:t>
            </a:r>
            <a:r>
              <a:rPr spc="-25" dirty="0">
                <a:solidFill>
                  <a:schemeClr val="accent6">
                    <a:lumMod val="50000"/>
                  </a:schemeClr>
                </a:solidFill>
              </a:rPr>
              <a:t> </a:t>
            </a:r>
            <a:r>
              <a:rPr spc="-10" dirty="0">
                <a:solidFill>
                  <a:schemeClr val="accent6">
                    <a:lumMod val="50000"/>
                  </a:schemeClr>
                </a:solidFill>
              </a:rPr>
              <a:t>Phase</a:t>
            </a:r>
          </a:p>
        </p:txBody>
      </p:sp>
      <p:sp>
        <p:nvSpPr>
          <p:cNvPr id="3" name="object 3"/>
          <p:cNvSpPr txBox="1">
            <a:spLocks noGrp="1"/>
          </p:cNvSpPr>
          <p:nvPr>
            <p:ph idx="1"/>
          </p:nvPr>
        </p:nvSpPr>
        <p:spPr>
          <a:xfrm>
            <a:off x="914400" y="2173207"/>
            <a:ext cx="8077200" cy="3447739"/>
          </a:xfrm>
          <a:prstGeom prst="rect">
            <a:avLst/>
          </a:prstGeom>
        </p:spPr>
        <p:txBody>
          <a:bodyPr vert="horz" wrap="square" lIns="0" tIns="109855" rIns="0" bIns="0" rtlCol="0">
            <a:spAutoFit/>
          </a:bodyPr>
          <a:lstStyle/>
          <a:p>
            <a:pPr marL="469900" indent="-457200">
              <a:spcBef>
                <a:spcPts val="865"/>
              </a:spcBef>
              <a:buClr>
                <a:schemeClr val="tx1"/>
              </a:buClr>
              <a:buFont typeface="Arial" panose="020B0604020202020204" pitchFamily="34" charset="0"/>
              <a:buChar char="•"/>
              <a:tabLst>
                <a:tab pos="356870" algn="l"/>
              </a:tabLst>
            </a:pPr>
            <a:r>
              <a:rPr lang="en-US" sz="2800" b="1" spc="-10" dirty="0">
                <a:solidFill>
                  <a:srgbClr val="002060"/>
                </a:solidFill>
                <a:latin typeface="Calibri" panose="020F0502020204030204" pitchFamily="34" charset="0"/>
                <a:cs typeface="Calibri" panose="020F0502020204030204" pitchFamily="34" charset="0"/>
              </a:rPr>
              <a:t>Sensitivity Analysis</a:t>
            </a:r>
          </a:p>
          <a:p>
            <a:pPr marL="927735" marR="30480" lvl="1" indent="-457200">
              <a:spcBef>
                <a:spcPts val="770"/>
              </a:spcBef>
              <a:buClr>
                <a:schemeClr val="tx1"/>
              </a:buClr>
              <a:buFont typeface="Arial" panose="020B0604020202020204" pitchFamily="34" charset="0"/>
              <a:buChar char="•"/>
            </a:pPr>
            <a:r>
              <a:rPr sz="2800" spc="-5" dirty="0">
                <a:latin typeface="Calibri" panose="020F0502020204030204" pitchFamily="34" charset="0"/>
                <a:cs typeface="Calibri" panose="020F0502020204030204" pitchFamily="34" charset="0"/>
              </a:rPr>
              <a:t>A </a:t>
            </a:r>
            <a:r>
              <a:rPr sz="2800" spc="-15" dirty="0">
                <a:latin typeface="Calibri" panose="020F0502020204030204" pitchFamily="34" charset="0"/>
                <a:cs typeface="Calibri" panose="020F0502020204030204" pitchFamily="34" charset="0"/>
              </a:rPr>
              <a:t>study </a:t>
            </a:r>
            <a:r>
              <a:rPr sz="2800" spc="-5" dirty="0">
                <a:latin typeface="Calibri" panose="020F0502020204030204" pitchFamily="34" charset="0"/>
                <a:cs typeface="Calibri" panose="020F0502020204030204" pitchFamily="34" charset="0"/>
              </a:rPr>
              <a:t>of the </a:t>
            </a:r>
            <a:r>
              <a:rPr sz="2800" spc="-25" dirty="0">
                <a:latin typeface="Calibri" panose="020F0502020204030204" pitchFamily="34" charset="0"/>
                <a:cs typeface="Calibri" panose="020F0502020204030204" pitchFamily="34" charset="0"/>
              </a:rPr>
              <a:t>effect </a:t>
            </a:r>
            <a:r>
              <a:rPr sz="2800" spc="-5" dirty="0">
                <a:latin typeface="Calibri" panose="020F0502020204030204" pitchFamily="34" charset="0"/>
                <a:cs typeface="Calibri" panose="020F0502020204030204" pitchFamily="34" charset="0"/>
              </a:rPr>
              <a:t>of a </a:t>
            </a:r>
            <a:r>
              <a:rPr sz="2800" spc="-10" dirty="0">
                <a:latin typeface="Calibri" panose="020F0502020204030204" pitchFamily="34" charset="0"/>
                <a:cs typeface="Calibri" panose="020F0502020204030204" pitchFamily="34" charset="0"/>
              </a:rPr>
              <a:t>change </a:t>
            </a:r>
            <a:r>
              <a:rPr sz="2800" spc="-5" dirty="0">
                <a:latin typeface="Calibri" panose="020F0502020204030204" pitchFamily="34" charset="0"/>
                <a:cs typeface="Calibri" panose="020F0502020204030204" pitchFamily="34" charset="0"/>
              </a:rPr>
              <a:t>in one or </a:t>
            </a:r>
            <a:r>
              <a:rPr sz="2800" spc="-15" dirty="0">
                <a:latin typeface="Calibri" panose="020F0502020204030204" pitchFamily="34" charset="0"/>
                <a:cs typeface="Calibri" panose="020F0502020204030204" pitchFamily="34" charset="0"/>
              </a:rPr>
              <a:t>more </a:t>
            </a:r>
            <a:r>
              <a:rPr sz="2800" spc="-710" dirty="0">
                <a:latin typeface="Calibri" panose="020F0502020204030204" pitchFamily="34" charset="0"/>
                <a:cs typeface="Calibri" panose="020F0502020204030204" pitchFamily="34" charset="0"/>
              </a:rPr>
              <a:t> </a:t>
            </a:r>
            <a:r>
              <a:rPr sz="2800" spc="-5" dirty="0">
                <a:latin typeface="Calibri" panose="020F0502020204030204" pitchFamily="34" charset="0"/>
                <a:cs typeface="Calibri" panose="020F0502020204030204" pitchFamily="34" charset="0"/>
              </a:rPr>
              <a:t>input</a:t>
            </a:r>
            <a:r>
              <a:rPr sz="2800" spc="25" dirty="0">
                <a:latin typeface="Calibri" panose="020F0502020204030204" pitchFamily="34" charset="0"/>
                <a:cs typeface="Calibri" panose="020F0502020204030204" pitchFamily="34" charset="0"/>
              </a:rPr>
              <a:t> </a:t>
            </a:r>
            <a:r>
              <a:rPr sz="2800" spc="-10" dirty="0">
                <a:latin typeface="Calibri" panose="020F0502020204030204" pitchFamily="34" charset="0"/>
                <a:cs typeface="Calibri" panose="020F0502020204030204" pitchFamily="34" charset="0"/>
              </a:rPr>
              <a:t>variables</a:t>
            </a:r>
            <a:r>
              <a:rPr sz="2800" spc="15" dirty="0">
                <a:latin typeface="Calibri" panose="020F0502020204030204" pitchFamily="34" charset="0"/>
                <a:cs typeface="Calibri" panose="020F0502020204030204" pitchFamily="34" charset="0"/>
              </a:rPr>
              <a:t> </a:t>
            </a:r>
            <a:r>
              <a:rPr sz="2800" spc="-5" dirty="0">
                <a:latin typeface="Calibri" panose="020F0502020204030204" pitchFamily="34" charset="0"/>
                <a:cs typeface="Calibri" panose="020F0502020204030204" pitchFamily="34" charset="0"/>
              </a:rPr>
              <a:t>on</a:t>
            </a:r>
            <a:r>
              <a:rPr sz="2800" spc="10" dirty="0">
                <a:latin typeface="Calibri" panose="020F0502020204030204" pitchFamily="34" charset="0"/>
                <a:cs typeface="Calibri" panose="020F0502020204030204" pitchFamily="34" charset="0"/>
              </a:rPr>
              <a:t> </a:t>
            </a:r>
            <a:r>
              <a:rPr sz="2800" spc="-5" dirty="0">
                <a:latin typeface="Calibri" panose="020F0502020204030204" pitchFamily="34" charset="0"/>
                <a:cs typeface="Calibri" panose="020F0502020204030204" pitchFamily="34" charset="0"/>
              </a:rPr>
              <a:t>a</a:t>
            </a:r>
            <a:r>
              <a:rPr sz="2800" spc="5" dirty="0">
                <a:latin typeface="Calibri" panose="020F0502020204030204" pitchFamily="34" charset="0"/>
                <a:cs typeface="Calibri" panose="020F0502020204030204" pitchFamily="34" charset="0"/>
              </a:rPr>
              <a:t> </a:t>
            </a:r>
            <a:r>
              <a:rPr sz="2800" spc="-15" dirty="0">
                <a:latin typeface="Calibri" panose="020F0502020204030204" pitchFamily="34" charset="0"/>
                <a:cs typeface="Calibri" panose="020F0502020204030204" pitchFamily="34" charset="0"/>
              </a:rPr>
              <a:t>proposed</a:t>
            </a:r>
            <a:r>
              <a:rPr sz="2800" spc="30" dirty="0">
                <a:latin typeface="Calibri" panose="020F0502020204030204" pitchFamily="34" charset="0"/>
                <a:cs typeface="Calibri" panose="020F0502020204030204" pitchFamily="34" charset="0"/>
              </a:rPr>
              <a:t> </a:t>
            </a:r>
            <a:r>
              <a:rPr sz="2800" spc="-5" dirty="0">
                <a:latin typeface="Calibri" panose="020F0502020204030204" pitchFamily="34" charset="0"/>
                <a:cs typeface="Calibri" panose="020F0502020204030204" pitchFamily="34" charset="0"/>
              </a:rPr>
              <a:t>solution</a:t>
            </a:r>
            <a:endParaRPr lang="en-US" sz="2800" spc="-5" dirty="0">
              <a:latin typeface="Calibri" panose="020F0502020204030204" pitchFamily="34" charset="0"/>
              <a:cs typeface="Calibri" panose="020F0502020204030204" pitchFamily="34" charset="0"/>
            </a:endParaRPr>
          </a:p>
          <a:p>
            <a:pPr marL="469900" marR="30480" indent="-457200">
              <a:lnSpc>
                <a:spcPct val="100000"/>
              </a:lnSpc>
              <a:spcBef>
                <a:spcPts val="865"/>
              </a:spcBef>
              <a:buClr>
                <a:schemeClr val="tx1"/>
              </a:buClr>
              <a:buFont typeface="Arial" panose="020B0604020202020204" pitchFamily="34" charset="0"/>
              <a:buChar char="•"/>
              <a:tabLst>
                <a:tab pos="356870" algn="l"/>
              </a:tabLst>
            </a:pPr>
            <a:r>
              <a:rPr sz="2800" b="1" spc="-10" dirty="0">
                <a:solidFill>
                  <a:srgbClr val="002060"/>
                </a:solidFill>
                <a:latin typeface="Calibri" panose="020F0502020204030204" pitchFamily="34" charset="0"/>
                <a:cs typeface="Calibri" panose="020F0502020204030204" pitchFamily="34" charset="0"/>
              </a:rPr>
              <a:t>What‐if analysis</a:t>
            </a:r>
            <a:endParaRPr lang="en-US" sz="2800" b="1" spc="-10" dirty="0">
              <a:solidFill>
                <a:srgbClr val="002060"/>
              </a:solidFill>
              <a:latin typeface="Calibri" panose="020F0502020204030204" pitchFamily="34" charset="0"/>
              <a:cs typeface="Calibri" panose="020F0502020204030204" pitchFamily="34" charset="0"/>
            </a:endParaRPr>
          </a:p>
          <a:p>
            <a:pPr marL="870585" marR="30480" lvl="1" indent="-457200">
              <a:lnSpc>
                <a:spcPct val="100000"/>
              </a:lnSpc>
              <a:spcBef>
                <a:spcPts val="770"/>
              </a:spcBef>
              <a:buClr>
                <a:schemeClr val="tx1"/>
              </a:buClr>
              <a:buFont typeface="Arial" panose="020B0604020202020204" pitchFamily="34" charset="0"/>
              <a:buChar char="•"/>
            </a:pPr>
            <a:r>
              <a:rPr sz="2800" spc="-5" dirty="0">
                <a:latin typeface="Calibri" panose="020F0502020204030204" pitchFamily="34" charset="0"/>
                <a:cs typeface="Calibri" panose="020F0502020204030204" pitchFamily="34" charset="0"/>
              </a:rPr>
              <a:t>A </a:t>
            </a:r>
            <a:r>
              <a:rPr sz="2800" spc="-15" dirty="0">
                <a:latin typeface="Calibri" panose="020F0502020204030204" pitchFamily="34" charset="0"/>
                <a:cs typeface="Calibri" panose="020F0502020204030204" pitchFamily="34" charset="0"/>
              </a:rPr>
              <a:t>process </a:t>
            </a:r>
            <a:r>
              <a:rPr sz="2800" spc="-10" dirty="0">
                <a:latin typeface="Calibri" panose="020F0502020204030204" pitchFamily="34" charset="0"/>
                <a:cs typeface="Calibri" panose="020F0502020204030204" pitchFamily="34" charset="0"/>
              </a:rPr>
              <a:t>that </a:t>
            </a:r>
            <a:r>
              <a:rPr sz="2800" spc="-20" dirty="0">
                <a:latin typeface="Calibri" panose="020F0502020204030204" pitchFamily="34" charset="0"/>
                <a:cs typeface="Calibri" panose="020F0502020204030204" pitchFamily="34" charset="0"/>
              </a:rPr>
              <a:t>involves </a:t>
            </a:r>
            <a:r>
              <a:rPr sz="2800" spc="-5" dirty="0">
                <a:latin typeface="Calibri" panose="020F0502020204030204" pitchFamily="34" charset="0"/>
                <a:cs typeface="Calibri" panose="020F0502020204030204" pitchFamily="34" charset="0"/>
              </a:rPr>
              <a:t>asking a </a:t>
            </a:r>
            <a:r>
              <a:rPr sz="2800" spc="-15" dirty="0">
                <a:latin typeface="Calibri" panose="020F0502020204030204" pitchFamily="34" charset="0"/>
                <a:cs typeface="Calibri" panose="020F0502020204030204" pitchFamily="34" charset="0"/>
              </a:rPr>
              <a:t>computer </a:t>
            </a:r>
            <a:r>
              <a:rPr sz="2800" spc="-10" dirty="0">
                <a:latin typeface="Calibri" panose="020F0502020204030204" pitchFamily="34" charset="0"/>
                <a:cs typeface="Calibri" panose="020F0502020204030204" pitchFamily="34" charset="0"/>
              </a:rPr>
              <a:t>what </a:t>
            </a:r>
            <a:r>
              <a:rPr sz="2800" spc="-5" dirty="0">
                <a:latin typeface="Calibri" panose="020F0502020204030204" pitchFamily="34" charset="0"/>
                <a:cs typeface="Calibri" panose="020F0502020204030204" pitchFamily="34" charset="0"/>
              </a:rPr>
              <a:t> the </a:t>
            </a:r>
            <a:r>
              <a:rPr sz="2800" spc="-25" dirty="0">
                <a:latin typeface="Calibri" panose="020F0502020204030204" pitchFamily="34" charset="0"/>
                <a:cs typeface="Calibri" panose="020F0502020204030204" pitchFamily="34" charset="0"/>
              </a:rPr>
              <a:t>effect </a:t>
            </a:r>
            <a:r>
              <a:rPr sz="2800" spc="-5" dirty="0">
                <a:latin typeface="Calibri" panose="020F0502020204030204" pitchFamily="34" charset="0"/>
                <a:cs typeface="Calibri" panose="020F0502020204030204" pitchFamily="34" charset="0"/>
              </a:rPr>
              <a:t>of changing some of the input </a:t>
            </a:r>
            <a:r>
              <a:rPr sz="2800" spc="-25" dirty="0">
                <a:latin typeface="Calibri" panose="020F0502020204030204" pitchFamily="34" charset="0"/>
                <a:cs typeface="Calibri" panose="020F0502020204030204" pitchFamily="34" charset="0"/>
              </a:rPr>
              <a:t>data </a:t>
            </a:r>
            <a:r>
              <a:rPr sz="2800" spc="-10" dirty="0">
                <a:latin typeface="Calibri" panose="020F0502020204030204" pitchFamily="34" charset="0"/>
                <a:cs typeface="Calibri" panose="020F0502020204030204" pitchFamily="34" charset="0"/>
              </a:rPr>
              <a:t>or </a:t>
            </a:r>
            <a:r>
              <a:rPr sz="2800" spc="-710" dirty="0">
                <a:latin typeface="Calibri" panose="020F0502020204030204" pitchFamily="34" charset="0"/>
                <a:cs typeface="Calibri" panose="020F0502020204030204" pitchFamily="34" charset="0"/>
              </a:rPr>
              <a:t> </a:t>
            </a:r>
            <a:r>
              <a:rPr sz="2800" spc="-25" dirty="0">
                <a:latin typeface="Calibri" panose="020F0502020204030204" pitchFamily="34" charset="0"/>
                <a:cs typeface="Calibri" panose="020F0502020204030204" pitchFamily="34" charset="0"/>
              </a:rPr>
              <a:t>parameters</a:t>
            </a:r>
            <a:r>
              <a:rPr sz="2800" spc="10" dirty="0">
                <a:latin typeface="Calibri" panose="020F0502020204030204" pitchFamily="34" charset="0"/>
                <a:cs typeface="Calibri" panose="020F0502020204030204" pitchFamily="34" charset="0"/>
              </a:rPr>
              <a:t> </a:t>
            </a:r>
            <a:r>
              <a:rPr sz="2800" spc="-10" dirty="0">
                <a:latin typeface="Calibri" panose="020F0502020204030204" pitchFamily="34" charset="0"/>
                <a:cs typeface="Calibri" panose="020F0502020204030204" pitchFamily="34" charset="0"/>
              </a:rPr>
              <a:t>would</a:t>
            </a:r>
            <a:r>
              <a:rPr sz="2800" spc="20" dirty="0">
                <a:latin typeface="Calibri" panose="020F0502020204030204" pitchFamily="34" charset="0"/>
                <a:cs typeface="Calibri" panose="020F0502020204030204" pitchFamily="34" charset="0"/>
              </a:rPr>
              <a:t> </a:t>
            </a:r>
            <a:r>
              <a:rPr sz="2800" spc="-10" dirty="0">
                <a:latin typeface="Calibri" panose="020F0502020204030204" pitchFamily="34" charset="0"/>
                <a:cs typeface="Calibri" panose="020F0502020204030204" pitchFamily="34" charset="0"/>
              </a:rPr>
              <a:t>be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685800"/>
            <a:ext cx="8305165" cy="633635"/>
          </a:xfrm>
          <a:prstGeom prst="rect">
            <a:avLst/>
          </a:prstGeom>
        </p:spPr>
        <p:txBody>
          <a:bodyPr vert="horz" wrap="square" lIns="0" tIns="12065" rIns="0" bIns="0" rtlCol="0" anchor="ctr">
            <a:spAutoFit/>
          </a:bodyPr>
          <a:lstStyle/>
          <a:p>
            <a:pPr algn="ctr">
              <a:lnSpc>
                <a:spcPts val="5280"/>
              </a:lnSpc>
              <a:spcBef>
                <a:spcPts val="95"/>
              </a:spcBef>
            </a:pPr>
            <a:r>
              <a:rPr spc="-10" dirty="0"/>
              <a:t>Decision</a:t>
            </a:r>
            <a:r>
              <a:rPr spc="-15" dirty="0"/>
              <a:t> </a:t>
            </a:r>
            <a:r>
              <a:rPr spc="-5" dirty="0"/>
              <a:t>Making: The</a:t>
            </a:r>
            <a:r>
              <a:rPr lang="en-US" spc="-10" dirty="0">
                <a:solidFill>
                  <a:srgbClr val="00B050"/>
                </a:solidFill>
              </a:rPr>
              <a:t> </a:t>
            </a:r>
            <a:r>
              <a:rPr lang="en-US" spc="-15" dirty="0">
                <a:solidFill>
                  <a:srgbClr val="00B050"/>
                </a:solidFill>
              </a:rPr>
              <a:t>Implementation</a:t>
            </a:r>
            <a:r>
              <a:rPr lang="en-US" spc="-10" dirty="0">
                <a:solidFill>
                  <a:srgbClr val="00B050"/>
                </a:solidFill>
              </a:rPr>
              <a:t> Phase</a:t>
            </a:r>
            <a:endParaRPr spc="-5" dirty="0"/>
          </a:p>
        </p:txBody>
      </p:sp>
      <p:sp>
        <p:nvSpPr>
          <p:cNvPr id="3" name="object 3"/>
          <p:cNvSpPr txBox="1"/>
          <p:nvPr/>
        </p:nvSpPr>
        <p:spPr>
          <a:xfrm>
            <a:off x="1676400" y="1905000"/>
            <a:ext cx="7619365" cy="2540635"/>
          </a:xfrm>
          <a:prstGeom prst="rect">
            <a:avLst/>
          </a:prstGeom>
        </p:spPr>
        <p:txBody>
          <a:bodyPr vert="horz" wrap="square" lIns="0" tIns="12065" rIns="0" bIns="0" rtlCol="0">
            <a:spAutoFit/>
          </a:bodyPr>
          <a:lstStyle/>
          <a:p>
            <a:pPr marL="354965" marR="5080" indent="-342900">
              <a:spcBef>
                <a:spcPts val="95"/>
              </a:spcBef>
              <a:buFont typeface="Arial MT"/>
              <a:buChar char="•"/>
              <a:tabLst>
                <a:tab pos="354965" algn="l"/>
                <a:tab pos="355600" algn="l"/>
              </a:tabLst>
            </a:pPr>
            <a:r>
              <a:rPr sz="3200" spc="-10" dirty="0">
                <a:latin typeface="Calibri"/>
                <a:cs typeface="Calibri"/>
              </a:rPr>
              <a:t>Generic</a:t>
            </a:r>
            <a:r>
              <a:rPr sz="3200" dirty="0">
                <a:latin typeface="Calibri"/>
                <a:cs typeface="Calibri"/>
              </a:rPr>
              <a:t> </a:t>
            </a:r>
            <a:r>
              <a:rPr sz="3200" spc="-10" dirty="0">
                <a:latin typeface="Calibri"/>
                <a:cs typeface="Calibri"/>
              </a:rPr>
              <a:t>implementation</a:t>
            </a:r>
            <a:r>
              <a:rPr sz="3200" spc="35" dirty="0">
                <a:latin typeface="Calibri"/>
                <a:cs typeface="Calibri"/>
              </a:rPr>
              <a:t> </a:t>
            </a:r>
            <a:r>
              <a:rPr sz="3200" spc="-5" dirty="0">
                <a:latin typeface="Calibri"/>
                <a:cs typeface="Calibri"/>
              </a:rPr>
              <a:t>issues</a:t>
            </a:r>
            <a:r>
              <a:rPr sz="3200" spc="25" dirty="0">
                <a:latin typeface="Calibri"/>
                <a:cs typeface="Calibri"/>
              </a:rPr>
              <a:t> </a:t>
            </a:r>
            <a:r>
              <a:rPr sz="3200" spc="-15" dirty="0">
                <a:latin typeface="Calibri"/>
                <a:cs typeface="Calibri"/>
              </a:rPr>
              <a:t>important</a:t>
            </a:r>
            <a:r>
              <a:rPr sz="3200" spc="40" dirty="0">
                <a:latin typeface="Calibri"/>
                <a:cs typeface="Calibri"/>
              </a:rPr>
              <a:t> </a:t>
            </a:r>
            <a:r>
              <a:rPr sz="3200" spc="-10" dirty="0">
                <a:latin typeface="Calibri"/>
                <a:cs typeface="Calibri"/>
              </a:rPr>
              <a:t>in </a:t>
            </a:r>
            <a:r>
              <a:rPr sz="3200" spc="-710" dirty="0">
                <a:latin typeface="Calibri"/>
                <a:cs typeface="Calibri"/>
              </a:rPr>
              <a:t> </a:t>
            </a:r>
            <a:r>
              <a:rPr sz="3200" spc="-10" dirty="0">
                <a:latin typeface="Calibri"/>
                <a:cs typeface="Calibri"/>
              </a:rPr>
              <a:t>dealing</a:t>
            </a:r>
            <a:r>
              <a:rPr sz="3200" spc="25" dirty="0">
                <a:latin typeface="Calibri"/>
                <a:cs typeface="Calibri"/>
              </a:rPr>
              <a:t> </a:t>
            </a:r>
            <a:r>
              <a:rPr sz="3200" spc="-5" dirty="0">
                <a:latin typeface="Calibri"/>
                <a:cs typeface="Calibri"/>
              </a:rPr>
              <a:t>with</a:t>
            </a:r>
            <a:r>
              <a:rPr sz="3200" spc="15" dirty="0">
                <a:latin typeface="Calibri"/>
                <a:cs typeface="Calibri"/>
              </a:rPr>
              <a:t> </a:t>
            </a:r>
            <a:r>
              <a:rPr sz="3200" spc="-5" dirty="0">
                <a:latin typeface="Calibri"/>
                <a:cs typeface="Calibri"/>
              </a:rPr>
              <a:t>MSS</a:t>
            </a:r>
            <a:r>
              <a:rPr sz="3200" spc="5" dirty="0">
                <a:latin typeface="Calibri"/>
                <a:cs typeface="Calibri"/>
              </a:rPr>
              <a:t> </a:t>
            </a:r>
            <a:r>
              <a:rPr sz="3200" spc="-10" dirty="0">
                <a:latin typeface="Calibri"/>
                <a:cs typeface="Calibri"/>
              </a:rPr>
              <a:t>include:</a:t>
            </a:r>
            <a:endParaRPr sz="3200" dirty="0">
              <a:latin typeface="Calibri"/>
              <a:cs typeface="Calibri"/>
            </a:endParaRPr>
          </a:p>
          <a:p>
            <a:pPr marL="984250" lvl="1" indent="-514350">
              <a:spcBef>
                <a:spcPts val="700"/>
              </a:spcBef>
              <a:buFont typeface="+mj-lt"/>
              <a:buAutoNum type="arabicPeriod"/>
              <a:tabLst>
                <a:tab pos="755650" algn="l"/>
              </a:tabLst>
            </a:pPr>
            <a:r>
              <a:rPr sz="2800" spc="-15" dirty="0">
                <a:solidFill>
                  <a:srgbClr val="00B050"/>
                </a:solidFill>
                <a:latin typeface="Calibri"/>
                <a:cs typeface="Calibri"/>
              </a:rPr>
              <a:t>Resistance</a:t>
            </a:r>
            <a:r>
              <a:rPr sz="2800" spc="-20" dirty="0">
                <a:solidFill>
                  <a:srgbClr val="00B050"/>
                </a:solidFill>
                <a:latin typeface="Calibri"/>
                <a:cs typeface="Calibri"/>
              </a:rPr>
              <a:t> to </a:t>
            </a:r>
            <a:r>
              <a:rPr sz="2800" spc="-10" dirty="0">
                <a:solidFill>
                  <a:srgbClr val="00B050"/>
                </a:solidFill>
                <a:latin typeface="Calibri"/>
                <a:cs typeface="Calibri"/>
              </a:rPr>
              <a:t>change</a:t>
            </a:r>
            <a:endParaRPr sz="2800" dirty="0">
              <a:solidFill>
                <a:srgbClr val="00B050"/>
              </a:solidFill>
              <a:latin typeface="Calibri"/>
              <a:cs typeface="Calibri"/>
            </a:endParaRPr>
          </a:p>
          <a:p>
            <a:pPr marL="984250" lvl="1" indent="-514350">
              <a:spcBef>
                <a:spcPts val="675"/>
              </a:spcBef>
              <a:buFont typeface="+mj-lt"/>
              <a:buAutoNum type="arabicPeriod"/>
              <a:tabLst>
                <a:tab pos="755650" algn="l"/>
              </a:tabLst>
            </a:pPr>
            <a:r>
              <a:rPr sz="2800" spc="-10" dirty="0">
                <a:solidFill>
                  <a:srgbClr val="00B050"/>
                </a:solidFill>
                <a:latin typeface="Calibri"/>
                <a:cs typeface="Calibri"/>
              </a:rPr>
              <a:t>Degree</a:t>
            </a:r>
            <a:r>
              <a:rPr sz="2800" spc="-15" dirty="0">
                <a:solidFill>
                  <a:srgbClr val="00B050"/>
                </a:solidFill>
                <a:latin typeface="Calibri"/>
                <a:cs typeface="Calibri"/>
              </a:rPr>
              <a:t> </a:t>
            </a:r>
            <a:r>
              <a:rPr sz="2800" spc="-5" dirty="0">
                <a:solidFill>
                  <a:srgbClr val="00B050"/>
                </a:solidFill>
                <a:latin typeface="Calibri"/>
                <a:cs typeface="Calibri"/>
              </a:rPr>
              <a:t>of</a:t>
            </a:r>
            <a:r>
              <a:rPr sz="2800" spc="-35" dirty="0">
                <a:solidFill>
                  <a:srgbClr val="00B050"/>
                </a:solidFill>
                <a:latin typeface="Calibri"/>
                <a:cs typeface="Calibri"/>
              </a:rPr>
              <a:t> </a:t>
            </a:r>
            <a:r>
              <a:rPr sz="2800" spc="-5" dirty="0">
                <a:solidFill>
                  <a:srgbClr val="00B050"/>
                </a:solidFill>
                <a:latin typeface="Calibri"/>
                <a:cs typeface="Calibri"/>
              </a:rPr>
              <a:t>support</a:t>
            </a:r>
            <a:r>
              <a:rPr sz="2800" spc="10" dirty="0">
                <a:solidFill>
                  <a:srgbClr val="00B050"/>
                </a:solidFill>
                <a:latin typeface="Calibri"/>
                <a:cs typeface="Calibri"/>
              </a:rPr>
              <a:t> </a:t>
            </a:r>
            <a:r>
              <a:rPr sz="2800" spc="-5" dirty="0">
                <a:solidFill>
                  <a:srgbClr val="00B050"/>
                </a:solidFill>
                <a:latin typeface="Calibri"/>
                <a:cs typeface="Calibri"/>
              </a:rPr>
              <a:t>of</a:t>
            </a:r>
            <a:r>
              <a:rPr sz="2800" spc="-10" dirty="0">
                <a:solidFill>
                  <a:srgbClr val="00B050"/>
                </a:solidFill>
                <a:latin typeface="Calibri"/>
                <a:cs typeface="Calibri"/>
              </a:rPr>
              <a:t> </a:t>
            </a:r>
            <a:r>
              <a:rPr sz="2800" spc="-15" dirty="0">
                <a:solidFill>
                  <a:srgbClr val="00B050"/>
                </a:solidFill>
                <a:latin typeface="Calibri"/>
                <a:cs typeface="Calibri"/>
              </a:rPr>
              <a:t>top</a:t>
            </a:r>
            <a:r>
              <a:rPr sz="2800" dirty="0">
                <a:solidFill>
                  <a:srgbClr val="00B050"/>
                </a:solidFill>
                <a:latin typeface="Calibri"/>
                <a:cs typeface="Calibri"/>
              </a:rPr>
              <a:t> </a:t>
            </a:r>
            <a:r>
              <a:rPr sz="2800" spc="-5" dirty="0">
                <a:solidFill>
                  <a:srgbClr val="00B050"/>
                </a:solidFill>
                <a:latin typeface="Calibri"/>
                <a:cs typeface="Calibri"/>
              </a:rPr>
              <a:t>management</a:t>
            </a:r>
            <a:endParaRPr sz="2800" dirty="0">
              <a:solidFill>
                <a:srgbClr val="00B050"/>
              </a:solidFill>
              <a:latin typeface="Calibri"/>
              <a:cs typeface="Calibri"/>
            </a:endParaRPr>
          </a:p>
          <a:p>
            <a:pPr marL="984250" lvl="1" indent="-514350">
              <a:spcBef>
                <a:spcPts val="670"/>
              </a:spcBef>
              <a:buFont typeface="+mj-lt"/>
              <a:buAutoNum type="arabicPeriod"/>
              <a:tabLst>
                <a:tab pos="755650" algn="l"/>
              </a:tabLst>
            </a:pPr>
            <a:r>
              <a:rPr sz="2800" dirty="0">
                <a:solidFill>
                  <a:srgbClr val="00B050"/>
                </a:solidFill>
                <a:latin typeface="Calibri"/>
                <a:cs typeface="Calibri"/>
              </a:rPr>
              <a:t>User</a:t>
            </a:r>
            <a:r>
              <a:rPr sz="2800" spc="-45" dirty="0">
                <a:solidFill>
                  <a:srgbClr val="00B050"/>
                </a:solidFill>
                <a:latin typeface="Calibri"/>
                <a:cs typeface="Calibri"/>
              </a:rPr>
              <a:t> </a:t>
            </a:r>
            <a:r>
              <a:rPr sz="2800" spc="-15" dirty="0">
                <a:solidFill>
                  <a:srgbClr val="00B050"/>
                </a:solidFill>
                <a:latin typeface="Calibri"/>
                <a:cs typeface="Calibri"/>
              </a:rPr>
              <a:t>training</a:t>
            </a:r>
            <a:endParaRPr sz="2800" dirty="0">
              <a:solidFill>
                <a:srgbClr val="00B050"/>
              </a:solidFill>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23504" y="802855"/>
            <a:ext cx="6252210" cy="633635"/>
          </a:xfrm>
          <a:prstGeom prst="rect">
            <a:avLst/>
          </a:prstGeom>
        </p:spPr>
        <p:txBody>
          <a:bodyPr vert="horz" wrap="square" lIns="0" tIns="12065" rIns="0" bIns="0" rtlCol="0" anchor="ctr">
            <a:spAutoFit/>
          </a:bodyPr>
          <a:lstStyle/>
          <a:p>
            <a:pPr algn="ctr">
              <a:lnSpc>
                <a:spcPts val="5280"/>
              </a:lnSpc>
              <a:spcBef>
                <a:spcPts val="95"/>
              </a:spcBef>
            </a:pPr>
            <a:r>
              <a:rPr lang="en-US" spc="-10" dirty="0"/>
              <a:t>DSS Support</a:t>
            </a:r>
            <a:endParaRPr spc="-5" dirty="0"/>
          </a:p>
        </p:txBody>
      </p:sp>
      <p:pic>
        <p:nvPicPr>
          <p:cNvPr id="3" name="object 3"/>
          <p:cNvPicPr/>
          <p:nvPr/>
        </p:nvPicPr>
        <p:blipFill>
          <a:blip r:embed="rId2" cstate="print"/>
          <a:stretch>
            <a:fillRect/>
          </a:stretch>
        </p:blipFill>
        <p:spPr>
          <a:xfrm>
            <a:off x="3546395" y="1842535"/>
            <a:ext cx="5314079" cy="424426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40609-DB96-C3D5-EB65-3B8A0444A342}"/>
              </a:ext>
            </a:extLst>
          </p:cNvPr>
          <p:cNvSpPr>
            <a:spLocks noGrp="1"/>
          </p:cNvSpPr>
          <p:nvPr>
            <p:ph type="title"/>
          </p:nvPr>
        </p:nvSpPr>
        <p:spPr/>
        <p:txBody>
          <a:bodyPr/>
          <a:lstStyle/>
          <a:p>
            <a:r>
              <a:rPr lang="en-US" b="0" i="0" dirty="0">
                <a:solidFill>
                  <a:srgbClr val="2D2D2D"/>
                </a:solidFill>
                <a:effectLst/>
                <a:latin typeface="Poppins" panose="00000500000000000000" pitchFamily="2" charset="0"/>
              </a:rPr>
              <a:t>Specific uses for DSSs in business</a:t>
            </a:r>
            <a:endParaRPr lang="en-US"/>
          </a:p>
        </p:txBody>
      </p:sp>
      <p:sp>
        <p:nvSpPr>
          <p:cNvPr id="3" name="Text Placeholder 2">
            <a:extLst>
              <a:ext uri="{FF2B5EF4-FFF2-40B4-BE49-F238E27FC236}">
                <a16:creationId xmlns:a16="http://schemas.microsoft.com/office/drawing/2014/main" id="{248CDF80-5D61-3873-911F-0AE11A8A82BB}"/>
              </a:ext>
            </a:extLst>
          </p:cNvPr>
          <p:cNvSpPr>
            <a:spLocks noGrp="1"/>
          </p:cNvSpPr>
          <p:nvPr>
            <p:ph idx="1"/>
          </p:nvPr>
        </p:nvSpPr>
        <p:spPr/>
        <p:txBody>
          <a:bodyPr>
            <a:normAutofit fontScale="92500"/>
          </a:bodyPr>
          <a:lstStyle/>
          <a:p>
            <a:pPr algn="l" rtl="0">
              <a:buFont typeface="Arial" panose="020B0604020202020204" pitchFamily="34" charset="0"/>
              <a:buChar char="•"/>
            </a:pPr>
            <a:r>
              <a:rPr lang="en-US" b="1" i="0" dirty="0">
                <a:solidFill>
                  <a:srgbClr val="2D2D2D"/>
                </a:solidFill>
                <a:effectLst/>
                <a:latin typeface="Calibri" panose="020F0502020204030204" pitchFamily="34" charset="0"/>
                <a:cs typeface="Calibri" panose="020F0502020204030204" pitchFamily="34" charset="0"/>
              </a:rPr>
              <a:t>Medicine:</a:t>
            </a:r>
            <a:r>
              <a:rPr lang="en-US" b="0" i="0" dirty="0">
                <a:solidFill>
                  <a:srgbClr val="2D2D2D"/>
                </a:solidFill>
                <a:effectLst/>
                <a:latin typeface="Calibri" panose="020F0502020204030204" pitchFamily="34" charset="0"/>
                <a:cs typeface="Calibri" panose="020F0502020204030204" pitchFamily="34" charset="0"/>
              </a:rPr>
              <a:t> When a DSS is used in medicine, it is known as a </a:t>
            </a:r>
            <a:r>
              <a:rPr lang="en-US" b="1" i="0" dirty="0">
                <a:solidFill>
                  <a:srgbClr val="FF0000"/>
                </a:solidFill>
                <a:effectLst/>
                <a:latin typeface="Calibri" panose="020F0502020204030204" pitchFamily="34" charset="0"/>
                <a:cs typeface="Calibri" panose="020F0502020204030204" pitchFamily="34" charset="0"/>
              </a:rPr>
              <a:t>clinical DSS</a:t>
            </a:r>
            <a:r>
              <a:rPr lang="en-US" b="0" i="0" dirty="0">
                <a:solidFill>
                  <a:srgbClr val="2D2D2D"/>
                </a:solidFill>
                <a:effectLst/>
                <a:latin typeface="Calibri" panose="020F0502020204030204" pitchFamily="34" charset="0"/>
                <a:cs typeface="Calibri" panose="020F0502020204030204" pitchFamily="34" charset="0"/>
              </a:rPr>
              <a:t>. The technology can be used in a variety of ways, such as maintaining research information about chemotherapy protocols, preventive and follow-up care, and monitoring medication orders. DSSs are also used with medical diagnosis software.</a:t>
            </a:r>
          </a:p>
          <a:p>
            <a:pPr algn="l" rtl="0">
              <a:buFont typeface="Arial" panose="020B0604020202020204" pitchFamily="34" charset="0"/>
              <a:buChar char="•"/>
            </a:pPr>
            <a:r>
              <a:rPr lang="en-US" b="1" i="0" dirty="0">
                <a:solidFill>
                  <a:srgbClr val="2D2D2D"/>
                </a:solidFill>
                <a:effectLst/>
                <a:latin typeface="Calibri" panose="020F0502020204030204" pitchFamily="34" charset="0"/>
                <a:cs typeface="Calibri" panose="020F0502020204030204" pitchFamily="34" charset="0"/>
              </a:rPr>
              <a:t>Weather forecasting: </a:t>
            </a:r>
            <a:r>
              <a:rPr lang="en-US" b="0" i="0" dirty="0">
                <a:solidFill>
                  <a:srgbClr val="2D2D2D"/>
                </a:solidFill>
                <a:effectLst/>
                <a:latin typeface="Calibri" panose="020F0502020204030204" pitchFamily="34" charset="0"/>
                <a:cs typeface="Calibri" panose="020F0502020204030204" pitchFamily="34" charset="0"/>
              </a:rPr>
              <a:t>Some states have used DSSs to provide information about potential hazards, such as floods. The system includes real-time weather conditions and may include information, both current and historical, about floodplain boundaries and county flood data.</a:t>
            </a:r>
          </a:p>
          <a:p>
            <a:pPr algn="l" rtl="0">
              <a:buFont typeface="Arial" panose="020B0604020202020204" pitchFamily="34" charset="0"/>
              <a:buChar char="•"/>
            </a:pPr>
            <a:r>
              <a:rPr lang="en-US" b="1" i="0" dirty="0">
                <a:solidFill>
                  <a:srgbClr val="2D2D2D"/>
                </a:solidFill>
                <a:effectLst/>
                <a:latin typeface="Calibri" panose="020F0502020204030204" pitchFamily="34" charset="0"/>
                <a:cs typeface="Calibri" panose="020F0502020204030204" pitchFamily="34" charset="0"/>
              </a:rPr>
              <a:t>Real estate: </a:t>
            </a:r>
            <a:r>
              <a:rPr lang="en-US" b="0" i="0" dirty="0">
                <a:solidFill>
                  <a:srgbClr val="2D2D2D"/>
                </a:solidFill>
                <a:effectLst/>
                <a:latin typeface="Calibri" panose="020F0502020204030204" pitchFamily="34" charset="0"/>
                <a:cs typeface="Calibri" panose="020F0502020204030204" pitchFamily="34" charset="0"/>
              </a:rPr>
              <a:t>Real estate companies often use DSSs to manage data on comparable home prices and acreage.</a:t>
            </a:r>
          </a:p>
          <a:p>
            <a:pPr algn="l" rtl="0">
              <a:buFont typeface="Arial" panose="020B0604020202020204" pitchFamily="34" charset="0"/>
              <a:buChar char="•"/>
            </a:pPr>
            <a:r>
              <a:rPr lang="en-US" b="1" i="0" dirty="0">
                <a:solidFill>
                  <a:srgbClr val="2D2D2D"/>
                </a:solidFill>
                <a:effectLst/>
                <a:latin typeface="Calibri" panose="020F0502020204030204" pitchFamily="34" charset="0"/>
                <a:cs typeface="Calibri" panose="020F0502020204030204" pitchFamily="34" charset="0"/>
              </a:rPr>
              <a:t>Education: </a:t>
            </a:r>
            <a:r>
              <a:rPr lang="en-US" b="0" i="0" dirty="0">
                <a:solidFill>
                  <a:srgbClr val="2D2D2D"/>
                </a:solidFill>
                <a:effectLst/>
                <a:latin typeface="Calibri" panose="020F0502020204030204" pitchFamily="34" charset="0"/>
                <a:cs typeface="Calibri" panose="020F0502020204030204" pitchFamily="34" charset="0"/>
              </a:rPr>
              <a:t>Universities and colleges rely on DSSs to know how many students are currently enrolled. This helps them predict how many students will register for particular courses or whether the student population is sufficient to meet the university’s costs.</a:t>
            </a:r>
          </a:p>
          <a:p>
            <a:endParaRPr lang="en-US"/>
          </a:p>
        </p:txBody>
      </p:sp>
    </p:spTree>
    <p:extLst>
      <p:ext uri="{BB962C8B-B14F-4D97-AF65-F5344CB8AC3E}">
        <p14:creationId xmlns:p14="http://schemas.microsoft.com/office/powerpoint/2010/main" val="4226000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4F623412-C928-8BA4-E20A-12B517853388}"/>
              </a:ext>
            </a:extLst>
          </p:cNvPr>
          <p:cNvSpPr>
            <a:spLocks noGrp="1" noChangeArrowheads="1"/>
          </p:cNvSpPr>
          <p:nvPr>
            <p:ph type="title"/>
          </p:nvPr>
        </p:nvSpPr>
        <p:spPr/>
        <p:txBody>
          <a:bodyPr anchor="ctr">
            <a:normAutofit/>
          </a:bodyPr>
          <a:lstStyle/>
          <a:p>
            <a:pPr eaLnBrk="1" hangingPunct="1"/>
            <a:r>
              <a:rPr lang="en-US" altLang="ar-SA" dirty="0"/>
              <a:t>DSS Modeling</a:t>
            </a:r>
          </a:p>
        </p:txBody>
      </p:sp>
      <p:sp>
        <p:nvSpPr>
          <p:cNvPr id="6149" name="Rectangle 3">
            <a:extLst>
              <a:ext uri="{FF2B5EF4-FFF2-40B4-BE49-F238E27FC236}">
                <a16:creationId xmlns:a16="http://schemas.microsoft.com/office/drawing/2014/main" id="{A3EF2699-5646-170D-7298-7899ACA755C1}"/>
              </a:ext>
            </a:extLst>
          </p:cNvPr>
          <p:cNvSpPr>
            <a:spLocks noGrp="1" noChangeArrowheads="1"/>
          </p:cNvSpPr>
          <p:nvPr>
            <p:ph sz="half" idx="1"/>
          </p:nvPr>
        </p:nvSpPr>
        <p:spPr>
          <a:xfrm>
            <a:off x="1143000" y="1690690"/>
            <a:ext cx="10210800" cy="5029200"/>
          </a:xfrm>
        </p:spPr>
        <p:txBody>
          <a:bodyPr>
            <a:noAutofit/>
          </a:bodyPr>
          <a:lstStyle/>
          <a:p>
            <a:pPr algn="l" rtl="0" eaLnBrk="1" hangingPunct="1"/>
            <a:r>
              <a:rPr lang="en-US" altLang="ar-SA" sz="2000" dirty="0"/>
              <a:t>Key element in DSS</a:t>
            </a:r>
          </a:p>
          <a:p>
            <a:pPr algn="l" rtl="0" eaLnBrk="1" hangingPunct="1"/>
            <a:r>
              <a:rPr lang="en-US" altLang="ar-SA" sz="2000" dirty="0"/>
              <a:t>Many classes of models</a:t>
            </a:r>
          </a:p>
          <a:p>
            <a:pPr algn="l" rtl="0" eaLnBrk="1" hangingPunct="1"/>
            <a:r>
              <a:rPr lang="en-US" altLang="ar-SA" sz="2000" dirty="0"/>
              <a:t>Specialized techniques for each model</a:t>
            </a:r>
          </a:p>
          <a:p>
            <a:pPr algn="l" rtl="0" eaLnBrk="1" hangingPunct="1"/>
            <a:r>
              <a:rPr lang="en-US" altLang="ar-SA" sz="2000" dirty="0"/>
              <a:t>Allows for rapid examination of alternative solutions</a:t>
            </a:r>
          </a:p>
          <a:p>
            <a:pPr algn="l" rtl="0" eaLnBrk="1" hangingPunct="1"/>
            <a:r>
              <a:rPr lang="en-US" altLang="ar-SA" sz="2000" dirty="0"/>
              <a:t>Multiple models often included in a DSS</a:t>
            </a:r>
          </a:p>
          <a:p>
            <a:pPr algn="l" rtl="0" eaLnBrk="1" hangingPunct="1"/>
            <a:r>
              <a:rPr lang="en-US" altLang="ar-SA" sz="2000" dirty="0">
                <a:solidFill>
                  <a:srgbClr val="FF0000"/>
                </a:solidFill>
              </a:rPr>
              <a:t>Model is a representation of an actual system.</a:t>
            </a:r>
          </a:p>
          <a:p>
            <a:pPr algn="l" rtl="0" eaLnBrk="1" hangingPunct="1"/>
            <a:r>
              <a:rPr lang="en-US" altLang="ar-SA" sz="2000" dirty="0"/>
              <a:t>Models embody system characteristics that are important to the model’s users.</a:t>
            </a:r>
          </a:p>
          <a:p>
            <a:pPr algn="l" rtl="0" eaLnBrk="1" hangingPunct="1"/>
            <a:r>
              <a:rPr lang="en-US" altLang="ar-SA" sz="2000" dirty="0"/>
              <a:t>At the same time, models simplify reality by eliminating other characteristics that are not important for their purpose.</a:t>
            </a:r>
          </a:p>
          <a:p>
            <a:pPr algn="l" rtl="0" eaLnBrk="1" hangingPunct="1"/>
            <a:r>
              <a:rPr lang="en-US" altLang="ar-SA" sz="2000" dirty="0"/>
              <a:t>The central idea of a model is that important relationships that apply to the system being modeled also apply to the model.</a:t>
            </a:r>
          </a:p>
          <a:p>
            <a:pPr algn="l" rtl="0" eaLnBrk="1" hangingPunct="1"/>
            <a:endParaRPr lang="en-US" altLang="ar-SA" sz="2000" dirty="0"/>
          </a:p>
        </p:txBody>
      </p:sp>
    </p:spTree>
    <p:extLst>
      <p:ext uri="{BB962C8B-B14F-4D97-AF65-F5344CB8AC3E}">
        <p14:creationId xmlns:p14="http://schemas.microsoft.com/office/powerpoint/2010/main" val="333629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9400" y="762000"/>
            <a:ext cx="4687569" cy="520014"/>
          </a:xfrm>
          <a:prstGeom prst="rect">
            <a:avLst/>
          </a:prstGeom>
        </p:spPr>
        <p:txBody>
          <a:bodyPr vert="horz" wrap="square" lIns="0" tIns="12065" rIns="0" bIns="0" rtlCol="0" anchor="ctr">
            <a:spAutoFit/>
          </a:bodyPr>
          <a:lstStyle/>
          <a:p>
            <a:pPr marL="12700">
              <a:lnSpc>
                <a:spcPct val="100000"/>
              </a:lnSpc>
              <a:spcBef>
                <a:spcPts val="95"/>
              </a:spcBef>
            </a:pPr>
            <a:r>
              <a:rPr lang="en-US" spc="-10" dirty="0"/>
              <a:t>DSS Modeling</a:t>
            </a:r>
            <a:endParaRPr spc="-10" dirty="0"/>
          </a:p>
        </p:txBody>
      </p:sp>
      <p:sp>
        <p:nvSpPr>
          <p:cNvPr id="3" name="object 3"/>
          <p:cNvSpPr txBox="1"/>
          <p:nvPr/>
        </p:nvSpPr>
        <p:spPr>
          <a:xfrm>
            <a:off x="2059941" y="1506081"/>
            <a:ext cx="7751445" cy="3946525"/>
          </a:xfrm>
          <a:prstGeom prst="rect">
            <a:avLst/>
          </a:prstGeom>
        </p:spPr>
        <p:txBody>
          <a:bodyPr vert="horz" wrap="square" lIns="0" tIns="113664" rIns="0" bIns="0" rtlCol="0">
            <a:spAutoFit/>
          </a:bodyPr>
          <a:lstStyle/>
          <a:p>
            <a:pPr marL="622300" indent="-610235">
              <a:spcBef>
                <a:spcPts val="894"/>
              </a:spcBef>
              <a:buFont typeface="Arial MT"/>
              <a:buChar char="•"/>
              <a:tabLst>
                <a:tab pos="621665" algn="l"/>
                <a:tab pos="622935" algn="l"/>
              </a:tabLst>
            </a:pPr>
            <a:r>
              <a:rPr sz="3200" b="1" spc="-5" dirty="0">
                <a:latin typeface="Calibri"/>
                <a:cs typeface="Calibri"/>
              </a:rPr>
              <a:t>The</a:t>
            </a:r>
            <a:r>
              <a:rPr sz="3200" b="1" spc="-10" dirty="0">
                <a:latin typeface="Calibri"/>
                <a:cs typeface="Calibri"/>
              </a:rPr>
              <a:t> benefits</a:t>
            </a:r>
            <a:r>
              <a:rPr sz="3200" b="1" spc="-5" dirty="0">
                <a:latin typeface="Calibri"/>
                <a:cs typeface="Calibri"/>
              </a:rPr>
              <a:t> of</a:t>
            </a:r>
            <a:r>
              <a:rPr sz="3200" b="1" spc="-10" dirty="0">
                <a:latin typeface="Calibri"/>
                <a:cs typeface="Calibri"/>
              </a:rPr>
              <a:t> models</a:t>
            </a:r>
            <a:endParaRPr sz="3200">
              <a:latin typeface="Calibri"/>
              <a:cs typeface="Calibri"/>
            </a:endParaRPr>
          </a:p>
          <a:p>
            <a:pPr marL="1003300" marR="918844" lvl="1" indent="-534035">
              <a:spcBef>
                <a:spcPts val="700"/>
              </a:spcBef>
              <a:buFont typeface="Arial MT"/>
              <a:buChar char="–"/>
              <a:tabLst>
                <a:tab pos="1002665" algn="l"/>
                <a:tab pos="1003935" algn="l"/>
              </a:tabLst>
            </a:pPr>
            <a:r>
              <a:rPr sz="2800" spc="-5" dirty="0">
                <a:latin typeface="Calibri"/>
                <a:cs typeface="Calibri"/>
              </a:rPr>
              <a:t>Model</a:t>
            </a:r>
            <a:r>
              <a:rPr sz="2800" spc="-10" dirty="0">
                <a:latin typeface="Calibri"/>
                <a:cs typeface="Calibri"/>
              </a:rPr>
              <a:t> manipulation</a:t>
            </a:r>
            <a:r>
              <a:rPr sz="2800" spc="-5" dirty="0">
                <a:latin typeface="Calibri"/>
                <a:cs typeface="Calibri"/>
              </a:rPr>
              <a:t> is</a:t>
            </a:r>
            <a:r>
              <a:rPr sz="2800" dirty="0">
                <a:latin typeface="Calibri"/>
                <a:cs typeface="Calibri"/>
              </a:rPr>
              <a:t> </a:t>
            </a:r>
            <a:r>
              <a:rPr sz="2800" spc="-5" dirty="0">
                <a:latin typeface="Calibri"/>
                <a:cs typeface="Calibri"/>
              </a:rPr>
              <a:t>much</a:t>
            </a:r>
            <a:r>
              <a:rPr sz="2800" spc="15" dirty="0">
                <a:latin typeface="Calibri"/>
                <a:cs typeface="Calibri"/>
              </a:rPr>
              <a:t> </a:t>
            </a:r>
            <a:r>
              <a:rPr sz="2800" dirty="0">
                <a:latin typeface="Calibri"/>
                <a:cs typeface="Calibri"/>
              </a:rPr>
              <a:t>easier</a:t>
            </a:r>
            <a:r>
              <a:rPr sz="2800" spc="-20" dirty="0">
                <a:latin typeface="Calibri"/>
                <a:cs typeface="Calibri"/>
              </a:rPr>
              <a:t> </a:t>
            </a:r>
            <a:r>
              <a:rPr sz="2800" spc="-5" dirty="0">
                <a:latin typeface="Calibri"/>
                <a:cs typeface="Calibri"/>
              </a:rPr>
              <a:t>than </a:t>
            </a:r>
            <a:r>
              <a:rPr sz="2800" spc="-620" dirty="0">
                <a:latin typeface="Calibri"/>
                <a:cs typeface="Calibri"/>
              </a:rPr>
              <a:t> </a:t>
            </a:r>
            <a:r>
              <a:rPr sz="2800" spc="-10" dirty="0">
                <a:latin typeface="Calibri"/>
                <a:cs typeface="Calibri"/>
              </a:rPr>
              <a:t>manipulating</a:t>
            </a:r>
            <a:r>
              <a:rPr sz="2800" spc="-20" dirty="0">
                <a:latin typeface="Calibri"/>
                <a:cs typeface="Calibri"/>
              </a:rPr>
              <a:t> </a:t>
            </a:r>
            <a:r>
              <a:rPr sz="2800" dirty="0">
                <a:latin typeface="Calibri"/>
                <a:cs typeface="Calibri"/>
              </a:rPr>
              <a:t>a </a:t>
            </a:r>
            <a:r>
              <a:rPr sz="2800" spc="-10" dirty="0">
                <a:latin typeface="Calibri"/>
                <a:cs typeface="Calibri"/>
              </a:rPr>
              <a:t>real</a:t>
            </a:r>
            <a:r>
              <a:rPr sz="2800" spc="-20" dirty="0">
                <a:latin typeface="Calibri"/>
                <a:cs typeface="Calibri"/>
              </a:rPr>
              <a:t> </a:t>
            </a:r>
            <a:r>
              <a:rPr sz="2800" spc="-25" dirty="0">
                <a:latin typeface="Calibri"/>
                <a:cs typeface="Calibri"/>
              </a:rPr>
              <a:t>system</a:t>
            </a:r>
            <a:endParaRPr sz="2800">
              <a:latin typeface="Calibri"/>
              <a:cs typeface="Calibri"/>
            </a:endParaRPr>
          </a:p>
          <a:p>
            <a:pPr marL="1003935" lvl="1" indent="-534035">
              <a:spcBef>
                <a:spcPts val="670"/>
              </a:spcBef>
              <a:buFont typeface="Arial MT"/>
              <a:buChar char="–"/>
              <a:tabLst>
                <a:tab pos="1003935" algn="l"/>
                <a:tab pos="1004569" algn="l"/>
              </a:tabLst>
            </a:pPr>
            <a:r>
              <a:rPr sz="2800" spc="-5" dirty="0">
                <a:latin typeface="Calibri"/>
                <a:cs typeface="Calibri"/>
              </a:rPr>
              <a:t>Models </a:t>
            </a:r>
            <a:r>
              <a:rPr sz="2800" dirty="0">
                <a:latin typeface="Calibri"/>
                <a:cs typeface="Calibri"/>
              </a:rPr>
              <a:t>enable</a:t>
            </a:r>
            <a:r>
              <a:rPr sz="2800" spc="-30" dirty="0">
                <a:latin typeface="Calibri"/>
                <a:cs typeface="Calibri"/>
              </a:rPr>
              <a:t> </a:t>
            </a:r>
            <a:r>
              <a:rPr sz="2800" spc="-5" dirty="0">
                <a:latin typeface="Calibri"/>
                <a:cs typeface="Calibri"/>
              </a:rPr>
              <a:t>the </a:t>
            </a:r>
            <a:r>
              <a:rPr sz="2800" spc="-10" dirty="0">
                <a:latin typeface="Calibri"/>
                <a:cs typeface="Calibri"/>
              </a:rPr>
              <a:t>compression</a:t>
            </a:r>
            <a:r>
              <a:rPr sz="2800" spc="5"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time</a:t>
            </a:r>
            <a:endParaRPr sz="2800">
              <a:latin typeface="Calibri"/>
              <a:cs typeface="Calibri"/>
            </a:endParaRPr>
          </a:p>
          <a:p>
            <a:pPr marL="1003935" lvl="1" indent="-534035">
              <a:spcBef>
                <a:spcPts val="670"/>
              </a:spcBef>
              <a:buFont typeface="Arial MT"/>
              <a:buChar char="–"/>
              <a:tabLst>
                <a:tab pos="1003935" algn="l"/>
                <a:tab pos="1004569" algn="l"/>
              </a:tabLst>
            </a:pPr>
            <a:r>
              <a:rPr sz="2800" spc="-5" dirty="0">
                <a:latin typeface="Calibri"/>
                <a:cs typeface="Calibri"/>
              </a:rPr>
              <a:t>The</a:t>
            </a:r>
            <a:r>
              <a:rPr sz="2800" spc="-10" dirty="0">
                <a:latin typeface="Calibri"/>
                <a:cs typeface="Calibri"/>
              </a:rPr>
              <a:t> </a:t>
            </a:r>
            <a:r>
              <a:rPr sz="2800" spc="-20" dirty="0">
                <a:latin typeface="Calibri"/>
                <a:cs typeface="Calibri"/>
              </a:rPr>
              <a:t>cost</a:t>
            </a:r>
            <a:r>
              <a:rPr sz="2800" spc="10"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modeling</a:t>
            </a:r>
            <a:r>
              <a:rPr sz="2800" spc="-10" dirty="0">
                <a:latin typeface="Calibri"/>
                <a:cs typeface="Calibri"/>
              </a:rPr>
              <a:t> analysis </a:t>
            </a:r>
            <a:r>
              <a:rPr sz="2800" spc="-5" dirty="0">
                <a:latin typeface="Calibri"/>
                <a:cs typeface="Calibri"/>
              </a:rPr>
              <a:t>is</a:t>
            </a:r>
            <a:r>
              <a:rPr sz="2800" spc="5" dirty="0">
                <a:latin typeface="Calibri"/>
                <a:cs typeface="Calibri"/>
              </a:rPr>
              <a:t> </a:t>
            </a:r>
            <a:r>
              <a:rPr sz="2800" spc="-5" dirty="0">
                <a:latin typeface="Calibri"/>
                <a:cs typeface="Calibri"/>
              </a:rPr>
              <a:t>much</a:t>
            </a:r>
            <a:r>
              <a:rPr sz="2800" spc="15" dirty="0">
                <a:latin typeface="Calibri"/>
                <a:cs typeface="Calibri"/>
              </a:rPr>
              <a:t> </a:t>
            </a:r>
            <a:r>
              <a:rPr sz="2800" spc="-15" dirty="0">
                <a:latin typeface="Calibri"/>
                <a:cs typeface="Calibri"/>
              </a:rPr>
              <a:t>lower</a:t>
            </a:r>
            <a:endParaRPr sz="2800">
              <a:latin typeface="Calibri"/>
              <a:cs typeface="Calibri"/>
            </a:endParaRPr>
          </a:p>
          <a:p>
            <a:pPr marL="1004569" marR="5080" lvl="1" indent="-534035">
              <a:spcBef>
                <a:spcPts val="675"/>
              </a:spcBef>
              <a:buFont typeface="Arial MT"/>
              <a:buChar char="–"/>
              <a:tabLst>
                <a:tab pos="1004569" algn="l"/>
                <a:tab pos="1005205" algn="l"/>
              </a:tabLst>
            </a:pPr>
            <a:r>
              <a:rPr sz="2800" spc="-5" dirty="0">
                <a:latin typeface="Calibri"/>
                <a:cs typeface="Calibri"/>
              </a:rPr>
              <a:t>The</a:t>
            </a:r>
            <a:r>
              <a:rPr sz="2800" spc="-10" dirty="0">
                <a:latin typeface="Calibri"/>
                <a:cs typeface="Calibri"/>
              </a:rPr>
              <a:t> </a:t>
            </a:r>
            <a:r>
              <a:rPr sz="2800" spc="-20" dirty="0">
                <a:latin typeface="Calibri"/>
                <a:cs typeface="Calibri"/>
              </a:rPr>
              <a:t>cost</a:t>
            </a:r>
            <a:r>
              <a:rPr sz="2800" spc="1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making</a:t>
            </a:r>
            <a:r>
              <a:rPr sz="2800" spc="-10" dirty="0">
                <a:latin typeface="Calibri"/>
                <a:cs typeface="Calibri"/>
              </a:rPr>
              <a:t> </a:t>
            </a:r>
            <a:r>
              <a:rPr sz="2800" spc="-25" dirty="0">
                <a:latin typeface="Calibri"/>
                <a:cs typeface="Calibri"/>
              </a:rPr>
              <a:t>mistakes</a:t>
            </a:r>
            <a:r>
              <a:rPr sz="2800" spc="-5" dirty="0">
                <a:latin typeface="Calibri"/>
                <a:cs typeface="Calibri"/>
              </a:rPr>
              <a:t> during</a:t>
            </a:r>
            <a:r>
              <a:rPr sz="2800" spc="5" dirty="0">
                <a:latin typeface="Calibri"/>
                <a:cs typeface="Calibri"/>
              </a:rPr>
              <a:t> </a:t>
            </a:r>
            <a:r>
              <a:rPr sz="2800" dirty="0">
                <a:latin typeface="Calibri"/>
                <a:cs typeface="Calibri"/>
              </a:rPr>
              <a:t>a</a:t>
            </a:r>
            <a:r>
              <a:rPr sz="2800" spc="5" dirty="0">
                <a:latin typeface="Calibri"/>
                <a:cs typeface="Calibri"/>
              </a:rPr>
              <a:t> </a:t>
            </a:r>
            <a:r>
              <a:rPr sz="2800" spc="-5" dirty="0">
                <a:latin typeface="Calibri"/>
                <a:cs typeface="Calibri"/>
              </a:rPr>
              <a:t>trial‐and‐ </a:t>
            </a:r>
            <a:r>
              <a:rPr sz="2800" spc="-615" dirty="0">
                <a:latin typeface="Calibri"/>
                <a:cs typeface="Calibri"/>
              </a:rPr>
              <a:t> </a:t>
            </a:r>
            <a:r>
              <a:rPr sz="2800" spc="-15" dirty="0">
                <a:latin typeface="Calibri"/>
                <a:cs typeface="Calibri"/>
              </a:rPr>
              <a:t>error experiment</a:t>
            </a:r>
            <a:r>
              <a:rPr sz="2800"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much</a:t>
            </a:r>
            <a:r>
              <a:rPr sz="2800" spc="15" dirty="0">
                <a:latin typeface="Calibri"/>
                <a:cs typeface="Calibri"/>
              </a:rPr>
              <a:t> </a:t>
            </a:r>
            <a:r>
              <a:rPr sz="2800" spc="-15" dirty="0">
                <a:latin typeface="Calibri"/>
                <a:cs typeface="Calibri"/>
              </a:rPr>
              <a:t>lower</a:t>
            </a:r>
            <a:r>
              <a:rPr sz="2800" dirty="0">
                <a:latin typeface="Calibri"/>
                <a:cs typeface="Calibri"/>
              </a:rPr>
              <a:t> </a:t>
            </a:r>
            <a:r>
              <a:rPr sz="2800" spc="-5" dirty="0">
                <a:latin typeface="Calibri"/>
                <a:cs typeface="Calibri"/>
              </a:rPr>
              <a:t>when</a:t>
            </a:r>
            <a:r>
              <a:rPr sz="2800" dirty="0">
                <a:latin typeface="Calibri"/>
                <a:cs typeface="Calibri"/>
              </a:rPr>
              <a:t> </a:t>
            </a:r>
            <a:r>
              <a:rPr sz="2800" spc="-5" dirty="0">
                <a:latin typeface="Calibri"/>
                <a:cs typeface="Calibri"/>
              </a:rPr>
              <a:t>models </a:t>
            </a:r>
            <a:r>
              <a:rPr sz="2800" dirty="0">
                <a:latin typeface="Calibri"/>
                <a:cs typeface="Calibri"/>
              </a:rPr>
              <a:t> </a:t>
            </a:r>
            <a:r>
              <a:rPr sz="2800" spc="-15" dirty="0">
                <a:latin typeface="Calibri"/>
                <a:cs typeface="Calibri"/>
              </a:rPr>
              <a:t>are</a:t>
            </a:r>
            <a:r>
              <a:rPr sz="2800" spc="-25" dirty="0">
                <a:latin typeface="Calibri"/>
                <a:cs typeface="Calibri"/>
              </a:rPr>
              <a:t> </a:t>
            </a:r>
            <a:r>
              <a:rPr sz="2800" spc="-5" dirty="0">
                <a:latin typeface="Calibri"/>
                <a:cs typeface="Calibri"/>
              </a:rPr>
              <a:t>used</a:t>
            </a:r>
            <a:r>
              <a:rPr sz="2800" spc="10" dirty="0">
                <a:latin typeface="Calibri"/>
                <a:cs typeface="Calibri"/>
              </a:rPr>
              <a:t> </a:t>
            </a:r>
            <a:r>
              <a:rPr sz="2800" spc="-5" dirty="0">
                <a:latin typeface="Calibri"/>
                <a:cs typeface="Calibri"/>
              </a:rPr>
              <a:t>than</a:t>
            </a:r>
            <a:r>
              <a:rPr sz="2800" dirty="0">
                <a:latin typeface="Calibri"/>
                <a:cs typeface="Calibri"/>
              </a:rPr>
              <a:t> </a:t>
            </a:r>
            <a:r>
              <a:rPr sz="2800" spc="-5" dirty="0">
                <a:latin typeface="Calibri"/>
                <a:cs typeface="Calibri"/>
              </a:rPr>
              <a:t>with</a:t>
            </a:r>
            <a:r>
              <a:rPr sz="2800" dirty="0">
                <a:latin typeface="Calibri"/>
                <a:cs typeface="Calibri"/>
              </a:rPr>
              <a:t> </a:t>
            </a:r>
            <a:r>
              <a:rPr sz="2800" spc="-10" dirty="0">
                <a:latin typeface="Calibri"/>
                <a:cs typeface="Calibri"/>
              </a:rPr>
              <a:t>real</a:t>
            </a:r>
            <a:r>
              <a:rPr sz="2800" spc="-20" dirty="0">
                <a:latin typeface="Calibri"/>
                <a:cs typeface="Calibri"/>
              </a:rPr>
              <a:t> </a:t>
            </a:r>
            <a:r>
              <a:rPr sz="2800" spc="-25" dirty="0">
                <a:latin typeface="Calibri"/>
                <a:cs typeface="Calibri"/>
              </a:rPr>
              <a:t>systems</a:t>
            </a:r>
            <a:endParaRPr sz="2800">
              <a:latin typeface="Calibri"/>
              <a:cs typeface="Calibri"/>
            </a:endParaRPr>
          </a:p>
        </p:txBody>
      </p:sp>
    </p:spTree>
    <p:extLst>
      <p:ext uri="{BB962C8B-B14F-4D97-AF65-F5344CB8AC3E}">
        <p14:creationId xmlns:p14="http://schemas.microsoft.com/office/powerpoint/2010/main" val="3815928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524BB7D-B642-C181-FC4E-5342964065D6}"/>
              </a:ext>
            </a:extLst>
          </p:cNvPr>
          <p:cNvSpPr>
            <a:spLocks noGrp="1" noChangeArrowheads="1"/>
          </p:cNvSpPr>
          <p:nvPr>
            <p:ph type="title"/>
          </p:nvPr>
        </p:nvSpPr>
        <p:spPr>
          <a:xfrm>
            <a:off x="2819400" y="990600"/>
            <a:ext cx="6115050" cy="857250"/>
          </a:xfrm>
          <a:noFill/>
          <a:ln/>
        </p:spPr>
        <p:txBody>
          <a:bodyPr>
            <a:normAutofit fontScale="90000"/>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Introduction to Decision Analysis</a:t>
            </a:r>
          </a:p>
        </p:txBody>
      </p:sp>
      <p:sp>
        <p:nvSpPr>
          <p:cNvPr id="8195" name="Rectangle 3">
            <a:extLst>
              <a:ext uri="{FF2B5EF4-FFF2-40B4-BE49-F238E27FC236}">
                <a16:creationId xmlns:a16="http://schemas.microsoft.com/office/drawing/2014/main" id="{01B6C02C-F131-76CD-46F5-58DD164A4EF4}"/>
              </a:ext>
            </a:extLst>
          </p:cNvPr>
          <p:cNvSpPr>
            <a:spLocks noGrp="1" noChangeArrowheads="1"/>
          </p:cNvSpPr>
          <p:nvPr>
            <p:ph idx="1"/>
          </p:nvPr>
        </p:nvSpPr>
        <p:spPr>
          <a:xfrm>
            <a:off x="2381250" y="2171700"/>
            <a:ext cx="7658100" cy="3257550"/>
          </a:xfrm>
          <a:noFill/>
          <a:ln/>
        </p:spPr>
        <p:txBody>
          <a:bodyPr/>
          <a:lstStyle/>
          <a:p>
            <a:pPr eaLnBrk="0" hangingPunct="0">
              <a:lnSpc>
                <a:spcPct val="120000"/>
              </a:lnSpc>
            </a:pPr>
            <a:r>
              <a:rPr lang="en-US" altLang="zh-TW" dirty="0">
                <a:ea typeface="新細明體" panose="02020500000000000000" pitchFamily="18" charset="-120"/>
              </a:rPr>
              <a:t>The field of decision analysis provides a </a:t>
            </a:r>
            <a:r>
              <a:rPr lang="en-US" altLang="zh-TW" b="1" dirty="0">
                <a:solidFill>
                  <a:srgbClr val="FF0000"/>
                </a:solidFill>
                <a:ea typeface="新細明體" panose="02020500000000000000" pitchFamily="18" charset="-120"/>
              </a:rPr>
              <a:t>framework</a:t>
            </a:r>
            <a:r>
              <a:rPr lang="en-US" altLang="zh-TW" dirty="0">
                <a:ea typeface="新細明體" panose="02020500000000000000" pitchFamily="18" charset="-120"/>
              </a:rPr>
              <a:t> for making important decisions.</a:t>
            </a:r>
          </a:p>
          <a:p>
            <a:pPr eaLnBrk="0" hangingPunct="0">
              <a:lnSpc>
                <a:spcPct val="120000"/>
              </a:lnSpc>
            </a:pPr>
            <a:r>
              <a:rPr lang="en-US" altLang="zh-TW" dirty="0">
                <a:ea typeface="新細明體" panose="02020500000000000000" pitchFamily="18" charset="-120"/>
              </a:rPr>
              <a:t>Decision analysis allows us to select a decision from a set of possible decision alternatives when uncertainties regarding the future exist.</a:t>
            </a:r>
          </a:p>
          <a:p>
            <a:pPr eaLnBrk="0" hangingPunct="0">
              <a:lnSpc>
                <a:spcPct val="120000"/>
              </a:lnSpc>
            </a:pPr>
            <a:r>
              <a:rPr lang="en-US" altLang="zh-TW" u="sng" dirty="0">
                <a:solidFill>
                  <a:srgbClr val="FF0000"/>
                </a:solidFill>
                <a:ea typeface="新細明體" panose="02020500000000000000" pitchFamily="18" charset="-120"/>
              </a:rPr>
              <a:t>The goal is to optimize the resulting payoff in terms of a decision criterion. </a:t>
            </a:r>
          </a:p>
        </p:txBody>
      </p:sp>
    </p:spTree>
    <p:extLst>
      <p:ext uri="{BB962C8B-B14F-4D97-AF65-F5344CB8AC3E}">
        <p14:creationId xmlns:p14="http://schemas.microsoft.com/office/powerpoint/2010/main" val="1865203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7" name="Rectangle 5">
            <a:extLst>
              <a:ext uri="{FF2B5EF4-FFF2-40B4-BE49-F238E27FC236}">
                <a16:creationId xmlns:a16="http://schemas.microsoft.com/office/drawing/2014/main" id="{0FE202AD-B725-53DE-D74F-19AC606684B3}"/>
              </a:ext>
            </a:extLst>
          </p:cNvPr>
          <p:cNvSpPr>
            <a:spLocks noChangeArrowheads="1"/>
          </p:cNvSpPr>
          <p:nvPr/>
        </p:nvSpPr>
        <p:spPr bwMode="auto">
          <a:xfrm>
            <a:off x="4724400" y="3771900"/>
            <a:ext cx="5257800"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056" tIns="34529" rIns="69056" bIns="34529"/>
          <a:lstStyle>
            <a:lvl1pPr marL="342900" indent="-342900">
              <a:spcBef>
                <a:spcPct val="20000"/>
              </a:spcBef>
              <a:buChar char="•"/>
              <a:defRPr sz="3200">
                <a:solidFill>
                  <a:schemeClr val="accent2"/>
                </a:solidFill>
                <a:latin typeface="Arial Narrow" panose="020B0606020202030204" pitchFamily="34" charset="0"/>
              </a:defRPr>
            </a:lvl1pPr>
            <a:lvl2pPr marL="742950" indent="-285750">
              <a:spcBef>
                <a:spcPct val="20000"/>
              </a:spcBef>
              <a:buChar char="–"/>
              <a:defRPr sz="2800">
                <a:solidFill>
                  <a:schemeClr val="accent2"/>
                </a:solidFill>
                <a:latin typeface="Arial Narrow" panose="020B0606020202030204" pitchFamily="34" charset="0"/>
              </a:defRPr>
            </a:lvl2pPr>
            <a:lvl3pPr marL="1143000" indent="-228600">
              <a:spcBef>
                <a:spcPct val="20000"/>
              </a:spcBef>
              <a:buChar char="•"/>
              <a:defRPr sz="2400">
                <a:solidFill>
                  <a:schemeClr val="accent2"/>
                </a:solidFill>
                <a:latin typeface="Arial Narrow" panose="020B0606020202030204" pitchFamily="34" charset="0"/>
              </a:defRPr>
            </a:lvl3pPr>
            <a:lvl4pPr marL="1600200" indent="-228600">
              <a:spcBef>
                <a:spcPct val="20000"/>
              </a:spcBef>
              <a:buChar char="–"/>
              <a:defRPr sz="2000">
                <a:solidFill>
                  <a:schemeClr val="accent2"/>
                </a:solidFill>
                <a:latin typeface="Arial Narrow" panose="020B0606020202030204" pitchFamily="34" charset="0"/>
              </a:defRPr>
            </a:lvl4pPr>
            <a:lvl5pPr marL="2057400" indent="-228600">
              <a:spcBef>
                <a:spcPct val="20000"/>
              </a:spcBef>
              <a:buChar char="•"/>
              <a:defRPr sz="2000">
                <a:solidFill>
                  <a:schemeClr val="accent2"/>
                </a:solidFill>
                <a:latin typeface="Arial Narrow" panose="020B0606020202030204" pitchFamily="34" charset="0"/>
              </a:defRPr>
            </a:lvl5pPr>
            <a:lvl6pPr marL="2514600" indent="-228600" fontAlgn="base">
              <a:spcBef>
                <a:spcPct val="20000"/>
              </a:spcBef>
              <a:spcAft>
                <a:spcPct val="0"/>
              </a:spcAft>
              <a:buChar char="•"/>
              <a:defRPr sz="2000">
                <a:solidFill>
                  <a:schemeClr val="accent2"/>
                </a:solidFill>
                <a:latin typeface="Arial Narrow" panose="020B0606020202030204" pitchFamily="34" charset="0"/>
              </a:defRPr>
            </a:lvl6pPr>
            <a:lvl7pPr marL="2971800" indent="-228600" fontAlgn="base">
              <a:spcBef>
                <a:spcPct val="20000"/>
              </a:spcBef>
              <a:spcAft>
                <a:spcPct val="0"/>
              </a:spcAft>
              <a:buChar char="•"/>
              <a:defRPr sz="2000">
                <a:solidFill>
                  <a:schemeClr val="accent2"/>
                </a:solidFill>
                <a:latin typeface="Arial Narrow" panose="020B0606020202030204" pitchFamily="34" charset="0"/>
              </a:defRPr>
            </a:lvl7pPr>
            <a:lvl8pPr marL="3429000" indent="-228600" fontAlgn="base">
              <a:spcBef>
                <a:spcPct val="20000"/>
              </a:spcBef>
              <a:spcAft>
                <a:spcPct val="0"/>
              </a:spcAft>
              <a:buChar char="•"/>
              <a:defRPr sz="2000">
                <a:solidFill>
                  <a:schemeClr val="accent2"/>
                </a:solidFill>
                <a:latin typeface="Arial Narrow" panose="020B0606020202030204" pitchFamily="34" charset="0"/>
              </a:defRPr>
            </a:lvl8pPr>
            <a:lvl9pPr marL="3886200" indent="-228600" fontAlgn="base">
              <a:spcBef>
                <a:spcPct val="20000"/>
              </a:spcBef>
              <a:spcAft>
                <a:spcPct val="0"/>
              </a:spcAft>
              <a:buChar char="•"/>
              <a:defRPr sz="2000">
                <a:solidFill>
                  <a:schemeClr val="accent2"/>
                </a:solidFill>
                <a:latin typeface="Arial Narrow" panose="020B0606020202030204" pitchFamily="34" charset="0"/>
              </a:defRPr>
            </a:lvl9pPr>
          </a:lstStyle>
          <a:p>
            <a:pPr eaLnBrk="0" hangingPunct="0">
              <a:lnSpc>
                <a:spcPct val="140000"/>
              </a:lnSpc>
            </a:pPr>
            <a:r>
              <a:rPr lang="en-US" altLang="zh-TW" sz="2100" dirty="0">
                <a:solidFill>
                  <a:srgbClr val="0070C0"/>
                </a:solidFill>
                <a:ea typeface="新細明體" panose="02020500000000000000" pitchFamily="18" charset="-120"/>
              </a:rPr>
              <a:t>Maximizing the decision maker’s utility function is the mechanism used when risk is factored into the decision making process.</a:t>
            </a:r>
          </a:p>
        </p:txBody>
      </p:sp>
      <p:pic>
        <p:nvPicPr>
          <p:cNvPr id="146436" name="Picture 4">
            <a:extLst>
              <a:ext uri="{FF2B5EF4-FFF2-40B4-BE49-F238E27FC236}">
                <a16:creationId xmlns:a16="http://schemas.microsoft.com/office/drawing/2014/main" id="{A7C2D515-1489-987C-B4AE-67A1F9A2CC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5600" y="3886200"/>
            <a:ext cx="1657350"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5" name="Picture 3">
            <a:extLst>
              <a:ext uri="{FF2B5EF4-FFF2-40B4-BE49-F238E27FC236}">
                <a16:creationId xmlns:a16="http://schemas.microsoft.com/office/drawing/2014/main" id="{5FDA1BD4-B3AF-E79D-FDA3-5757FAFD4E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3300" y="2070499"/>
            <a:ext cx="1943100" cy="1587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6440" name="Rectangle 8">
            <a:extLst>
              <a:ext uri="{FF2B5EF4-FFF2-40B4-BE49-F238E27FC236}">
                <a16:creationId xmlns:a16="http://schemas.microsoft.com/office/drawing/2014/main" id="{E2E27BD3-5129-77CD-C03C-BD834F5A7276}"/>
              </a:ext>
            </a:extLst>
          </p:cNvPr>
          <p:cNvSpPr>
            <a:spLocks noGrp="1" noChangeArrowheads="1"/>
          </p:cNvSpPr>
          <p:nvPr>
            <p:ph type="title"/>
          </p:nvPr>
        </p:nvSpPr>
        <p:spPr>
          <a:xfrm>
            <a:off x="2743200" y="1098951"/>
            <a:ext cx="6115050" cy="857250"/>
          </a:xfrm>
          <a:noFill/>
          <a:ln/>
        </p:spPr>
        <p:txBody>
          <a:bodyPr>
            <a:normAutofit fontScale="90000"/>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Introduction to Decision Analysis</a:t>
            </a:r>
          </a:p>
        </p:txBody>
      </p:sp>
      <p:sp>
        <p:nvSpPr>
          <p:cNvPr id="146434" name="Rectangle 2">
            <a:extLst>
              <a:ext uri="{FF2B5EF4-FFF2-40B4-BE49-F238E27FC236}">
                <a16:creationId xmlns:a16="http://schemas.microsoft.com/office/drawing/2014/main" id="{59707479-3226-BF0E-70C3-6F3BD94A35D2}"/>
              </a:ext>
            </a:extLst>
          </p:cNvPr>
          <p:cNvSpPr>
            <a:spLocks noGrp="1" noChangeArrowheads="1"/>
          </p:cNvSpPr>
          <p:nvPr>
            <p:ph idx="1"/>
          </p:nvPr>
        </p:nvSpPr>
        <p:spPr>
          <a:xfrm>
            <a:off x="1809750" y="2241949"/>
            <a:ext cx="5657850" cy="1015603"/>
          </a:xfrm>
          <a:noFill/>
          <a:ln/>
        </p:spPr>
        <p:txBody>
          <a:bodyPr>
            <a:normAutofit/>
          </a:bodyPr>
          <a:lstStyle/>
          <a:p>
            <a:pPr eaLnBrk="0" hangingPunct="0">
              <a:lnSpc>
                <a:spcPct val="130000"/>
              </a:lnSpc>
            </a:pPr>
            <a:r>
              <a:rPr lang="en-US" altLang="zh-TW" dirty="0">
                <a:ea typeface="新細明體" panose="02020500000000000000" pitchFamily="18" charset="-120"/>
              </a:rPr>
              <a:t>Maximizing expected profit is a common criterion when probabilities can be assessed. </a:t>
            </a:r>
          </a:p>
        </p:txBody>
      </p:sp>
    </p:spTree>
    <p:extLst>
      <p:ext uri="{BB962C8B-B14F-4D97-AF65-F5344CB8AC3E}">
        <p14:creationId xmlns:p14="http://schemas.microsoft.com/office/powerpoint/2010/main" val="8326387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6434"/>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0"/>
                                  </p:stCondLst>
                                  <p:childTnLst>
                                    <p:set>
                                      <p:cBhvr>
                                        <p:cTn id="9" dur="1" fill="hold">
                                          <p:stCondLst>
                                            <p:cond delay="499"/>
                                          </p:stCondLst>
                                        </p:cTn>
                                        <p:tgtEl>
                                          <p:spTgt spid="146435"/>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499"/>
                                          </p:stCondLst>
                                        </p:cTn>
                                        <p:tgtEl>
                                          <p:spTgt spid="146437"/>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499"/>
                                          </p:stCondLst>
                                        </p:cTn>
                                        <p:tgtEl>
                                          <p:spTgt spid="1464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44F9A76E-D611-4DDF-A8CB-FD5F8833E368}"/>
              </a:ext>
            </a:extLst>
          </p:cNvPr>
          <p:cNvSpPr>
            <a:spLocks noChangeArrowheads="1"/>
          </p:cNvSpPr>
          <p:nvPr/>
        </p:nvSpPr>
        <p:spPr bwMode="auto">
          <a:xfrm>
            <a:off x="2279651" y="2267317"/>
            <a:ext cx="788511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2000" dirty="0"/>
              <a:t>Decision theory is a general approach to decision making. It is very useful for a decision maker who must choose from a list of a alternative. Knowing that one of a number of possible future states of nature will occur and that this will have an impact on the payoff realized by a particular alternative.</a:t>
            </a:r>
          </a:p>
        </p:txBody>
      </p:sp>
      <p:sp>
        <p:nvSpPr>
          <p:cNvPr id="4" name="TextBox 3">
            <a:extLst>
              <a:ext uri="{FF2B5EF4-FFF2-40B4-BE49-F238E27FC236}">
                <a16:creationId xmlns:a16="http://schemas.microsoft.com/office/drawing/2014/main" id="{0B61A153-5485-4DDC-BB3B-612D07715B4D}"/>
              </a:ext>
            </a:extLst>
          </p:cNvPr>
          <p:cNvSpPr txBox="1"/>
          <p:nvPr/>
        </p:nvSpPr>
        <p:spPr>
          <a:xfrm>
            <a:off x="2971800" y="1295400"/>
            <a:ext cx="4572000" cy="584775"/>
          </a:xfrm>
          <a:prstGeom prst="rect">
            <a:avLst/>
          </a:prstGeom>
          <a:noFill/>
        </p:spPr>
        <p:txBody>
          <a:bodyPr wrap="square">
            <a:spAutoFit/>
          </a:bodyPr>
          <a:lstStyle/>
          <a:p>
            <a:pPr defTabSz="457200" eaLnBrk="0" hangingPunct="0">
              <a:spcBef>
                <a:spcPct val="0"/>
              </a:spcBef>
            </a:pPr>
            <a:r>
              <a:rPr lang="en-US" altLang="en-US" sz="3200" dirty="0">
                <a:solidFill>
                  <a:schemeClr val="accent1"/>
                </a:solidFill>
                <a:latin typeface="+mj-lt"/>
                <a:ea typeface="新細明體" panose="02020500000000000000" pitchFamily="18" charset="-120"/>
                <a:cs typeface="+mj-cs"/>
              </a:rPr>
              <a:t>Decision theory</a:t>
            </a:r>
          </a:p>
        </p:txBody>
      </p:sp>
    </p:spTree>
    <p:extLst>
      <p:ext uri="{BB962C8B-B14F-4D97-AF65-F5344CB8AC3E}">
        <p14:creationId xmlns:p14="http://schemas.microsoft.com/office/powerpoint/2010/main" val="3772461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F1208250-8FCA-4DD6-9476-7A6BB4DC0D54}"/>
              </a:ext>
            </a:extLst>
          </p:cNvPr>
          <p:cNvSpPr>
            <a:spLocks noChangeArrowheads="1"/>
          </p:cNvSpPr>
          <p:nvPr/>
        </p:nvSpPr>
        <p:spPr bwMode="auto">
          <a:xfrm>
            <a:off x="1600200" y="1371600"/>
            <a:ext cx="7920037" cy="363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3200" dirty="0">
                <a:solidFill>
                  <a:schemeClr val="accent1"/>
                </a:solidFill>
                <a:latin typeface="+mj-lt"/>
                <a:ea typeface="新細明體" panose="02020500000000000000" pitchFamily="18" charset="-120"/>
                <a:cs typeface="+mj-cs"/>
              </a:rPr>
              <a:t>Glossary</a:t>
            </a:r>
          </a:p>
          <a:p>
            <a:pPr algn="ctr" eaLnBrk="1" hangingPunct="1"/>
            <a:endParaRPr lang="en-US" altLang="en-US" dirty="0"/>
          </a:p>
          <a:p>
            <a:pPr eaLnBrk="1" hangingPunct="1"/>
            <a:r>
              <a:rPr lang="en-US" altLang="en-US" b="1" dirty="0"/>
              <a:t>Payoff:</a:t>
            </a:r>
            <a:r>
              <a:rPr lang="en-US" altLang="en-US" dirty="0"/>
              <a:t> a table that shows the payoff  for each alternative for each state of nature.</a:t>
            </a:r>
          </a:p>
          <a:p>
            <a:pPr eaLnBrk="1" hangingPunct="1"/>
            <a:endParaRPr lang="en-US" altLang="en-US" dirty="0"/>
          </a:p>
          <a:p>
            <a:pPr eaLnBrk="1" hangingPunct="1"/>
            <a:r>
              <a:rPr lang="en-US" altLang="en-US" b="1" dirty="0"/>
              <a:t>Risk: </a:t>
            </a:r>
            <a:r>
              <a:rPr lang="en-US" altLang="en-US" dirty="0"/>
              <a:t>A decision problem in which the state of nature have probability associated which their occurrence.</a:t>
            </a:r>
          </a:p>
          <a:p>
            <a:pPr eaLnBrk="1" hangingPunct="1"/>
            <a:endParaRPr lang="en-US" altLang="en-US" dirty="0"/>
          </a:p>
          <a:p>
            <a:pPr eaLnBrk="1" hangingPunct="1"/>
            <a:r>
              <a:rPr lang="en-US" altLang="en-US" b="1" dirty="0"/>
              <a:t>Uncertainty: </a:t>
            </a:r>
            <a:r>
              <a:rPr lang="en-US" altLang="en-US" dirty="0"/>
              <a:t>Refers to a decision problem in which probabilities of occurrence for the various states of nature one unknown.</a:t>
            </a:r>
          </a:p>
          <a:p>
            <a:pPr eaLnBrk="1" hangingPunct="1"/>
            <a:endParaRPr lang="en-US" altLang="en-US" dirty="0"/>
          </a:p>
          <a:p>
            <a:pPr eaLnBrk="1" hangingPunct="1"/>
            <a:r>
              <a:rPr lang="en-US" altLang="en-US" b="1" dirty="0"/>
              <a:t>Decision tree</a:t>
            </a:r>
            <a:r>
              <a:rPr lang="en-US" altLang="en-US" dirty="0"/>
              <a:t>: A schematic representation of a decision problem that involves the use of branches and nodes.</a:t>
            </a:r>
          </a:p>
        </p:txBody>
      </p:sp>
    </p:spTree>
    <p:extLst>
      <p:ext uri="{BB962C8B-B14F-4D97-AF65-F5344CB8AC3E}">
        <p14:creationId xmlns:p14="http://schemas.microsoft.com/office/powerpoint/2010/main" val="2201688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a:extLst>
              <a:ext uri="{FF2B5EF4-FFF2-40B4-BE49-F238E27FC236}">
                <a16:creationId xmlns:a16="http://schemas.microsoft.com/office/drawing/2014/main" id="{5E3051B1-156C-4A2A-B92C-D184A983D852}"/>
              </a:ext>
            </a:extLst>
          </p:cNvPr>
          <p:cNvSpPr txBox="1">
            <a:spLocks noChangeArrowheads="1"/>
          </p:cNvSpPr>
          <p:nvPr/>
        </p:nvSpPr>
        <p:spPr bwMode="auto">
          <a:xfrm>
            <a:off x="1295400" y="990600"/>
            <a:ext cx="8569325" cy="423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3200" dirty="0">
                <a:solidFill>
                  <a:schemeClr val="accent1"/>
                </a:solidFill>
                <a:latin typeface="+mj-lt"/>
                <a:ea typeface="新細明體" panose="02020500000000000000" pitchFamily="18" charset="-120"/>
                <a:cs typeface="+mj-cs"/>
              </a:rPr>
              <a:t>Decision</a:t>
            </a:r>
            <a:r>
              <a:rPr lang="en-US" altLang="en-US" sz="2400" b="1" dirty="0"/>
              <a:t> </a:t>
            </a:r>
            <a:r>
              <a:rPr lang="en-US" altLang="en-US" sz="3200" dirty="0">
                <a:solidFill>
                  <a:schemeClr val="accent1"/>
                </a:solidFill>
                <a:latin typeface="+mj-lt"/>
                <a:ea typeface="新細明體" panose="02020500000000000000" pitchFamily="18" charset="-120"/>
                <a:cs typeface="+mj-cs"/>
              </a:rPr>
              <a:t>theory</a:t>
            </a:r>
            <a:r>
              <a:rPr lang="en-US" altLang="en-US" dirty="0"/>
              <a:t> </a:t>
            </a:r>
          </a:p>
          <a:p>
            <a:pPr algn="ctr" eaLnBrk="1" hangingPunct="1">
              <a:spcBef>
                <a:spcPct val="50000"/>
              </a:spcBef>
            </a:pPr>
            <a:endParaRPr lang="en-US" altLang="en-US" dirty="0"/>
          </a:p>
          <a:p>
            <a:pPr eaLnBrk="1" hangingPunct="1">
              <a:spcBef>
                <a:spcPct val="50000"/>
              </a:spcBef>
            </a:pPr>
            <a:r>
              <a:rPr lang="en-US" altLang="en-US" sz="2000" b="1" dirty="0"/>
              <a:t>            1. Decision making </a:t>
            </a:r>
          </a:p>
          <a:p>
            <a:pPr eaLnBrk="1" hangingPunct="1">
              <a:spcBef>
                <a:spcPct val="50000"/>
              </a:spcBef>
            </a:pPr>
            <a:r>
              <a:rPr lang="en-US" altLang="en-US" sz="2000" b="1" dirty="0"/>
              <a:t>                           A. Under certainty.             </a:t>
            </a:r>
          </a:p>
          <a:p>
            <a:pPr eaLnBrk="1" hangingPunct="1">
              <a:spcBef>
                <a:spcPct val="50000"/>
              </a:spcBef>
            </a:pPr>
            <a:r>
              <a:rPr lang="en-US" altLang="en-US" sz="2000" b="1" dirty="0"/>
              <a:t>                           B. Under complete uncertainty.</a:t>
            </a:r>
          </a:p>
          <a:p>
            <a:pPr eaLnBrk="1" hangingPunct="1">
              <a:spcBef>
                <a:spcPct val="50000"/>
              </a:spcBef>
            </a:pPr>
            <a:r>
              <a:rPr lang="en-US" altLang="en-US" sz="2000" b="1" dirty="0"/>
              <a:t>                           C. Under risk.</a:t>
            </a:r>
          </a:p>
          <a:p>
            <a:pPr eaLnBrk="1" hangingPunct="1">
              <a:spcBef>
                <a:spcPct val="50000"/>
              </a:spcBef>
            </a:pPr>
            <a:r>
              <a:rPr lang="en-US" altLang="en-US" sz="2000" b="1" dirty="0"/>
              <a:t>             2. Decision tree </a:t>
            </a:r>
          </a:p>
          <a:p>
            <a:pPr eaLnBrk="1" hangingPunct="1">
              <a:spcBef>
                <a:spcPct val="50000"/>
              </a:spcBef>
            </a:pPr>
            <a:r>
              <a:rPr lang="en-US" altLang="en-US" sz="2000" b="1" dirty="0"/>
              <a:t>                          A. Expected monetary value model .</a:t>
            </a:r>
          </a:p>
          <a:p>
            <a:pPr eaLnBrk="1" hangingPunct="1">
              <a:spcBef>
                <a:spcPct val="50000"/>
              </a:spcBef>
            </a:pPr>
            <a:r>
              <a:rPr lang="en-US" altLang="en-US" sz="2000" b="1" dirty="0"/>
              <a:t>                          B. Expected net present value model.</a:t>
            </a:r>
          </a:p>
        </p:txBody>
      </p:sp>
    </p:spTree>
    <p:extLst>
      <p:ext uri="{BB962C8B-B14F-4D97-AF65-F5344CB8AC3E}">
        <p14:creationId xmlns:p14="http://schemas.microsoft.com/office/powerpoint/2010/main" val="1497028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6"/>
          <p:cNvSpPr>
            <a:spLocks noGrp="1" noChangeArrowheads="1"/>
          </p:cNvSpPr>
          <p:nvPr>
            <p:ph type="title"/>
          </p:nvPr>
        </p:nvSpPr>
        <p:spPr/>
        <p:txBody>
          <a:bodyPr/>
          <a:lstStyle/>
          <a:p>
            <a:pPr rtl="0" eaLnBrk="1" hangingPunct="1">
              <a:defRPr/>
            </a:pPr>
            <a:r>
              <a:rPr lang="en-US" dirty="0"/>
              <a:t>Modeling and Decision Making - </a:t>
            </a:r>
            <a:br>
              <a:rPr lang="en-US" dirty="0"/>
            </a:br>
            <a:r>
              <a:rPr lang="en-US" dirty="0"/>
              <a:t>Under Certainty, Uncertainty, and Risk</a:t>
            </a:r>
          </a:p>
        </p:txBody>
      </p:sp>
      <p:sp>
        <p:nvSpPr>
          <p:cNvPr id="14339" name="Rectangle 7"/>
          <p:cNvSpPr>
            <a:spLocks noGrp="1" noChangeArrowheads="1"/>
          </p:cNvSpPr>
          <p:nvPr>
            <p:ph idx="1"/>
          </p:nvPr>
        </p:nvSpPr>
        <p:spPr>
          <a:xfrm>
            <a:off x="2209800" y="2000250"/>
            <a:ext cx="7173516" cy="3600450"/>
          </a:xfrm>
        </p:spPr>
        <p:txBody>
          <a:bodyPr>
            <a:normAutofit lnSpcReduction="10000"/>
          </a:bodyPr>
          <a:lstStyle/>
          <a:p>
            <a:pPr eaLnBrk="1" hangingPunct="1">
              <a:lnSpc>
                <a:spcPct val="90000"/>
              </a:lnSpc>
            </a:pPr>
            <a:r>
              <a:rPr lang="en-US" dirty="0"/>
              <a:t>Certainty</a:t>
            </a:r>
          </a:p>
          <a:p>
            <a:pPr lvl="1" eaLnBrk="1" hangingPunct="1">
              <a:lnSpc>
                <a:spcPct val="90000"/>
              </a:lnSpc>
            </a:pPr>
            <a:r>
              <a:rPr lang="en-US" dirty="0"/>
              <a:t>Assume complete knowledge</a:t>
            </a:r>
          </a:p>
          <a:p>
            <a:pPr lvl="1" eaLnBrk="1" hangingPunct="1">
              <a:lnSpc>
                <a:spcPct val="90000"/>
              </a:lnSpc>
            </a:pPr>
            <a:r>
              <a:rPr lang="en-US" dirty="0"/>
              <a:t>All potential outcomes are known</a:t>
            </a:r>
          </a:p>
          <a:p>
            <a:pPr lvl="1" eaLnBrk="1" hangingPunct="1">
              <a:lnSpc>
                <a:spcPct val="90000"/>
              </a:lnSpc>
            </a:pPr>
            <a:r>
              <a:rPr lang="en-US" dirty="0"/>
              <a:t>May yield optimal solution</a:t>
            </a:r>
            <a:endParaRPr lang="en-US" sz="675" dirty="0"/>
          </a:p>
          <a:p>
            <a:pPr eaLnBrk="1" hangingPunct="1">
              <a:lnSpc>
                <a:spcPct val="90000"/>
              </a:lnSpc>
            </a:pPr>
            <a:r>
              <a:rPr lang="en-US" dirty="0"/>
              <a:t>Uncertainty</a:t>
            </a:r>
          </a:p>
          <a:p>
            <a:pPr lvl="1" eaLnBrk="1" hangingPunct="1">
              <a:lnSpc>
                <a:spcPct val="90000"/>
              </a:lnSpc>
            </a:pPr>
            <a:r>
              <a:rPr lang="en-US" dirty="0"/>
              <a:t>Several outcomes for each decision</a:t>
            </a:r>
          </a:p>
          <a:p>
            <a:pPr lvl="1" eaLnBrk="1" hangingPunct="1">
              <a:lnSpc>
                <a:spcPct val="90000"/>
              </a:lnSpc>
            </a:pPr>
            <a:r>
              <a:rPr lang="en-US" dirty="0"/>
              <a:t>Probability of each outcome is unknown</a:t>
            </a:r>
          </a:p>
          <a:p>
            <a:pPr lvl="1" eaLnBrk="1" hangingPunct="1">
              <a:lnSpc>
                <a:spcPct val="90000"/>
              </a:lnSpc>
            </a:pPr>
            <a:r>
              <a:rPr lang="en-US" dirty="0"/>
              <a:t>Knowledge would lead to less uncertainty</a:t>
            </a:r>
            <a:endParaRPr lang="en-US" sz="675" dirty="0"/>
          </a:p>
          <a:p>
            <a:pPr eaLnBrk="1" hangingPunct="1">
              <a:lnSpc>
                <a:spcPct val="90000"/>
              </a:lnSpc>
            </a:pPr>
            <a:r>
              <a:rPr lang="en-US" dirty="0"/>
              <a:t>Risk analysis (probabilistic decision making)</a:t>
            </a:r>
          </a:p>
          <a:p>
            <a:pPr lvl="1" eaLnBrk="1" hangingPunct="1">
              <a:lnSpc>
                <a:spcPct val="90000"/>
              </a:lnSpc>
            </a:pPr>
            <a:r>
              <a:rPr lang="en-US" dirty="0"/>
              <a:t>Probability of each of several outcomes occurring</a:t>
            </a:r>
          </a:p>
          <a:p>
            <a:pPr lvl="1" eaLnBrk="1" hangingPunct="1">
              <a:lnSpc>
                <a:spcPct val="90000"/>
              </a:lnSpc>
            </a:pPr>
            <a:r>
              <a:rPr lang="en-US" dirty="0"/>
              <a:t>Level of uncertainty =&gt; Risk (expected value)</a:t>
            </a:r>
          </a:p>
        </p:txBody>
      </p:sp>
    </p:spTree>
    <p:extLst>
      <p:ext uri="{BB962C8B-B14F-4D97-AF65-F5344CB8AC3E}">
        <p14:creationId xmlns:p14="http://schemas.microsoft.com/office/powerpoint/2010/main" val="874144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a:extLst>
              <a:ext uri="{FF2B5EF4-FFF2-40B4-BE49-F238E27FC236}">
                <a16:creationId xmlns:a16="http://schemas.microsoft.com/office/drawing/2014/main" id="{FE2ECEF8-8907-48D9-AC0D-F852359288ED}"/>
              </a:ext>
            </a:extLst>
          </p:cNvPr>
          <p:cNvSpPr txBox="1">
            <a:spLocks noChangeArrowheads="1"/>
          </p:cNvSpPr>
          <p:nvPr/>
        </p:nvSpPr>
        <p:spPr bwMode="auto">
          <a:xfrm>
            <a:off x="1295400" y="1219200"/>
            <a:ext cx="8064574" cy="377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3200" dirty="0">
                <a:solidFill>
                  <a:schemeClr val="accent1"/>
                </a:solidFill>
                <a:latin typeface="+mj-lt"/>
                <a:ea typeface="新細明體" panose="02020500000000000000" pitchFamily="18" charset="-120"/>
                <a:cs typeface="+mj-cs"/>
              </a:rPr>
              <a:t>Decision</a:t>
            </a:r>
            <a:r>
              <a:rPr lang="en-US" altLang="en-US" sz="2000" b="1" dirty="0"/>
              <a:t> </a:t>
            </a:r>
            <a:r>
              <a:rPr lang="en-US" altLang="en-US" sz="3200" dirty="0">
                <a:solidFill>
                  <a:schemeClr val="accent1"/>
                </a:solidFill>
                <a:latin typeface="+mj-lt"/>
                <a:ea typeface="新細明體" panose="02020500000000000000" pitchFamily="18" charset="-120"/>
                <a:cs typeface="+mj-cs"/>
              </a:rPr>
              <a:t>theory</a:t>
            </a:r>
            <a:r>
              <a:rPr lang="en-US" altLang="en-US" dirty="0"/>
              <a:t> </a:t>
            </a:r>
          </a:p>
          <a:p>
            <a:pPr algn="ctr" eaLnBrk="1" hangingPunct="1">
              <a:spcBef>
                <a:spcPct val="50000"/>
              </a:spcBef>
            </a:pPr>
            <a:endParaRPr lang="en-US" altLang="en-US" dirty="0"/>
          </a:p>
          <a:p>
            <a:pPr eaLnBrk="1" hangingPunct="1">
              <a:spcBef>
                <a:spcPct val="50000"/>
              </a:spcBef>
            </a:pPr>
            <a:r>
              <a:rPr lang="en-US" altLang="en-US" sz="2000" dirty="0"/>
              <a:t>Decision theory problems are characterized by the following :</a:t>
            </a:r>
          </a:p>
          <a:p>
            <a:pPr eaLnBrk="1" hangingPunct="1">
              <a:spcBef>
                <a:spcPct val="50000"/>
              </a:spcBef>
            </a:pPr>
            <a:r>
              <a:rPr lang="en-US" altLang="en-US" sz="2000" dirty="0"/>
              <a:t>1. A list of alternatives . </a:t>
            </a:r>
          </a:p>
          <a:p>
            <a:pPr eaLnBrk="1" hangingPunct="1">
              <a:spcBef>
                <a:spcPct val="50000"/>
              </a:spcBef>
            </a:pPr>
            <a:r>
              <a:rPr lang="en-US" altLang="en-US" sz="2000" dirty="0"/>
              <a:t>2. A list of possible future states of natures .</a:t>
            </a:r>
          </a:p>
          <a:p>
            <a:pPr eaLnBrk="1" hangingPunct="1">
              <a:spcBef>
                <a:spcPct val="50000"/>
              </a:spcBef>
            </a:pPr>
            <a:r>
              <a:rPr lang="en-US" altLang="en-US" sz="2000" dirty="0"/>
              <a:t>3. Payoff associated with each alternative / state of nature combination .</a:t>
            </a:r>
          </a:p>
          <a:p>
            <a:pPr eaLnBrk="1" hangingPunct="1">
              <a:spcBef>
                <a:spcPct val="50000"/>
              </a:spcBef>
            </a:pPr>
            <a:r>
              <a:rPr lang="en-US" altLang="en-US" sz="2000" dirty="0"/>
              <a:t>4. An assessment of the degree of certainty of possible future events.</a:t>
            </a:r>
          </a:p>
          <a:p>
            <a:pPr eaLnBrk="1" hangingPunct="1">
              <a:spcBef>
                <a:spcPct val="50000"/>
              </a:spcBef>
            </a:pPr>
            <a:r>
              <a:rPr lang="en-US" altLang="en-US" sz="2000" dirty="0"/>
              <a:t>5. A decision criterion .</a:t>
            </a:r>
          </a:p>
        </p:txBody>
      </p:sp>
    </p:spTree>
    <p:extLst>
      <p:ext uri="{BB962C8B-B14F-4D97-AF65-F5344CB8AC3E}">
        <p14:creationId xmlns:p14="http://schemas.microsoft.com/office/powerpoint/2010/main" val="1496835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6"/>
          <p:cNvSpPr>
            <a:spLocks noGrp="1" noChangeArrowheads="1"/>
          </p:cNvSpPr>
          <p:nvPr>
            <p:ph type="title"/>
          </p:nvPr>
        </p:nvSpPr>
        <p:spPr/>
        <p:txBody>
          <a:bodyPr/>
          <a:lstStyle/>
          <a:p>
            <a:pPr eaLnBrk="1" hangingPunct="1">
              <a:defRPr/>
            </a:pPr>
            <a:r>
              <a:rPr lang="en-US" dirty="0"/>
              <a:t>Modeling and Decision Making:</a:t>
            </a:r>
            <a:br>
              <a:rPr lang="en-US" dirty="0"/>
            </a:br>
            <a:r>
              <a:rPr lang="en-US" dirty="0"/>
              <a:t>Under Certainty, Uncertainty, and Risk</a:t>
            </a:r>
          </a:p>
        </p:txBody>
      </p:sp>
      <p:sp>
        <p:nvSpPr>
          <p:cNvPr id="2" name="Rectangle 1"/>
          <p:cNvSpPr/>
          <p:nvPr/>
        </p:nvSpPr>
        <p:spPr>
          <a:xfrm>
            <a:off x="3647729" y="2060849"/>
            <a:ext cx="4446987" cy="507831"/>
          </a:xfrm>
          <a:prstGeom prst="rect">
            <a:avLst/>
          </a:prstGeom>
        </p:spPr>
        <p:txBody>
          <a:bodyPr wrap="square">
            <a:spAutoFit/>
          </a:bodyPr>
          <a:lstStyle/>
          <a:p>
            <a:r>
              <a:rPr lang="en-US" sz="2700" dirty="0">
                <a:effectLst>
                  <a:outerShdw blurRad="38100" dist="38100" dir="2700000" algn="tl">
                    <a:srgbClr val="000000">
                      <a:alpha val="43137"/>
                    </a:srgbClr>
                  </a:outerShdw>
                </a:effectLst>
              </a:rPr>
              <a:t>The Zones of Decision Making </a:t>
            </a:r>
          </a:p>
        </p:txBody>
      </p:sp>
      <p:sp>
        <p:nvSpPr>
          <p:cNvPr id="3" name="Rectangle 2">
            <a:extLst>
              <a:ext uri="{FF2B5EF4-FFF2-40B4-BE49-F238E27FC236}">
                <a16:creationId xmlns:a16="http://schemas.microsoft.com/office/drawing/2014/main" id="{24AA6348-7C1E-4A5C-9564-7384F8FF9C32}"/>
              </a:ext>
            </a:extLst>
          </p:cNvPr>
          <p:cNvSpPr/>
          <p:nvPr/>
        </p:nvSpPr>
        <p:spPr>
          <a:xfrm>
            <a:off x="3215680" y="3645024"/>
            <a:ext cx="5256584" cy="151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 name="Rectangle 3">
            <a:extLst>
              <a:ext uri="{FF2B5EF4-FFF2-40B4-BE49-F238E27FC236}">
                <a16:creationId xmlns:a16="http://schemas.microsoft.com/office/drawing/2014/main" id="{4126A9E1-40B7-4A0D-AED0-AF82D3D595D9}"/>
              </a:ext>
            </a:extLst>
          </p:cNvPr>
          <p:cNvSpPr/>
          <p:nvPr/>
        </p:nvSpPr>
        <p:spPr>
          <a:xfrm>
            <a:off x="3438805" y="3861048"/>
            <a:ext cx="1296144" cy="1152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Complete Knowledge certainty</a:t>
            </a:r>
          </a:p>
        </p:txBody>
      </p:sp>
      <p:sp>
        <p:nvSpPr>
          <p:cNvPr id="7" name="Rectangle 6">
            <a:extLst>
              <a:ext uri="{FF2B5EF4-FFF2-40B4-BE49-F238E27FC236}">
                <a16:creationId xmlns:a16="http://schemas.microsoft.com/office/drawing/2014/main" id="{B14EF789-6371-4D90-BABC-57DCFEE99FD9}"/>
              </a:ext>
            </a:extLst>
          </p:cNvPr>
          <p:cNvSpPr/>
          <p:nvPr/>
        </p:nvSpPr>
        <p:spPr>
          <a:xfrm>
            <a:off x="5195900" y="3861048"/>
            <a:ext cx="1296144" cy="1152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Risk</a:t>
            </a:r>
          </a:p>
        </p:txBody>
      </p:sp>
      <p:sp>
        <p:nvSpPr>
          <p:cNvPr id="8" name="Rectangle 7">
            <a:extLst>
              <a:ext uri="{FF2B5EF4-FFF2-40B4-BE49-F238E27FC236}">
                <a16:creationId xmlns:a16="http://schemas.microsoft.com/office/drawing/2014/main" id="{0CEE991D-E57D-4B0A-A29D-AAC1F1588032}"/>
              </a:ext>
            </a:extLst>
          </p:cNvPr>
          <p:cNvSpPr/>
          <p:nvPr/>
        </p:nvSpPr>
        <p:spPr>
          <a:xfrm>
            <a:off x="6940706" y="3861048"/>
            <a:ext cx="1296144" cy="1152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Ignorance total uncertainty</a:t>
            </a:r>
          </a:p>
        </p:txBody>
      </p:sp>
      <p:cxnSp>
        <p:nvCxnSpPr>
          <p:cNvPr id="6" name="Straight Arrow Connector 5">
            <a:extLst>
              <a:ext uri="{FF2B5EF4-FFF2-40B4-BE49-F238E27FC236}">
                <a16:creationId xmlns:a16="http://schemas.microsoft.com/office/drawing/2014/main" id="{37A03DF5-7C36-44C9-9966-E978ED2A7563}"/>
              </a:ext>
            </a:extLst>
          </p:cNvPr>
          <p:cNvCxnSpPr/>
          <p:nvPr/>
        </p:nvCxnSpPr>
        <p:spPr>
          <a:xfrm flipH="1">
            <a:off x="4374910" y="3356992"/>
            <a:ext cx="3213869"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043427D-B6A4-46C2-AE40-15272C6C8845}"/>
              </a:ext>
            </a:extLst>
          </p:cNvPr>
          <p:cNvCxnSpPr>
            <a:cxnSpLocks/>
          </p:cNvCxnSpPr>
          <p:nvPr/>
        </p:nvCxnSpPr>
        <p:spPr>
          <a:xfrm>
            <a:off x="4374910" y="5373216"/>
            <a:ext cx="3213869"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9C95BDF-7813-445E-AD09-31CFF4344386}"/>
              </a:ext>
            </a:extLst>
          </p:cNvPr>
          <p:cNvSpPr txBox="1"/>
          <p:nvPr/>
        </p:nvSpPr>
        <p:spPr>
          <a:xfrm>
            <a:off x="4943872" y="2999031"/>
            <a:ext cx="2376264" cy="369332"/>
          </a:xfrm>
          <a:prstGeom prst="rect">
            <a:avLst/>
          </a:prstGeom>
          <a:noFill/>
        </p:spPr>
        <p:txBody>
          <a:bodyPr wrap="square" rtlCol="0">
            <a:spAutoFit/>
          </a:bodyPr>
          <a:lstStyle/>
          <a:p>
            <a:r>
              <a:rPr lang="en-US" dirty="0"/>
              <a:t>Increasing Knowledge</a:t>
            </a:r>
          </a:p>
        </p:txBody>
      </p:sp>
      <p:sp>
        <p:nvSpPr>
          <p:cNvPr id="16" name="TextBox 15">
            <a:extLst>
              <a:ext uri="{FF2B5EF4-FFF2-40B4-BE49-F238E27FC236}">
                <a16:creationId xmlns:a16="http://schemas.microsoft.com/office/drawing/2014/main" id="{64583C54-6E46-4501-93FB-6E08B19AB6FB}"/>
              </a:ext>
            </a:extLst>
          </p:cNvPr>
          <p:cNvSpPr txBox="1"/>
          <p:nvPr/>
        </p:nvSpPr>
        <p:spPr>
          <a:xfrm>
            <a:off x="4904510" y="5363924"/>
            <a:ext cx="2415627" cy="369332"/>
          </a:xfrm>
          <a:prstGeom prst="rect">
            <a:avLst/>
          </a:prstGeom>
          <a:noFill/>
        </p:spPr>
        <p:txBody>
          <a:bodyPr wrap="square" rtlCol="0">
            <a:spAutoFit/>
          </a:bodyPr>
          <a:lstStyle/>
          <a:p>
            <a:r>
              <a:rPr lang="en-US" dirty="0"/>
              <a:t>Decreasing Knowledge</a:t>
            </a:r>
          </a:p>
        </p:txBody>
      </p:sp>
    </p:spTree>
    <p:extLst>
      <p:ext uri="{BB962C8B-B14F-4D97-AF65-F5344CB8AC3E}">
        <p14:creationId xmlns:p14="http://schemas.microsoft.com/office/powerpoint/2010/main" val="2960449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14CE5622-BA84-D728-A92D-2593C2ECB405}"/>
              </a:ext>
            </a:extLst>
          </p:cNvPr>
          <p:cNvSpPr>
            <a:spLocks noGrp="1" noChangeArrowheads="1"/>
          </p:cNvSpPr>
          <p:nvPr>
            <p:ph type="title"/>
          </p:nvPr>
        </p:nvSpPr>
        <p:spPr/>
        <p:txBody>
          <a:bodyPr/>
          <a:lstStyle/>
          <a:p>
            <a:pPr eaLnBrk="1" hangingPunct="1"/>
            <a:r>
              <a:rPr lang="en-US" altLang="ar-SA" dirty="0"/>
              <a:t>Decision Tables</a:t>
            </a:r>
          </a:p>
        </p:txBody>
      </p:sp>
      <p:sp>
        <p:nvSpPr>
          <p:cNvPr id="26629" name="Rectangle 3">
            <a:extLst>
              <a:ext uri="{FF2B5EF4-FFF2-40B4-BE49-F238E27FC236}">
                <a16:creationId xmlns:a16="http://schemas.microsoft.com/office/drawing/2014/main" id="{027A65AE-BB95-749B-5BD9-22C865986D18}"/>
              </a:ext>
            </a:extLst>
          </p:cNvPr>
          <p:cNvSpPr>
            <a:spLocks noGrp="1" noChangeArrowheads="1"/>
          </p:cNvSpPr>
          <p:nvPr>
            <p:ph idx="1"/>
          </p:nvPr>
        </p:nvSpPr>
        <p:spPr/>
        <p:txBody>
          <a:bodyPr/>
          <a:lstStyle/>
          <a:p>
            <a:pPr algn="just" eaLnBrk="1" hangingPunct="1"/>
            <a:r>
              <a:rPr lang="en-US" altLang="ar-SA" dirty="0"/>
              <a:t>Decision tables are a convenient way to organize information in a systematic manner. It can be done in a spreadsheet and thus looks like a table.</a:t>
            </a:r>
          </a:p>
          <a:p>
            <a:pPr eaLnBrk="1" hangingPunct="1"/>
            <a:r>
              <a:rPr lang="en-US" altLang="ar-SA" dirty="0"/>
              <a:t>Multiple criteria decision analysis</a:t>
            </a:r>
          </a:p>
          <a:p>
            <a:pPr eaLnBrk="1" hangingPunct="1"/>
            <a:r>
              <a:rPr lang="en-US" altLang="ar-SA" dirty="0"/>
              <a:t>Features include:</a:t>
            </a:r>
          </a:p>
          <a:p>
            <a:pPr lvl="1" eaLnBrk="1" hangingPunct="1"/>
            <a:r>
              <a:rPr lang="en-US" altLang="ar-SA" dirty="0"/>
              <a:t>Decision variables (alternatives)</a:t>
            </a:r>
          </a:p>
          <a:p>
            <a:pPr lvl="1" eaLnBrk="1" hangingPunct="1"/>
            <a:r>
              <a:rPr lang="en-US" altLang="ar-SA" dirty="0"/>
              <a:t>Uncontrollable variables</a:t>
            </a:r>
          </a:p>
          <a:p>
            <a:pPr lvl="1" eaLnBrk="1" hangingPunct="1"/>
            <a:r>
              <a:rPr lang="en-US" altLang="ar-SA" dirty="0"/>
              <a:t>Result variables</a:t>
            </a:r>
          </a:p>
          <a:p>
            <a:pPr eaLnBrk="1" hangingPunct="1"/>
            <a:r>
              <a:rPr lang="en-US" altLang="ar-SA" dirty="0"/>
              <a:t>Applies principles of certainty, uncertainty, and risk</a:t>
            </a:r>
          </a:p>
          <a:p>
            <a:pPr lvl="1" eaLnBrk="1" hangingPunct="1"/>
            <a:endParaRPr lang="en-US" altLang="ar-SA" dirty="0"/>
          </a:p>
          <a:p>
            <a:pPr eaLnBrk="1" hangingPunct="1"/>
            <a:endParaRPr lang="en-US" altLang="ar-SA" dirty="0"/>
          </a:p>
          <a:p>
            <a:pPr marL="0" indent="0" algn="just">
              <a:buNone/>
            </a:pPr>
            <a:endParaRPr lang="en-US" altLang="ar-SA" dirty="0"/>
          </a:p>
          <a:p>
            <a:pPr lvl="1" eaLnBrk="1" hangingPunct="1"/>
            <a:endParaRPr lang="en-US" altLang="ar-SA" dirty="0"/>
          </a:p>
          <a:p>
            <a:pPr eaLnBrk="1" hangingPunct="1"/>
            <a:endParaRPr lang="en-US" altLang="ar-SA" dirty="0"/>
          </a:p>
          <a:p>
            <a:pPr eaLnBrk="1" hangingPunct="1"/>
            <a:endParaRPr lang="en-US" altLang="ar-SA" dirty="0"/>
          </a:p>
        </p:txBody>
      </p:sp>
    </p:spTree>
    <p:extLst>
      <p:ext uri="{BB962C8B-B14F-4D97-AF65-F5344CB8AC3E}">
        <p14:creationId xmlns:p14="http://schemas.microsoft.com/office/powerpoint/2010/main" val="2336322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عنوان 1">
            <a:extLst>
              <a:ext uri="{FF2B5EF4-FFF2-40B4-BE49-F238E27FC236}">
                <a16:creationId xmlns:a16="http://schemas.microsoft.com/office/drawing/2014/main" id="{62F4D91A-7694-96E0-B9A4-F79BB58ABDF9}"/>
              </a:ext>
            </a:extLst>
          </p:cNvPr>
          <p:cNvSpPr>
            <a:spLocks noGrp="1"/>
          </p:cNvSpPr>
          <p:nvPr>
            <p:ph type="title"/>
          </p:nvPr>
        </p:nvSpPr>
        <p:spPr/>
        <p:txBody>
          <a:bodyPr/>
          <a:lstStyle/>
          <a:p>
            <a:r>
              <a:rPr lang="en-US" altLang="ar-SA" dirty="0">
                <a:solidFill>
                  <a:srgbClr val="00B050"/>
                </a:solidFill>
              </a:rPr>
              <a:t>Example</a:t>
            </a:r>
            <a:endParaRPr lang="ar-SA" altLang="ar-SA" dirty="0">
              <a:solidFill>
                <a:srgbClr val="00B050"/>
              </a:solidFill>
            </a:endParaRPr>
          </a:p>
        </p:txBody>
      </p:sp>
      <p:sp>
        <p:nvSpPr>
          <p:cNvPr id="28675" name="عنصر نائب للمحتوى 2">
            <a:extLst>
              <a:ext uri="{FF2B5EF4-FFF2-40B4-BE49-F238E27FC236}">
                <a16:creationId xmlns:a16="http://schemas.microsoft.com/office/drawing/2014/main" id="{B3F365FB-4FDA-7B73-A774-E29DD8095B2D}"/>
              </a:ext>
            </a:extLst>
          </p:cNvPr>
          <p:cNvSpPr>
            <a:spLocks noGrp="1"/>
          </p:cNvSpPr>
          <p:nvPr>
            <p:ph idx="1"/>
          </p:nvPr>
        </p:nvSpPr>
        <p:spPr/>
        <p:txBody>
          <a:bodyPr>
            <a:normAutofit fontScale="92500" lnSpcReduction="10000"/>
          </a:bodyPr>
          <a:lstStyle/>
          <a:p>
            <a:r>
              <a:rPr lang="en-US" altLang="ar-SA" sz="1800" dirty="0"/>
              <a:t>An investment company is considering investing in one of three alternatives:</a:t>
            </a:r>
          </a:p>
          <a:p>
            <a:r>
              <a:rPr lang="en-US" altLang="ar-SA" sz="1800" i="1" dirty="0"/>
              <a:t>bonds, stocks, </a:t>
            </a:r>
            <a:r>
              <a:rPr lang="en-US" altLang="ar-SA" sz="1800" dirty="0"/>
              <a:t>or </a:t>
            </a:r>
            <a:r>
              <a:rPr lang="en-US" altLang="ar-SA" sz="1800" i="1" dirty="0"/>
              <a:t>certificates of deposit </a:t>
            </a:r>
            <a:r>
              <a:rPr lang="en-US" altLang="ar-SA" sz="1800" dirty="0"/>
              <a:t>(</a:t>
            </a:r>
            <a:r>
              <a:rPr lang="en-US" altLang="ar-SA" sz="1800" i="1" dirty="0"/>
              <a:t>CDs</a:t>
            </a:r>
            <a:r>
              <a:rPr lang="en-US" altLang="ar-SA" sz="1800" dirty="0"/>
              <a:t>). The company is interested in one goal: </a:t>
            </a:r>
            <a:r>
              <a:rPr lang="en-US" altLang="ar-SA" sz="1800" b="1" dirty="0">
                <a:solidFill>
                  <a:srgbClr val="FF0000"/>
                </a:solidFill>
              </a:rPr>
              <a:t>maximizing the yield on the investment after one year</a:t>
            </a:r>
            <a:r>
              <a:rPr lang="en-US" altLang="ar-SA" sz="1800" dirty="0"/>
              <a:t>.</a:t>
            </a:r>
          </a:p>
          <a:p>
            <a:r>
              <a:rPr lang="en-US" altLang="ar-SA" sz="1800" dirty="0"/>
              <a:t> If it were interested in other goals, such as safety or liquidity, the problem would be classified as one of </a:t>
            </a:r>
            <a:r>
              <a:rPr lang="en-US" altLang="ar-SA" sz="1800" i="1" dirty="0"/>
              <a:t>multi-criteria decision analysis. </a:t>
            </a:r>
          </a:p>
          <a:p>
            <a:r>
              <a:rPr lang="en-US" altLang="ar-SA" sz="1800" i="1" dirty="0">
                <a:solidFill>
                  <a:srgbClr val="FF0000"/>
                </a:solidFill>
              </a:rPr>
              <a:t>The</a:t>
            </a:r>
            <a:r>
              <a:rPr lang="en-US" altLang="ar-SA" sz="1800" dirty="0">
                <a:solidFill>
                  <a:srgbClr val="FF0000"/>
                </a:solidFill>
              </a:rPr>
              <a:t> yield depends on the state of the economy </a:t>
            </a:r>
            <a:r>
              <a:rPr lang="en-US" altLang="ar-SA" sz="1800" dirty="0"/>
              <a:t>sometime in the future (called the </a:t>
            </a:r>
            <a:r>
              <a:rPr lang="en-US" altLang="ar-SA" sz="1800" i="1" dirty="0"/>
              <a:t>state of nature</a:t>
            </a:r>
            <a:r>
              <a:rPr lang="en-US" altLang="ar-SA" sz="1800" dirty="0"/>
              <a:t>), which can be in solid growth, stagnation, or inflation. Experts estimated the following annual yields:</a:t>
            </a:r>
          </a:p>
          <a:p>
            <a:pPr lvl="1">
              <a:buFont typeface="Wingdings" panose="05000000000000000000" pitchFamily="2" charset="2"/>
              <a:buChar char="q"/>
            </a:pPr>
            <a:r>
              <a:rPr lang="en-US" altLang="ar-SA" dirty="0"/>
              <a:t>If there is solid growth in the economy, bonds will yield 12%, stocks 15%, and time deposits 6.5%.</a:t>
            </a:r>
          </a:p>
          <a:p>
            <a:pPr lvl="1">
              <a:buFont typeface="Wingdings" panose="05000000000000000000" pitchFamily="2" charset="2"/>
              <a:buChar char="q"/>
            </a:pPr>
            <a:r>
              <a:rPr lang="en-US" altLang="ar-SA" dirty="0"/>
              <a:t> If stagnation prevails, bonds will yield 6%, stocks 3%, and time deposits 6.5%.</a:t>
            </a:r>
          </a:p>
          <a:p>
            <a:pPr lvl="1">
              <a:buFont typeface="Wingdings" panose="05000000000000000000" pitchFamily="2" charset="2"/>
              <a:buChar char="q"/>
            </a:pPr>
            <a:r>
              <a:rPr lang="en-US" altLang="ar-SA" dirty="0"/>
              <a:t> If inflation prevails, bonds will yield 3%, stocks will bring a loss of 2%, and time deposits will yield 6.5%.</a:t>
            </a:r>
            <a:endParaRPr lang="ar-SA" altLang="ar-SA" dirty="0"/>
          </a:p>
        </p:txBody>
      </p:sp>
    </p:spTree>
    <p:extLst>
      <p:ext uri="{BB962C8B-B14F-4D97-AF65-F5344CB8AC3E}">
        <p14:creationId xmlns:p14="http://schemas.microsoft.com/office/powerpoint/2010/main" val="41559498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7E6A646-A760-476C-9E7F-28646844BA32}"/>
              </a:ext>
            </a:extLst>
          </p:cNvPr>
          <p:cNvGraphicFramePr>
            <a:graphicFrameLocks noGrp="1"/>
          </p:cNvGraphicFramePr>
          <p:nvPr/>
        </p:nvGraphicFramePr>
        <p:xfrm>
          <a:off x="2855640" y="1988840"/>
          <a:ext cx="6096000" cy="29311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644635308"/>
                    </a:ext>
                  </a:extLst>
                </a:gridCol>
                <a:gridCol w="1524000">
                  <a:extLst>
                    <a:ext uri="{9D8B030D-6E8A-4147-A177-3AD203B41FA5}">
                      <a16:colId xmlns:a16="http://schemas.microsoft.com/office/drawing/2014/main" val="1488498733"/>
                    </a:ext>
                  </a:extLst>
                </a:gridCol>
                <a:gridCol w="1524000">
                  <a:extLst>
                    <a:ext uri="{9D8B030D-6E8A-4147-A177-3AD203B41FA5}">
                      <a16:colId xmlns:a16="http://schemas.microsoft.com/office/drawing/2014/main" val="2908209384"/>
                    </a:ext>
                  </a:extLst>
                </a:gridCol>
                <a:gridCol w="1524000">
                  <a:extLst>
                    <a:ext uri="{9D8B030D-6E8A-4147-A177-3AD203B41FA5}">
                      <a16:colId xmlns:a16="http://schemas.microsoft.com/office/drawing/2014/main" val="994738809"/>
                    </a:ext>
                  </a:extLst>
                </a:gridCol>
              </a:tblGrid>
              <a:tr h="370840">
                <a:tc>
                  <a:txBody>
                    <a:bodyPr/>
                    <a:lstStyle/>
                    <a:p>
                      <a:pPr algn="ctr"/>
                      <a:endParaRPr lang="en-US" dirty="0"/>
                    </a:p>
                  </a:txBody>
                  <a:tcPr>
                    <a:lnR w="12700" cap="flat" cmpd="sng" algn="ctr">
                      <a:solidFill>
                        <a:schemeClr val="tx1"/>
                      </a:solidFill>
                      <a:prstDash val="solid"/>
                      <a:round/>
                      <a:headEnd type="none" w="med" len="med"/>
                      <a:tailEnd type="none" w="med" len="med"/>
                    </a:lnR>
                  </a:tcPr>
                </a:tc>
                <a:tc gridSpan="3">
                  <a:txBody>
                    <a:bodyPr/>
                    <a:lstStyle/>
                    <a:p>
                      <a:pPr algn="ctr"/>
                      <a:r>
                        <a:rPr lang="en-US" dirty="0"/>
                        <a:t> State of Nature (Uncontrollable Variables)</a:t>
                      </a:r>
                    </a:p>
                  </a:txBody>
                  <a:tcPr>
                    <a:lnL w="12700" cap="flat" cmpd="sng" algn="ctr">
                      <a:solidFill>
                        <a:schemeClr val="tx1"/>
                      </a:solidFill>
                      <a:prstDash val="solid"/>
                      <a:round/>
                      <a:headEnd type="none" w="med" len="med"/>
                      <a:tailEnd type="none" w="med" len="med"/>
                    </a:lnL>
                  </a:tcPr>
                </a:tc>
                <a:tc hMerge="1">
                  <a:txBody>
                    <a:bodyPr/>
                    <a:lstStyle/>
                    <a:p>
                      <a:pPr algn="ctr"/>
                      <a:endParaRPr lang="en-US" dirty="0"/>
                    </a:p>
                  </a:txBody>
                  <a:tcPr/>
                </a:tc>
                <a:tc hMerge="1">
                  <a:txBody>
                    <a:bodyPr/>
                    <a:lstStyle/>
                    <a:p>
                      <a:endParaRPr lang="en-US" dirty="0"/>
                    </a:p>
                  </a:txBody>
                  <a:tcPr/>
                </a:tc>
                <a:extLst>
                  <a:ext uri="{0D108BD9-81ED-4DB2-BD59-A6C34878D82A}">
                    <a16:rowId xmlns:a16="http://schemas.microsoft.com/office/drawing/2014/main" val="729670587"/>
                  </a:ext>
                </a:extLst>
              </a:tr>
              <a:tr h="370840">
                <a:tc>
                  <a:txBody>
                    <a:bodyPr/>
                    <a:lstStyle/>
                    <a:p>
                      <a:r>
                        <a:rPr lang="en-US" dirty="0"/>
                        <a:t>Alternative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dirty="0"/>
                        <a:t>Solid Growth</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dirty="0"/>
                        <a:t>Stagnation</a:t>
                      </a:r>
                    </a:p>
                  </a:txBody>
                  <a:tcPr>
                    <a:lnB w="12700" cap="flat" cmpd="sng" algn="ctr">
                      <a:solidFill>
                        <a:schemeClr val="tx1"/>
                      </a:solidFill>
                      <a:prstDash val="solid"/>
                      <a:round/>
                      <a:headEnd type="none" w="med" len="med"/>
                      <a:tailEnd type="none" w="med" len="med"/>
                    </a:lnB>
                  </a:tcPr>
                </a:tc>
                <a:tc>
                  <a:txBody>
                    <a:bodyPr/>
                    <a:lstStyle/>
                    <a:p>
                      <a:pPr algn="ctr"/>
                      <a:r>
                        <a:rPr lang="en-US" dirty="0"/>
                        <a:t>Inflation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7583474"/>
                  </a:ext>
                </a:extLst>
              </a:tr>
              <a:tr h="370840">
                <a:tc>
                  <a:txBody>
                    <a:bodyPr/>
                    <a:lstStyle/>
                    <a:p>
                      <a:r>
                        <a:rPr lang="en-US" dirty="0"/>
                        <a:t>Bonds (</a:t>
                      </a:r>
                      <a:r>
                        <a:rPr lang="en-US" dirty="0" err="1"/>
                        <a:t>Obligat</a:t>
                      </a:r>
                      <a:r>
                        <a:rPr lang="en-US" dirty="0"/>
                        <a: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dirty="0"/>
                        <a:t>12.0 %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dirty="0"/>
                        <a:t>6.0 %</a:t>
                      </a:r>
                    </a:p>
                  </a:txBody>
                  <a:tcPr>
                    <a:lnT w="12700" cap="flat" cmpd="sng" algn="ctr">
                      <a:solidFill>
                        <a:schemeClr val="tx1"/>
                      </a:solidFill>
                      <a:prstDash val="solid"/>
                      <a:round/>
                      <a:headEnd type="none" w="med" len="med"/>
                      <a:tailEnd type="none" w="med" len="med"/>
                    </a:lnT>
                  </a:tcPr>
                </a:tc>
                <a:tc>
                  <a:txBody>
                    <a:bodyPr/>
                    <a:lstStyle/>
                    <a:p>
                      <a:pPr algn="ctr"/>
                      <a:r>
                        <a:rPr lang="en-US" dirty="0"/>
                        <a:t>3.0 %</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62111833"/>
                  </a:ext>
                </a:extLst>
              </a:tr>
              <a:tr h="370840">
                <a:tc>
                  <a:txBody>
                    <a:bodyPr/>
                    <a:lstStyle/>
                    <a:p>
                      <a:r>
                        <a:rPr lang="en-US" dirty="0"/>
                        <a:t>Stocks (</a:t>
                      </a:r>
                      <a:r>
                        <a:rPr lang="en-US" dirty="0" err="1"/>
                        <a:t>Actiuni</a:t>
                      </a:r>
                      <a:r>
                        <a:rPr lang="en-US" dirty="0"/>
                        <a:t>)</a:t>
                      </a:r>
                    </a:p>
                  </a:txBody>
                  <a:tcPr>
                    <a:lnR w="12700" cap="flat" cmpd="sng" algn="ctr">
                      <a:solidFill>
                        <a:schemeClr val="tx1"/>
                      </a:solidFill>
                      <a:prstDash val="solid"/>
                      <a:round/>
                      <a:headEnd type="none" w="med" len="med"/>
                      <a:tailEnd type="none" w="med" len="med"/>
                    </a:lnR>
                  </a:tcPr>
                </a:tc>
                <a:tc>
                  <a:txBody>
                    <a:bodyPr/>
                    <a:lstStyle/>
                    <a:p>
                      <a:pPr algn="ctr"/>
                      <a:r>
                        <a:rPr lang="en-US" dirty="0"/>
                        <a:t>15.0 %</a:t>
                      </a:r>
                    </a:p>
                  </a:txBody>
                  <a:tcPr>
                    <a:lnL w="12700" cap="flat" cmpd="sng" algn="ctr">
                      <a:solidFill>
                        <a:schemeClr val="tx1"/>
                      </a:solidFill>
                      <a:prstDash val="solid"/>
                      <a:round/>
                      <a:headEnd type="none" w="med" len="med"/>
                      <a:tailEnd type="none" w="med" len="med"/>
                    </a:lnL>
                  </a:tcPr>
                </a:tc>
                <a:tc>
                  <a:txBody>
                    <a:bodyPr/>
                    <a:lstStyle/>
                    <a:p>
                      <a:pPr algn="ctr"/>
                      <a:r>
                        <a:rPr lang="en-US" dirty="0"/>
                        <a:t>3.0 %</a:t>
                      </a:r>
                    </a:p>
                  </a:txBody>
                  <a:tcPr/>
                </a:tc>
                <a:tc>
                  <a:txBody>
                    <a:bodyPr/>
                    <a:lstStyle/>
                    <a:p>
                      <a:pPr algn="ctr"/>
                      <a:r>
                        <a:rPr lang="en-US" dirty="0"/>
                        <a:t>-2.0 %</a:t>
                      </a:r>
                    </a:p>
                  </a:txBody>
                  <a:tcPr/>
                </a:tc>
                <a:extLst>
                  <a:ext uri="{0D108BD9-81ED-4DB2-BD59-A6C34878D82A}">
                    <a16:rowId xmlns:a16="http://schemas.microsoft.com/office/drawing/2014/main" val="2760939029"/>
                  </a:ext>
                </a:extLst>
              </a:tr>
              <a:tr h="370840">
                <a:tc>
                  <a:txBody>
                    <a:bodyPr/>
                    <a:lstStyle/>
                    <a:p>
                      <a:r>
                        <a:rPr lang="en-US" dirty="0"/>
                        <a:t>CDs (Cert. Dep.)</a:t>
                      </a:r>
                    </a:p>
                  </a:txBody>
                  <a:tcPr>
                    <a:lnR w="12700" cap="flat" cmpd="sng" algn="ctr">
                      <a:solidFill>
                        <a:schemeClr val="tx1"/>
                      </a:solidFill>
                      <a:prstDash val="solid"/>
                      <a:round/>
                      <a:headEnd type="none" w="med" len="med"/>
                      <a:tailEnd type="none" w="med" len="med"/>
                    </a:lnR>
                  </a:tcPr>
                </a:tc>
                <a:tc>
                  <a:txBody>
                    <a:bodyPr/>
                    <a:lstStyle/>
                    <a:p>
                      <a:pPr algn="ctr"/>
                      <a:r>
                        <a:rPr lang="en-US" dirty="0"/>
                        <a:t>6.5 %</a:t>
                      </a:r>
                    </a:p>
                  </a:txBody>
                  <a:tcPr>
                    <a:lnL w="12700" cap="flat" cmpd="sng" algn="ctr">
                      <a:solidFill>
                        <a:schemeClr val="tx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6.5 %</a:t>
                      </a:r>
                    </a:p>
                    <a:p>
                      <a:pPr algn="ctr"/>
                      <a:endParaRPr lang="en-US"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6.5 %</a:t>
                      </a:r>
                    </a:p>
                    <a:p>
                      <a:pPr algn="ctr"/>
                      <a:endParaRPr lang="en-US" dirty="0"/>
                    </a:p>
                  </a:txBody>
                  <a:tcPr/>
                </a:tc>
                <a:extLst>
                  <a:ext uri="{0D108BD9-81ED-4DB2-BD59-A6C34878D82A}">
                    <a16:rowId xmlns:a16="http://schemas.microsoft.com/office/drawing/2014/main" val="1644192821"/>
                  </a:ext>
                </a:extLst>
              </a:tr>
            </a:tbl>
          </a:graphicData>
        </a:graphic>
      </p:graphicFrame>
      <p:sp>
        <p:nvSpPr>
          <p:cNvPr id="5" name="TextBox 4">
            <a:extLst>
              <a:ext uri="{FF2B5EF4-FFF2-40B4-BE49-F238E27FC236}">
                <a16:creationId xmlns:a16="http://schemas.microsoft.com/office/drawing/2014/main" id="{D174A84C-7723-456D-A2EC-F75D4B94C814}"/>
              </a:ext>
            </a:extLst>
          </p:cNvPr>
          <p:cNvSpPr txBox="1"/>
          <p:nvPr/>
        </p:nvSpPr>
        <p:spPr>
          <a:xfrm>
            <a:off x="2135560" y="1196752"/>
            <a:ext cx="5749636" cy="369332"/>
          </a:xfrm>
          <a:prstGeom prst="rect">
            <a:avLst/>
          </a:prstGeom>
          <a:noFill/>
        </p:spPr>
        <p:txBody>
          <a:bodyPr wrap="square">
            <a:spAutoFit/>
          </a:bodyPr>
          <a:lstStyle/>
          <a:p>
            <a:r>
              <a:rPr lang="en-US" dirty="0"/>
              <a:t>Investment Problem Decision Table Model</a:t>
            </a:r>
          </a:p>
        </p:txBody>
      </p:sp>
    </p:spTree>
    <p:extLst>
      <p:ext uri="{BB962C8B-B14F-4D97-AF65-F5344CB8AC3E}">
        <p14:creationId xmlns:p14="http://schemas.microsoft.com/office/powerpoint/2010/main" val="15686636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عنوان 1">
            <a:extLst>
              <a:ext uri="{FF2B5EF4-FFF2-40B4-BE49-F238E27FC236}">
                <a16:creationId xmlns:a16="http://schemas.microsoft.com/office/drawing/2014/main" id="{05CAA31A-76AB-174D-70F3-DB942D4D4663}"/>
              </a:ext>
            </a:extLst>
          </p:cNvPr>
          <p:cNvSpPr>
            <a:spLocks noGrp="1"/>
          </p:cNvSpPr>
          <p:nvPr>
            <p:ph type="title"/>
          </p:nvPr>
        </p:nvSpPr>
        <p:spPr/>
        <p:txBody>
          <a:bodyPr>
            <a:normAutofit/>
          </a:bodyPr>
          <a:lstStyle/>
          <a:p>
            <a:r>
              <a:rPr lang="en-US" altLang="ar-SA" sz="2700" dirty="0"/>
              <a:t>Treatment the risk</a:t>
            </a:r>
            <a:endParaRPr lang="ar-SA" altLang="ar-SA" sz="2700" dirty="0"/>
          </a:p>
        </p:txBody>
      </p:sp>
      <p:sp>
        <p:nvSpPr>
          <p:cNvPr id="30723" name="عنصر نائب للمحتوى 2">
            <a:extLst>
              <a:ext uri="{FF2B5EF4-FFF2-40B4-BE49-F238E27FC236}">
                <a16:creationId xmlns:a16="http://schemas.microsoft.com/office/drawing/2014/main" id="{0C047C43-8AAE-B51F-CECB-1FD852927BC5}"/>
              </a:ext>
            </a:extLst>
          </p:cNvPr>
          <p:cNvSpPr>
            <a:spLocks noGrp="1"/>
          </p:cNvSpPr>
          <p:nvPr>
            <p:ph idx="1"/>
          </p:nvPr>
        </p:nvSpPr>
        <p:spPr/>
        <p:txBody>
          <a:bodyPr>
            <a:normAutofit/>
          </a:bodyPr>
          <a:lstStyle/>
          <a:p>
            <a:pPr>
              <a:buFont typeface="Wingdings" panose="05000000000000000000" pitchFamily="2" charset="2"/>
              <a:buChar char="§"/>
            </a:pPr>
            <a:r>
              <a:rPr lang="en-US" altLang="ar-SA" dirty="0"/>
              <a:t>The most common method for solving this risk analysis problem is to select the alternative with the greatest expected value.</a:t>
            </a:r>
          </a:p>
          <a:p>
            <a:r>
              <a:rPr lang="en-US" altLang="ar-SA" dirty="0"/>
              <a:t>Assume that the experts estimate the chance of </a:t>
            </a:r>
            <a:r>
              <a:rPr lang="en-US" altLang="ar-SA" i="1" dirty="0"/>
              <a:t>solid growth </a:t>
            </a:r>
            <a:r>
              <a:rPr lang="en-US" altLang="ar-SA" dirty="0"/>
              <a:t>at 50%, the chance of </a:t>
            </a:r>
            <a:r>
              <a:rPr lang="en-US" altLang="ar-SA" i="1" dirty="0"/>
              <a:t>stagnation </a:t>
            </a:r>
            <a:r>
              <a:rPr lang="en-US" altLang="ar-SA" dirty="0"/>
              <a:t>at 30%, and the chance of </a:t>
            </a:r>
            <a:r>
              <a:rPr lang="en-US" altLang="ar-SA" i="1" dirty="0"/>
              <a:t>inflation </a:t>
            </a:r>
            <a:r>
              <a:rPr lang="en-US" altLang="ar-SA" dirty="0"/>
              <a:t>at 20%.</a:t>
            </a:r>
          </a:p>
          <a:p>
            <a:r>
              <a:rPr lang="en-US" altLang="ar-SA" dirty="0"/>
              <a:t> The decision table is then rewritten with the known probabilities (see next table).</a:t>
            </a:r>
          </a:p>
          <a:p>
            <a:r>
              <a:rPr lang="en-US" altLang="ar-SA" dirty="0"/>
              <a:t>An </a:t>
            </a:r>
            <a:r>
              <a:rPr lang="en-US" altLang="ar-SA" i="1" dirty="0"/>
              <a:t>expected value </a:t>
            </a:r>
            <a:r>
              <a:rPr lang="en-US" altLang="ar-SA" dirty="0"/>
              <a:t>is computed by multiplying the results (</a:t>
            </a:r>
            <a:r>
              <a:rPr lang="en-US" altLang="ar-SA" i="1" dirty="0"/>
              <a:t>outcomes</a:t>
            </a:r>
            <a:r>
              <a:rPr lang="en-US" altLang="ar-SA" dirty="0"/>
              <a:t>) by their respective probabilities and adding them. For example, </a:t>
            </a:r>
            <a:r>
              <a:rPr lang="en-US" altLang="ar-SA" i="1" dirty="0"/>
              <a:t>investing in bonds </a:t>
            </a:r>
            <a:r>
              <a:rPr lang="en-US" altLang="ar-SA" dirty="0"/>
              <a:t>yields an expected return of  12(0.5)+6(0.3)+3(0.2)=8.4%</a:t>
            </a:r>
          </a:p>
        </p:txBody>
      </p:sp>
    </p:spTree>
    <p:extLst>
      <p:ext uri="{BB962C8B-B14F-4D97-AF65-F5344CB8AC3E}">
        <p14:creationId xmlns:p14="http://schemas.microsoft.com/office/powerpoint/2010/main" val="5728086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FE5F3EF-B735-4DEE-A01A-F0055B8E2BE7}"/>
              </a:ext>
            </a:extLst>
          </p:cNvPr>
          <p:cNvGraphicFramePr>
            <a:graphicFrameLocks noGrp="1"/>
          </p:cNvGraphicFramePr>
          <p:nvPr/>
        </p:nvGraphicFramePr>
        <p:xfrm>
          <a:off x="2495600" y="1772816"/>
          <a:ext cx="6096000" cy="26670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644635308"/>
                    </a:ext>
                  </a:extLst>
                </a:gridCol>
                <a:gridCol w="1219200">
                  <a:extLst>
                    <a:ext uri="{9D8B030D-6E8A-4147-A177-3AD203B41FA5}">
                      <a16:colId xmlns:a16="http://schemas.microsoft.com/office/drawing/2014/main" val="1488498733"/>
                    </a:ext>
                  </a:extLst>
                </a:gridCol>
                <a:gridCol w="1219200">
                  <a:extLst>
                    <a:ext uri="{9D8B030D-6E8A-4147-A177-3AD203B41FA5}">
                      <a16:colId xmlns:a16="http://schemas.microsoft.com/office/drawing/2014/main" val="2908209384"/>
                    </a:ext>
                  </a:extLst>
                </a:gridCol>
                <a:gridCol w="1219200">
                  <a:extLst>
                    <a:ext uri="{9D8B030D-6E8A-4147-A177-3AD203B41FA5}">
                      <a16:colId xmlns:a16="http://schemas.microsoft.com/office/drawing/2014/main" val="994738809"/>
                    </a:ext>
                  </a:extLst>
                </a:gridCol>
                <a:gridCol w="1219200">
                  <a:extLst>
                    <a:ext uri="{9D8B030D-6E8A-4147-A177-3AD203B41FA5}">
                      <a16:colId xmlns:a16="http://schemas.microsoft.com/office/drawing/2014/main" val="4177716130"/>
                    </a:ext>
                  </a:extLst>
                </a:gridCol>
              </a:tblGrid>
              <a:tr h="370840">
                <a:tc>
                  <a:txBody>
                    <a:bodyPr/>
                    <a:lstStyle/>
                    <a:p>
                      <a:pPr algn="ctr"/>
                      <a:endParaRPr lang="en-US" dirty="0"/>
                    </a:p>
                  </a:txBody>
                  <a:tcPr>
                    <a:lnR w="12700" cap="flat" cmpd="sng" algn="ctr">
                      <a:solidFill>
                        <a:schemeClr val="tx1"/>
                      </a:solidFill>
                      <a:prstDash val="solid"/>
                      <a:round/>
                      <a:headEnd type="none" w="med" len="med"/>
                      <a:tailEnd type="none" w="med" len="med"/>
                    </a:lnR>
                  </a:tcPr>
                </a:tc>
                <a:tc gridSpan="3">
                  <a:txBody>
                    <a:bodyPr/>
                    <a:lstStyle/>
                    <a:p>
                      <a:pPr algn="ctr"/>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dirty="0"/>
                    </a:p>
                  </a:txBody>
                  <a:tcPr/>
                </a:tc>
                <a:tc hMerge="1">
                  <a:txBody>
                    <a:bodyPr/>
                    <a:lstStyle/>
                    <a:p>
                      <a:endParaRPr lang="en-US" dirty="0"/>
                    </a:p>
                  </a:txBody>
                  <a:tcPr/>
                </a:tc>
                <a:tc>
                  <a:txBody>
                    <a:bodyPr/>
                    <a:lstStyle/>
                    <a:p>
                      <a:pPr algn="ctr"/>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29670587"/>
                  </a:ext>
                </a:extLst>
              </a:tr>
              <a:tr h="370840">
                <a:tc>
                  <a:txBody>
                    <a:bodyPr/>
                    <a:lstStyle/>
                    <a:p>
                      <a:r>
                        <a:rPr lang="en-US" dirty="0"/>
                        <a:t>Alternative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dirty="0"/>
                        <a:t>Solid Growth</a:t>
                      </a:r>
                    </a:p>
                    <a:p>
                      <a:pPr algn="ctr"/>
                      <a:r>
                        <a:rPr lang="en-US" dirty="0"/>
                        <a:t>50.0 %</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dirty="0"/>
                        <a:t>Stagnation </a:t>
                      </a:r>
                    </a:p>
                    <a:p>
                      <a:pPr algn="ctr"/>
                      <a:r>
                        <a:rPr lang="en-US" dirty="0"/>
                        <a:t>30.0 %</a:t>
                      </a:r>
                    </a:p>
                  </a:txBody>
                  <a:tcPr>
                    <a:lnB w="12700" cap="flat" cmpd="sng" algn="ctr">
                      <a:solidFill>
                        <a:schemeClr val="tx1"/>
                      </a:solidFill>
                      <a:prstDash val="solid"/>
                      <a:round/>
                      <a:headEnd type="none" w="med" len="med"/>
                      <a:tailEnd type="none" w="med" len="med"/>
                    </a:lnB>
                  </a:tcPr>
                </a:tc>
                <a:tc>
                  <a:txBody>
                    <a:bodyPr/>
                    <a:lstStyle/>
                    <a:p>
                      <a:pPr algn="ctr"/>
                      <a:r>
                        <a:rPr lang="en-US" dirty="0"/>
                        <a:t>Inflation</a:t>
                      </a:r>
                    </a:p>
                    <a:p>
                      <a:pPr algn="ctr"/>
                      <a:r>
                        <a:rPr lang="en-US" dirty="0"/>
                        <a:t>20.0 %</a:t>
                      </a:r>
                    </a:p>
                  </a:txBody>
                  <a:tcPr>
                    <a:lnB w="12700" cap="flat" cmpd="sng" algn="ctr">
                      <a:solidFill>
                        <a:schemeClr val="tx1"/>
                      </a:solidFill>
                      <a:prstDash val="solid"/>
                      <a:round/>
                      <a:headEnd type="none" w="med" len="med"/>
                      <a:tailEnd type="none" w="med" len="med"/>
                    </a:lnB>
                  </a:tcPr>
                </a:tc>
                <a:tc>
                  <a:txBody>
                    <a:bodyPr/>
                    <a:lstStyle/>
                    <a:p>
                      <a:pPr algn="ctr"/>
                      <a:r>
                        <a:rPr lang="en-US" dirty="0"/>
                        <a:t>Expected Value</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7583474"/>
                  </a:ext>
                </a:extLst>
              </a:tr>
              <a:tr h="370840">
                <a:tc>
                  <a:txBody>
                    <a:bodyPr/>
                    <a:lstStyle/>
                    <a:p>
                      <a:r>
                        <a:rPr lang="en-US" dirty="0"/>
                        <a:t>Bonds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dirty="0"/>
                        <a:t>12.0 %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dirty="0"/>
                        <a:t>6.0 %</a:t>
                      </a:r>
                    </a:p>
                  </a:txBody>
                  <a:tcPr>
                    <a:lnT w="12700" cap="flat" cmpd="sng" algn="ctr">
                      <a:solidFill>
                        <a:schemeClr val="tx1"/>
                      </a:solidFill>
                      <a:prstDash val="solid"/>
                      <a:round/>
                      <a:headEnd type="none" w="med" len="med"/>
                      <a:tailEnd type="none" w="med" len="med"/>
                    </a:lnT>
                  </a:tcPr>
                </a:tc>
                <a:tc>
                  <a:txBody>
                    <a:bodyPr/>
                    <a:lstStyle/>
                    <a:p>
                      <a:pPr algn="ctr"/>
                      <a:r>
                        <a:rPr lang="en-US" dirty="0"/>
                        <a:t>3.0 %</a:t>
                      </a:r>
                    </a:p>
                  </a:txBody>
                  <a:tcPr>
                    <a:lnT w="12700" cap="flat" cmpd="sng" algn="ctr">
                      <a:solidFill>
                        <a:schemeClr val="tx1"/>
                      </a:solidFill>
                      <a:prstDash val="solid"/>
                      <a:round/>
                      <a:headEnd type="none" w="med" len="med"/>
                      <a:tailEnd type="none" w="med" len="med"/>
                    </a:lnT>
                  </a:tcPr>
                </a:tc>
                <a:tc>
                  <a:txBody>
                    <a:bodyPr/>
                    <a:lstStyle/>
                    <a:p>
                      <a:pPr algn="ctr"/>
                      <a:r>
                        <a:rPr lang="en-US" dirty="0"/>
                        <a:t>8.4 %</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62111833"/>
                  </a:ext>
                </a:extLst>
              </a:tr>
              <a:tr h="370840">
                <a:tc>
                  <a:txBody>
                    <a:bodyPr/>
                    <a:lstStyle/>
                    <a:p>
                      <a:r>
                        <a:rPr lang="en-US" dirty="0"/>
                        <a:t>Stocks</a:t>
                      </a:r>
                    </a:p>
                  </a:txBody>
                  <a:tcPr>
                    <a:lnR w="12700" cap="flat" cmpd="sng" algn="ctr">
                      <a:solidFill>
                        <a:schemeClr val="tx1"/>
                      </a:solidFill>
                      <a:prstDash val="solid"/>
                      <a:round/>
                      <a:headEnd type="none" w="med" len="med"/>
                      <a:tailEnd type="none" w="med" len="med"/>
                    </a:lnR>
                  </a:tcPr>
                </a:tc>
                <a:tc>
                  <a:txBody>
                    <a:bodyPr/>
                    <a:lstStyle/>
                    <a:p>
                      <a:pPr algn="ctr"/>
                      <a:r>
                        <a:rPr lang="en-US" dirty="0"/>
                        <a:t>15.0 %</a:t>
                      </a:r>
                    </a:p>
                  </a:txBody>
                  <a:tcPr>
                    <a:lnL w="12700" cap="flat" cmpd="sng" algn="ctr">
                      <a:solidFill>
                        <a:schemeClr val="tx1"/>
                      </a:solidFill>
                      <a:prstDash val="solid"/>
                      <a:round/>
                      <a:headEnd type="none" w="med" len="med"/>
                      <a:tailEnd type="none" w="med" len="med"/>
                    </a:lnL>
                  </a:tcPr>
                </a:tc>
                <a:tc>
                  <a:txBody>
                    <a:bodyPr/>
                    <a:lstStyle/>
                    <a:p>
                      <a:pPr algn="ctr"/>
                      <a:r>
                        <a:rPr lang="en-US" dirty="0"/>
                        <a:t>3.0 %</a:t>
                      </a:r>
                    </a:p>
                  </a:txBody>
                  <a:tcPr/>
                </a:tc>
                <a:tc>
                  <a:txBody>
                    <a:bodyPr/>
                    <a:lstStyle/>
                    <a:p>
                      <a:pPr algn="ctr"/>
                      <a:r>
                        <a:rPr lang="en-US" dirty="0"/>
                        <a:t>-2.0 %</a:t>
                      </a:r>
                    </a:p>
                  </a:txBody>
                  <a:tcPr/>
                </a:tc>
                <a:tc>
                  <a:txBody>
                    <a:bodyPr/>
                    <a:lstStyle/>
                    <a:p>
                      <a:pPr algn="ctr"/>
                      <a:r>
                        <a:rPr lang="en-US" dirty="0"/>
                        <a:t>8.0 %</a:t>
                      </a:r>
                    </a:p>
                  </a:txBody>
                  <a:tcPr/>
                </a:tc>
                <a:extLst>
                  <a:ext uri="{0D108BD9-81ED-4DB2-BD59-A6C34878D82A}">
                    <a16:rowId xmlns:a16="http://schemas.microsoft.com/office/drawing/2014/main" val="2760939029"/>
                  </a:ext>
                </a:extLst>
              </a:tr>
              <a:tr h="370840">
                <a:tc>
                  <a:txBody>
                    <a:bodyPr/>
                    <a:lstStyle/>
                    <a:p>
                      <a:r>
                        <a:rPr lang="en-US" dirty="0"/>
                        <a:t>CDs</a:t>
                      </a:r>
                    </a:p>
                  </a:txBody>
                  <a:tcPr>
                    <a:lnR w="12700" cap="flat" cmpd="sng" algn="ctr">
                      <a:solidFill>
                        <a:schemeClr val="tx1"/>
                      </a:solidFill>
                      <a:prstDash val="solid"/>
                      <a:round/>
                      <a:headEnd type="none" w="med" len="med"/>
                      <a:tailEnd type="none" w="med" len="med"/>
                    </a:lnR>
                  </a:tcPr>
                </a:tc>
                <a:tc>
                  <a:txBody>
                    <a:bodyPr/>
                    <a:lstStyle/>
                    <a:p>
                      <a:pPr algn="ctr"/>
                      <a:r>
                        <a:rPr lang="en-US" dirty="0"/>
                        <a:t>6.5 %</a:t>
                      </a:r>
                    </a:p>
                  </a:txBody>
                  <a:tcPr>
                    <a:lnL w="12700" cap="flat" cmpd="sng" algn="ctr">
                      <a:solidFill>
                        <a:schemeClr val="tx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6.5 %</a:t>
                      </a:r>
                    </a:p>
                    <a:p>
                      <a:pPr algn="ctr"/>
                      <a:endParaRPr lang="en-US"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6.5 %</a:t>
                      </a:r>
                    </a:p>
                    <a:p>
                      <a:pPr algn="ctr"/>
                      <a:endParaRPr lang="en-US" dirty="0"/>
                    </a:p>
                  </a:txBody>
                  <a:tcPr/>
                </a:tc>
                <a:tc>
                  <a:txBody>
                    <a:bodyPr/>
                    <a:lstStyle/>
                    <a:p>
                      <a:pPr algn="ctr"/>
                      <a:r>
                        <a:rPr lang="en-US" dirty="0"/>
                        <a:t>6.5 %</a:t>
                      </a:r>
                    </a:p>
                  </a:txBody>
                  <a:tcPr/>
                </a:tc>
                <a:extLst>
                  <a:ext uri="{0D108BD9-81ED-4DB2-BD59-A6C34878D82A}">
                    <a16:rowId xmlns:a16="http://schemas.microsoft.com/office/drawing/2014/main" val="1644192821"/>
                  </a:ext>
                </a:extLst>
              </a:tr>
            </a:tbl>
          </a:graphicData>
        </a:graphic>
      </p:graphicFrame>
      <p:sp>
        <p:nvSpPr>
          <p:cNvPr id="2" name="TextBox 1">
            <a:extLst>
              <a:ext uri="{FF2B5EF4-FFF2-40B4-BE49-F238E27FC236}">
                <a16:creationId xmlns:a16="http://schemas.microsoft.com/office/drawing/2014/main" id="{846D3E48-9EDA-4A80-A80E-ECBCDC1F7E7C}"/>
              </a:ext>
            </a:extLst>
          </p:cNvPr>
          <p:cNvSpPr txBox="1"/>
          <p:nvPr/>
        </p:nvSpPr>
        <p:spPr>
          <a:xfrm>
            <a:off x="2572024" y="1144051"/>
            <a:ext cx="3552576" cy="369332"/>
          </a:xfrm>
          <a:prstGeom prst="rect">
            <a:avLst/>
          </a:prstGeom>
          <a:noFill/>
        </p:spPr>
        <p:txBody>
          <a:bodyPr wrap="square" rtlCol="0">
            <a:spAutoFit/>
          </a:bodyPr>
          <a:lstStyle/>
          <a:p>
            <a:r>
              <a:rPr lang="en-US" dirty="0"/>
              <a:t>Decision Under Risk and its Solution</a:t>
            </a:r>
          </a:p>
        </p:txBody>
      </p:sp>
    </p:spTree>
    <p:extLst>
      <p:ext uri="{BB962C8B-B14F-4D97-AF65-F5344CB8AC3E}">
        <p14:creationId xmlns:p14="http://schemas.microsoft.com/office/powerpoint/2010/main" val="2670027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A7E98FF-9B08-4ABE-BBC7-7E2156C59918}"/>
              </a:ext>
            </a:extLst>
          </p:cNvPr>
          <p:cNvGraphicFramePr>
            <a:graphicFrameLocks noGrp="1"/>
          </p:cNvGraphicFramePr>
          <p:nvPr/>
        </p:nvGraphicFramePr>
        <p:xfrm>
          <a:off x="3359696" y="2222034"/>
          <a:ext cx="4876800" cy="2392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644635308"/>
                    </a:ext>
                  </a:extLst>
                </a:gridCol>
                <a:gridCol w="1219200">
                  <a:extLst>
                    <a:ext uri="{9D8B030D-6E8A-4147-A177-3AD203B41FA5}">
                      <a16:colId xmlns:a16="http://schemas.microsoft.com/office/drawing/2014/main" val="1488498733"/>
                    </a:ext>
                  </a:extLst>
                </a:gridCol>
                <a:gridCol w="1219200">
                  <a:extLst>
                    <a:ext uri="{9D8B030D-6E8A-4147-A177-3AD203B41FA5}">
                      <a16:colId xmlns:a16="http://schemas.microsoft.com/office/drawing/2014/main" val="2908209384"/>
                    </a:ext>
                  </a:extLst>
                </a:gridCol>
                <a:gridCol w="1219200">
                  <a:extLst>
                    <a:ext uri="{9D8B030D-6E8A-4147-A177-3AD203B41FA5}">
                      <a16:colId xmlns:a16="http://schemas.microsoft.com/office/drawing/2014/main" val="994738809"/>
                    </a:ext>
                  </a:extLst>
                </a:gridCol>
              </a:tblGrid>
              <a:tr h="370840">
                <a:tc>
                  <a:txBody>
                    <a:bodyPr/>
                    <a:lstStyle/>
                    <a:p>
                      <a:pPr algn="ctr"/>
                      <a:endParaRPr lang="en-US" dirty="0"/>
                    </a:p>
                  </a:txBody>
                  <a:tcPr>
                    <a:lnR w="12700" cap="flat" cmpd="sng" algn="ctr">
                      <a:solidFill>
                        <a:schemeClr val="tx1"/>
                      </a:solidFill>
                      <a:prstDash val="solid"/>
                      <a:round/>
                      <a:headEnd type="none" w="med" len="med"/>
                      <a:tailEnd type="none" w="med" len="med"/>
                    </a:lnR>
                  </a:tcPr>
                </a:tc>
                <a:tc gridSpan="3">
                  <a:txBody>
                    <a:bodyPr/>
                    <a:lstStyle/>
                    <a:p>
                      <a:pPr algn="ctr"/>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dirty="0"/>
                    </a:p>
                  </a:txBody>
                  <a:tcPr/>
                </a:tc>
                <a:tc hMerge="1">
                  <a:txBody>
                    <a:bodyPr/>
                    <a:lstStyle/>
                    <a:p>
                      <a:endParaRPr lang="en-US" dirty="0"/>
                    </a:p>
                  </a:txBody>
                  <a:tcPr/>
                </a:tc>
                <a:extLst>
                  <a:ext uri="{0D108BD9-81ED-4DB2-BD59-A6C34878D82A}">
                    <a16:rowId xmlns:a16="http://schemas.microsoft.com/office/drawing/2014/main" val="729670587"/>
                  </a:ext>
                </a:extLst>
              </a:tr>
              <a:tr h="370840">
                <a:tc>
                  <a:txBody>
                    <a:bodyPr/>
                    <a:lstStyle/>
                    <a:p>
                      <a:r>
                        <a:rPr lang="en-US" dirty="0"/>
                        <a:t>Alternative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dirty="0"/>
                        <a:t>Yield</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dirty="0"/>
                        <a:t>Safety</a:t>
                      </a:r>
                    </a:p>
                  </a:txBody>
                  <a:tcPr>
                    <a:lnB w="12700" cap="flat" cmpd="sng" algn="ctr">
                      <a:solidFill>
                        <a:schemeClr val="tx1"/>
                      </a:solidFill>
                      <a:prstDash val="solid"/>
                      <a:round/>
                      <a:headEnd type="none" w="med" len="med"/>
                      <a:tailEnd type="none" w="med" len="med"/>
                    </a:lnB>
                  </a:tcPr>
                </a:tc>
                <a:tc>
                  <a:txBody>
                    <a:bodyPr/>
                    <a:lstStyle/>
                    <a:p>
                      <a:pPr algn="ctr"/>
                      <a:r>
                        <a:rPr lang="en-US" dirty="0"/>
                        <a:t>Liquidity</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7583474"/>
                  </a:ext>
                </a:extLst>
              </a:tr>
              <a:tr h="370840">
                <a:tc>
                  <a:txBody>
                    <a:bodyPr/>
                    <a:lstStyle/>
                    <a:p>
                      <a:r>
                        <a:rPr lang="en-US" dirty="0"/>
                        <a:t>Bonds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dirty="0"/>
                        <a:t>8.4 %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High</a:t>
                      </a:r>
                    </a:p>
                  </a:txBody>
                  <a:tcPr>
                    <a:lnT w="127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High</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162111833"/>
                  </a:ext>
                </a:extLst>
              </a:tr>
              <a:tr h="370840">
                <a:tc>
                  <a:txBody>
                    <a:bodyPr/>
                    <a:lstStyle/>
                    <a:p>
                      <a:r>
                        <a:rPr lang="en-US" dirty="0"/>
                        <a:t>Stocks</a:t>
                      </a:r>
                    </a:p>
                  </a:txBody>
                  <a:tcPr>
                    <a:lnR w="12700" cap="flat" cmpd="sng" algn="ctr">
                      <a:solidFill>
                        <a:schemeClr val="tx1"/>
                      </a:solidFill>
                      <a:prstDash val="solid"/>
                      <a:round/>
                      <a:headEnd type="none" w="med" len="med"/>
                      <a:tailEnd type="none" w="med" len="med"/>
                    </a:lnR>
                  </a:tcPr>
                </a:tc>
                <a:tc>
                  <a:txBody>
                    <a:bodyPr/>
                    <a:lstStyle/>
                    <a:p>
                      <a:pPr algn="ctr"/>
                      <a:r>
                        <a:rPr lang="en-US" dirty="0"/>
                        <a:t>8.0 %</a:t>
                      </a:r>
                    </a:p>
                  </a:txBody>
                  <a:tcPr>
                    <a:lnL w="12700" cap="flat" cmpd="sng" algn="ctr">
                      <a:solidFill>
                        <a:schemeClr val="tx1"/>
                      </a:solidFill>
                      <a:prstDash val="solid"/>
                      <a:round/>
                      <a:headEnd type="none" w="med" len="med"/>
                      <a:tailEnd type="none" w="med" len="med"/>
                    </a:lnL>
                  </a:tcPr>
                </a:tc>
                <a:tc>
                  <a:txBody>
                    <a:bodyPr/>
                    <a:lstStyle/>
                    <a:p>
                      <a:pPr algn="ctr"/>
                      <a:r>
                        <a:rPr lang="en-US" dirty="0"/>
                        <a:t>Low</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High</a:t>
                      </a:r>
                    </a:p>
                  </a:txBody>
                  <a:tcPr/>
                </a:tc>
                <a:extLst>
                  <a:ext uri="{0D108BD9-81ED-4DB2-BD59-A6C34878D82A}">
                    <a16:rowId xmlns:a16="http://schemas.microsoft.com/office/drawing/2014/main" val="2760939029"/>
                  </a:ext>
                </a:extLst>
              </a:tr>
              <a:tr h="370840">
                <a:tc>
                  <a:txBody>
                    <a:bodyPr/>
                    <a:lstStyle/>
                    <a:p>
                      <a:r>
                        <a:rPr lang="en-US" dirty="0"/>
                        <a:t>CDs</a:t>
                      </a:r>
                    </a:p>
                  </a:txBody>
                  <a:tcPr>
                    <a:lnR w="12700" cap="flat" cmpd="sng" algn="ctr">
                      <a:solidFill>
                        <a:schemeClr val="tx1"/>
                      </a:solidFill>
                      <a:prstDash val="solid"/>
                      <a:round/>
                      <a:headEnd type="none" w="med" len="med"/>
                      <a:tailEnd type="none" w="med" len="med"/>
                    </a:lnR>
                  </a:tcPr>
                </a:tc>
                <a:tc>
                  <a:txBody>
                    <a:bodyPr/>
                    <a:lstStyle/>
                    <a:p>
                      <a:pPr algn="ctr"/>
                      <a:r>
                        <a:rPr lang="en-US" dirty="0"/>
                        <a:t>6.5 %</a:t>
                      </a:r>
                    </a:p>
                  </a:txBody>
                  <a:tcPr>
                    <a:lnL w="12700" cap="flat" cmpd="sng" algn="ctr">
                      <a:solidFill>
                        <a:schemeClr val="tx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Very High</a:t>
                      </a:r>
                    </a:p>
                    <a:p>
                      <a:pPr algn="ctr"/>
                      <a:endParaRPr lang="en-US"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High</a:t>
                      </a:r>
                    </a:p>
                    <a:p>
                      <a:pPr algn="ctr"/>
                      <a:endParaRPr lang="en-US" dirty="0"/>
                    </a:p>
                  </a:txBody>
                  <a:tcPr/>
                </a:tc>
                <a:extLst>
                  <a:ext uri="{0D108BD9-81ED-4DB2-BD59-A6C34878D82A}">
                    <a16:rowId xmlns:a16="http://schemas.microsoft.com/office/drawing/2014/main" val="1644192821"/>
                  </a:ext>
                </a:extLst>
              </a:tr>
            </a:tbl>
          </a:graphicData>
        </a:graphic>
      </p:graphicFrame>
      <p:sp>
        <p:nvSpPr>
          <p:cNvPr id="2" name="TextBox 1">
            <a:extLst>
              <a:ext uri="{FF2B5EF4-FFF2-40B4-BE49-F238E27FC236}">
                <a16:creationId xmlns:a16="http://schemas.microsoft.com/office/drawing/2014/main" id="{F976DD36-6C04-4286-BD07-88F6833131BC}"/>
              </a:ext>
            </a:extLst>
          </p:cNvPr>
          <p:cNvSpPr txBox="1"/>
          <p:nvPr/>
        </p:nvSpPr>
        <p:spPr>
          <a:xfrm>
            <a:off x="2603612" y="623213"/>
            <a:ext cx="6984776" cy="923330"/>
          </a:xfrm>
          <a:prstGeom prst="rect">
            <a:avLst/>
          </a:prstGeom>
          <a:noFill/>
        </p:spPr>
        <p:txBody>
          <a:bodyPr wrap="square" rtlCol="0">
            <a:spAutoFit/>
          </a:bodyPr>
          <a:lstStyle/>
          <a:p>
            <a:pPr algn="just"/>
            <a:r>
              <a:rPr lang="en-US" dirty="0"/>
              <a:t>A simplified investment case of multiple goals (a decision situation in which alternative are evaluated with several, sometimes conflicting, goal) is shown in next table</a:t>
            </a:r>
          </a:p>
        </p:txBody>
      </p:sp>
      <p:sp>
        <p:nvSpPr>
          <p:cNvPr id="5" name="TextBox 4">
            <a:extLst>
              <a:ext uri="{FF2B5EF4-FFF2-40B4-BE49-F238E27FC236}">
                <a16:creationId xmlns:a16="http://schemas.microsoft.com/office/drawing/2014/main" id="{94E1EEE2-5C9C-4F3F-A1B6-DA81EB0D39DA}"/>
              </a:ext>
            </a:extLst>
          </p:cNvPr>
          <p:cNvSpPr txBox="1"/>
          <p:nvPr/>
        </p:nvSpPr>
        <p:spPr>
          <a:xfrm>
            <a:off x="2581272" y="4725145"/>
            <a:ext cx="7956376" cy="1200329"/>
          </a:xfrm>
          <a:prstGeom prst="rect">
            <a:avLst/>
          </a:prstGeom>
          <a:noFill/>
        </p:spPr>
        <p:txBody>
          <a:bodyPr wrap="square" rtlCol="0">
            <a:spAutoFit/>
          </a:bodyPr>
          <a:lstStyle/>
          <a:p>
            <a:pPr algn="just"/>
            <a:r>
              <a:rPr lang="en-US" dirty="0"/>
              <a:t>The three goals (criteria) are yield, safety, liquidity. This situation is under assumed certainty: that is, only one possible consequence is projected for each alternative; the more complex cases of risk or uncertainty could be considered. Some of the results are qualitative (e.g. low, high rather than numeric</a:t>
            </a:r>
          </a:p>
        </p:txBody>
      </p:sp>
    </p:spTree>
    <p:extLst>
      <p:ext uri="{BB962C8B-B14F-4D97-AF65-F5344CB8AC3E}">
        <p14:creationId xmlns:p14="http://schemas.microsoft.com/office/powerpoint/2010/main" val="26230513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4">
            <a:extLst>
              <a:ext uri="{FF2B5EF4-FFF2-40B4-BE49-F238E27FC236}">
                <a16:creationId xmlns:a16="http://schemas.microsoft.com/office/drawing/2014/main" id="{F85B35E9-4734-40ED-889C-7429D8F89321}"/>
              </a:ext>
            </a:extLst>
          </p:cNvPr>
          <p:cNvSpPr>
            <a:spLocks noChangeArrowheads="1"/>
          </p:cNvSpPr>
          <p:nvPr/>
        </p:nvSpPr>
        <p:spPr bwMode="auto">
          <a:xfrm>
            <a:off x="1703389" y="1267867"/>
            <a:ext cx="495961" cy="288925"/>
          </a:xfrm>
          <a:prstGeom prst="rightArrow">
            <a:avLst>
              <a:gd name="adj1" fmla="val 50000"/>
              <a:gd name="adj2" fmla="val 4368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7171" name="Text Box 5">
            <a:extLst>
              <a:ext uri="{FF2B5EF4-FFF2-40B4-BE49-F238E27FC236}">
                <a16:creationId xmlns:a16="http://schemas.microsoft.com/office/drawing/2014/main" id="{D1BB4B92-4834-453F-9EDF-123EE06713C8}"/>
              </a:ext>
            </a:extLst>
          </p:cNvPr>
          <p:cNvSpPr txBox="1">
            <a:spLocks noChangeArrowheads="1"/>
          </p:cNvSpPr>
          <p:nvPr/>
        </p:nvSpPr>
        <p:spPr bwMode="auto">
          <a:xfrm>
            <a:off x="2279651" y="1196430"/>
            <a:ext cx="8064822"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000"/>
              <a:t>The payoff table </a:t>
            </a:r>
          </a:p>
          <a:p>
            <a:pPr eaLnBrk="1" hangingPunct="1">
              <a:spcBef>
                <a:spcPct val="50000"/>
              </a:spcBef>
            </a:pPr>
            <a:r>
              <a:rPr lang="en-US" altLang="en-US" sz="2000"/>
              <a:t>A payoff table is a device a decision maker can use to summarize and organize information relevant to particular decision .</a:t>
            </a:r>
          </a:p>
          <a:p>
            <a:pPr eaLnBrk="1" hangingPunct="1">
              <a:spcBef>
                <a:spcPct val="50000"/>
              </a:spcBef>
            </a:pPr>
            <a:endParaRPr lang="en-US" altLang="en-US" sz="2000"/>
          </a:p>
          <a:p>
            <a:pPr eaLnBrk="1" hangingPunct="1">
              <a:spcBef>
                <a:spcPct val="50000"/>
              </a:spcBef>
            </a:pPr>
            <a:r>
              <a:rPr lang="en-US" altLang="en-US" sz="2000"/>
              <a:t>A payoff table includes :</a:t>
            </a:r>
          </a:p>
          <a:p>
            <a:pPr eaLnBrk="1" hangingPunct="1">
              <a:spcBef>
                <a:spcPct val="50000"/>
              </a:spcBef>
            </a:pPr>
            <a:r>
              <a:rPr lang="en-US" altLang="en-US" sz="2000"/>
              <a:t>1. A list of the alternatives .</a:t>
            </a:r>
          </a:p>
          <a:p>
            <a:pPr eaLnBrk="1" hangingPunct="1">
              <a:spcBef>
                <a:spcPct val="50000"/>
              </a:spcBef>
            </a:pPr>
            <a:r>
              <a:rPr lang="en-US" altLang="en-US" sz="2000"/>
              <a:t>2. The possible future state of nature .</a:t>
            </a:r>
          </a:p>
          <a:p>
            <a:pPr eaLnBrk="1" hangingPunct="1">
              <a:spcBef>
                <a:spcPct val="50000"/>
              </a:spcBef>
            </a:pPr>
            <a:r>
              <a:rPr lang="en-US" altLang="en-US" sz="2000"/>
              <a:t>3. The payoffs associated with each of the alternative/ state of nature combinations .</a:t>
            </a:r>
          </a:p>
          <a:p>
            <a:pPr eaLnBrk="1" hangingPunct="1">
              <a:spcBef>
                <a:spcPct val="50000"/>
              </a:spcBef>
            </a:pPr>
            <a:r>
              <a:rPr lang="en-US" altLang="en-US" sz="2000"/>
              <a:t>4. If probabilities for the state of nature are available, these can also be listed .</a:t>
            </a:r>
          </a:p>
          <a:p>
            <a:pPr eaLnBrk="1" hangingPunct="1">
              <a:spcBef>
                <a:spcPct val="50000"/>
              </a:spcBef>
            </a:pPr>
            <a:endParaRPr lang="en-US" altLang="en-US" sz="2000"/>
          </a:p>
        </p:txBody>
      </p:sp>
    </p:spTree>
    <p:extLst>
      <p:ext uri="{BB962C8B-B14F-4D97-AF65-F5344CB8AC3E}">
        <p14:creationId xmlns:p14="http://schemas.microsoft.com/office/powerpoint/2010/main" val="1069647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58904E0-F70F-1A4D-E62A-69C44C95D157}"/>
              </a:ext>
            </a:extLst>
          </p:cNvPr>
          <p:cNvSpPr>
            <a:spLocks noGrp="1" noChangeArrowheads="1"/>
          </p:cNvSpPr>
          <p:nvPr>
            <p:ph type="title"/>
          </p:nvPr>
        </p:nvSpPr>
        <p:spPr>
          <a:xfrm>
            <a:off x="3124200" y="1257300"/>
            <a:ext cx="5829300" cy="857250"/>
          </a:xfrm>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Payoff  Table  Analysis</a:t>
            </a:r>
          </a:p>
        </p:txBody>
      </p:sp>
      <p:sp>
        <p:nvSpPr>
          <p:cNvPr id="12291" name="Rectangle 3">
            <a:extLst>
              <a:ext uri="{FF2B5EF4-FFF2-40B4-BE49-F238E27FC236}">
                <a16:creationId xmlns:a16="http://schemas.microsoft.com/office/drawing/2014/main" id="{DA9AC07B-B807-EF7D-AAC4-FBFCD66631E9}"/>
              </a:ext>
            </a:extLst>
          </p:cNvPr>
          <p:cNvSpPr>
            <a:spLocks noGrp="1" noChangeArrowheads="1"/>
          </p:cNvSpPr>
          <p:nvPr>
            <p:ph idx="1"/>
          </p:nvPr>
        </p:nvSpPr>
        <p:spPr>
          <a:xfrm>
            <a:off x="1866900" y="2286000"/>
            <a:ext cx="7258050" cy="3200400"/>
          </a:xfrm>
          <a:noFill/>
          <a:ln/>
        </p:spPr>
        <p:txBody>
          <a:bodyPr>
            <a:normAutofit fontScale="92500" lnSpcReduction="10000"/>
          </a:bodyPr>
          <a:lstStyle/>
          <a:p>
            <a:pPr eaLnBrk="0" hangingPunct="0"/>
            <a:r>
              <a:rPr lang="en-US" altLang="zh-TW" b="1" dirty="0">
                <a:solidFill>
                  <a:srgbClr val="0070C0"/>
                </a:solidFill>
                <a:ea typeface="新細明體" panose="02020500000000000000" pitchFamily="18" charset="-120"/>
              </a:rPr>
              <a:t>Payoff Tables</a:t>
            </a:r>
          </a:p>
          <a:p>
            <a:pPr lvl="1" eaLnBrk="0" hangingPunct="0">
              <a:lnSpc>
                <a:spcPct val="40000"/>
              </a:lnSpc>
              <a:buFontTx/>
              <a:buNone/>
            </a:pPr>
            <a:endParaRPr lang="en-US" altLang="zh-TW" dirty="0">
              <a:ea typeface="新細明體" panose="02020500000000000000" pitchFamily="18" charset="-120"/>
            </a:endParaRPr>
          </a:p>
          <a:p>
            <a:pPr lvl="1" eaLnBrk="0" hangingPunct="0"/>
            <a:r>
              <a:rPr lang="en-US" altLang="zh-TW" dirty="0">
                <a:ea typeface="新細明體" panose="02020500000000000000" pitchFamily="18" charset="-120"/>
              </a:rPr>
              <a:t>Payoff table analysis can be applied when:</a:t>
            </a:r>
          </a:p>
          <a:p>
            <a:pPr lvl="2" eaLnBrk="0" hangingPunct="0"/>
            <a:r>
              <a:rPr lang="en-US" altLang="zh-TW" dirty="0">
                <a:ea typeface="新細明體" panose="02020500000000000000" pitchFamily="18" charset="-120"/>
              </a:rPr>
              <a:t>There is a </a:t>
            </a:r>
            <a:r>
              <a:rPr lang="en-US" altLang="zh-TW" b="1" dirty="0">
                <a:solidFill>
                  <a:srgbClr val="0070C0"/>
                </a:solidFill>
                <a:ea typeface="新細明體" panose="02020500000000000000" pitchFamily="18" charset="-120"/>
              </a:rPr>
              <a:t>finite</a:t>
            </a:r>
            <a:r>
              <a:rPr lang="en-US" altLang="zh-TW" dirty="0">
                <a:ea typeface="新細明體" panose="02020500000000000000" pitchFamily="18" charset="-120"/>
              </a:rPr>
              <a:t> set of </a:t>
            </a:r>
            <a:r>
              <a:rPr lang="en-US" altLang="zh-TW" b="1" dirty="0">
                <a:solidFill>
                  <a:srgbClr val="0070C0"/>
                </a:solidFill>
                <a:ea typeface="新細明體" panose="02020500000000000000" pitchFamily="18" charset="-120"/>
              </a:rPr>
              <a:t>discrete</a:t>
            </a:r>
            <a:r>
              <a:rPr lang="en-US" altLang="zh-TW" dirty="0">
                <a:ea typeface="新細明體" panose="02020500000000000000" pitchFamily="18" charset="-120"/>
              </a:rPr>
              <a:t> decision alternatives.</a:t>
            </a:r>
          </a:p>
          <a:p>
            <a:pPr lvl="2" eaLnBrk="0" hangingPunct="0"/>
            <a:r>
              <a:rPr lang="en-US" altLang="zh-TW" dirty="0">
                <a:ea typeface="新細明體" panose="02020500000000000000" pitchFamily="18" charset="-120"/>
              </a:rPr>
              <a:t>The outcome of a decision is a function of a single future event.</a:t>
            </a:r>
          </a:p>
          <a:p>
            <a:pPr lvl="1" eaLnBrk="0" hangingPunct="0">
              <a:lnSpc>
                <a:spcPct val="110000"/>
              </a:lnSpc>
            </a:pPr>
            <a:r>
              <a:rPr lang="en-US" altLang="zh-TW" dirty="0">
                <a:ea typeface="新細明體" panose="02020500000000000000" pitchFamily="18" charset="-120"/>
              </a:rPr>
              <a:t>In a Payoff table -</a:t>
            </a:r>
          </a:p>
          <a:p>
            <a:pPr lvl="2" eaLnBrk="0" hangingPunct="0"/>
            <a:r>
              <a:rPr lang="en-US" altLang="zh-TW" dirty="0">
                <a:solidFill>
                  <a:srgbClr val="FF0000"/>
                </a:solidFill>
                <a:ea typeface="新細明體" panose="02020500000000000000" pitchFamily="18" charset="-120"/>
              </a:rPr>
              <a:t>The rows correspond to the possible decision alternatives</a:t>
            </a:r>
            <a:r>
              <a:rPr lang="en-US" altLang="zh-TW" dirty="0">
                <a:ea typeface="新細明體" panose="02020500000000000000" pitchFamily="18" charset="-120"/>
              </a:rPr>
              <a:t>.</a:t>
            </a:r>
          </a:p>
          <a:p>
            <a:pPr lvl="2" eaLnBrk="0" hangingPunct="0"/>
            <a:r>
              <a:rPr lang="en-US" altLang="zh-TW" b="1" dirty="0">
                <a:solidFill>
                  <a:srgbClr val="FF0000"/>
                </a:solidFill>
                <a:ea typeface="新細明體" panose="02020500000000000000" pitchFamily="18" charset="-120"/>
              </a:rPr>
              <a:t>The columns correspond to the possible future events.</a:t>
            </a:r>
          </a:p>
          <a:p>
            <a:pPr lvl="2" eaLnBrk="0" hangingPunct="0"/>
            <a:r>
              <a:rPr lang="en-US" altLang="zh-TW" dirty="0">
                <a:ea typeface="新細明體" panose="02020500000000000000" pitchFamily="18" charset="-120"/>
              </a:rPr>
              <a:t>Events (</a:t>
            </a:r>
            <a:r>
              <a:rPr lang="en-US" altLang="zh-TW" i="1" dirty="0">
                <a:ea typeface="新細明體" panose="02020500000000000000" pitchFamily="18" charset="-120"/>
              </a:rPr>
              <a:t>states of nature</a:t>
            </a:r>
            <a:r>
              <a:rPr lang="en-US" altLang="zh-TW" dirty="0">
                <a:ea typeface="新細明體" panose="02020500000000000000" pitchFamily="18" charset="-120"/>
              </a:rPr>
              <a:t>) are mutually exclusive and collectively exhaustive.</a:t>
            </a:r>
          </a:p>
          <a:p>
            <a:pPr lvl="2" eaLnBrk="0" hangingPunct="0"/>
            <a:r>
              <a:rPr lang="en-US" altLang="zh-TW" b="1" dirty="0">
                <a:solidFill>
                  <a:srgbClr val="0070C0"/>
                </a:solidFill>
                <a:ea typeface="新細明體" panose="02020500000000000000" pitchFamily="18" charset="-120"/>
              </a:rPr>
              <a:t>The table entries are the payoffs.</a:t>
            </a:r>
          </a:p>
        </p:txBody>
      </p:sp>
    </p:spTree>
    <p:extLst>
      <p:ext uri="{BB962C8B-B14F-4D97-AF65-F5344CB8AC3E}">
        <p14:creationId xmlns:p14="http://schemas.microsoft.com/office/powerpoint/2010/main" val="15390663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4">
            <a:extLst>
              <a:ext uri="{FF2B5EF4-FFF2-40B4-BE49-F238E27FC236}">
                <a16:creationId xmlns:a16="http://schemas.microsoft.com/office/drawing/2014/main" id="{DFF87E26-357E-4D79-9225-8F0273C581A6}"/>
              </a:ext>
            </a:extLst>
          </p:cNvPr>
          <p:cNvSpPr>
            <a:spLocks noChangeArrowheads="1"/>
          </p:cNvSpPr>
          <p:nvPr/>
        </p:nvSpPr>
        <p:spPr bwMode="auto">
          <a:xfrm>
            <a:off x="1703389" y="260351"/>
            <a:ext cx="504825" cy="288925"/>
          </a:xfrm>
          <a:prstGeom prst="rightArrow">
            <a:avLst>
              <a:gd name="adj1" fmla="val 50000"/>
              <a:gd name="adj2" fmla="val 4368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8195" name="Text Box 5">
            <a:extLst>
              <a:ext uri="{FF2B5EF4-FFF2-40B4-BE49-F238E27FC236}">
                <a16:creationId xmlns:a16="http://schemas.microsoft.com/office/drawing/2014/main" id="{B6AB4B5C-42F4-4A18-9DFE-354F53826C82}"/>
              </a:ext>
            </a:extLst>
          </p:cNvPr>
          <p:cNvSpPr txBox="1">
            <a:spLocks noChangeArrowheads="1"/>
          </p:cNvSpPr>
          <p:nvPr/>
        </p:nvSpPr>
        <p:spPr bwMode="auto">
          <a:xfrm>
            <a:off x="2424113" y="188913"/>
            <a:ext cx="79930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Table :     General format of a decision table .</a:t>
            </a:r>
          </a:p>
        </p:txBody>
      </p:sp>
      <p:sp>
        <p:nvSpPr>
          <p:cNvPr id="8196" name="Rectangle 6">
            <a:extLst>
              <a:ext uri="{FF2B5EF4-FFF2-40B4-BE49-F238E27FC236}">
                <a16:creationId xmlns:a16="http://schemas.microsoft.com/office/drawing/2014/main" id="{D13DE28E-C473-49B4-BB9E-5BDD12CF735E}"/>
              </a:ext>
            </a:extLst>
          </p:cNvPr>
          <p:cNvSpPr>
            <a:spLocks noChangeArrowheads="1"/>
          </p:cNvSpPr>
          <p:nvPr/>
        </p:nvSpPr>
        <p:spPr bwMode="auto">
          <a:xfrm>
            <a:off x="3359150" y="1052513"/>
            <a:ext cx="2952750" cy="18716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8197" name="Line 7">
            <a:extLst>
              <a:ext uri="{FF2B5EF4-FFF2-40B4-BE49-F238E27FC236}">
                <a16:creationId xmlns:a16="http://schemas.microsoft.com/office/drawing/2014/main" id="{80BA77FC-5A6F-4C31-8752-7BE8ABB75FED}"/>
              </a:ext>
            </a:extLst>
          </p:cNvPr>
          <p:cNvSpPr>
            <a:spLocks noChangeShapeType="1"/>
          </p:cNvSpPr>
          <p:nvPr/>
        </p:nvSpPr>
        <p:spPr bwMode="auto">
          <a:xfrm>
            <a:off x="4079875" y="1052513"/>
            <a:ext cx="0" cy="1871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8" name="Line 8">
            <a:extLst>
              <a:ext uri="{FF2B5EF4-FFF2-40B4-BE49-F238E27FC236}">
                <a16:creationId xmlns:a16="http://schemas.microsoft.com/office/drawing/2014/main" id="{A711969E-AB4C-4BD5-A6FF-2E3A0109EB89}"/>
              </a:ext>
            </a:extLst>
          </p:cNvPr>
          <p:cNvSpPr>
            <a:spLocks noChangeShapeType="1"/>
          </p:cNvSpPr>
          <p:nvPr/>
        </p:nvSpPr>
        <p:spPr bwMode="auto">
          <a:xfrm>
            <a:off x="4800600" y="1052513"/>
            <a:ext cx="0" cy="1871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9" name="Line 9">
            <a:extLst>
              <a:ext uri="{FF2B5EF4-FFF2-40B4-BE49-F238E27FC236}">
                <a16:creationId xmlns:a16="http://schemas.microsoft.com/office/drawing/2014/main" id="{FB46579A-D428-4EC2-BDF1-AB11C479C328}"/>
              </a:ext>
            </a:extLst>
          </p:cNvPr>
          <p:cNvSpPr>
            <a:spLocks noChangeShapeType="1"/>
          </p:cNvSpPr>
          <p:nvPr/>
        </p:nvSpPr>
        <p:spPr bwMode="auto">
          <a:xfrm>
            <a:off x="5519738" y="1052513"/>
            <a:ext cx="0" cy="1871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0" name="Line 10">
            <a:extLst>
              <a:ext uri="{FF2B5EF4-FFF2-40B4-BE49-F238E27FC236}">
                <a16:creationId xmlns:a16="http://schemas.microsoft.com/office/drawing/2014/main" id="{B47A653A-1305-44DC-92FC-EAEAB75CADA9}"/>
              </a:ext>
            </a:extLst>
          </p:cNvPr>
          <p:cNvSpPr>
            <a:spLocks noChangeShapeType="1"/>
          </p:cNvSpPr>
          <p:nvPr/>
        </p:nvSpPr>
        <p:spPr bwMode="auto">
          <a:xfrm>
            <a:off x="3359150" y="1557338"/>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1" name="Line 11">
            <a:extLst>
              <a:ext uri="{FF2B5EF4-FFF2-40B4-BE49-F238E27FC236}">
                <a16:creationId xmlns:a16="http://schemas.microsoft.com/office/drawing/2014/main" id="{A4FC2DD8-F150-4C6D-A5D4-E5AD497CC4BB}"/>
              </a:ext>
            </a:extLst>
          </p:cNvPr>
          <p:cNvSpPr>
            <a:spLocks noChangeShapeType="1"/>
          </p:cNvSpPr>
          <p:nvPr/>
        </p:nvSpPr>
        <p:spPr bwMode="auto">
          <a:xfrm>
            <a:off x="3359150" y="2060575"/>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Line 12">
            <a:extLst>
              <a:ext uri="{FF2B5EF4-FFF2-40B4-BE49-F238E27FC236}">
                <a16:creationId xmlns:a16="http://schemas.microsoft.com/office/drawing/2014/main" id="{CD1DF51A-6E90-4CEA-8A6F-883803FEA92C}"/>
              </a:ext>
            </a:extLst>
          </p:cNvPr>
          <p:cNvSpPr>
            <a:spLocks noChangeShapeType="1"/>
          </p:cNvSpPr>
          <p:nvPr/>
        </p:nvSpPr>
        <p:spPr bwMode="auto">
          <a:xfrm>
            <a:off x="3359150" y="2492375"/>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3" name="Text Box 13">
            <a:extLst>
              <a:ext uri="{FF2B5EF4-FFF2-40B4-BE49-F238E27FC236}">
                <a16:creationId xmlns:a16="http://schemas.microsoft.com/office/drawing/2014/main" id="{6D9BF3D2-1196-4EC0-94B3-9F61AF3792D4}"/>
              </a:ext>
            </a:extLst>
          </p:cNvPr>
          <p:cNvSpPr txBox="1">
            <a:spLocks noChangeArrowheads="1"/>
          </p:cNvSpPr>
          <p:nvPr/>
        </p:nvSpPr>
        <p:spPr bwMode="auto">
          <a:xfrm>
            <a:off x="3792538" y="692151"/>
            <a:ext cx="237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State of nature</a:t>
            </a:r>
          </a:p>
        </p:txBody>
      </p:sp>
      <p:sp>
        <p:nvSpPr>
          <p:cNvPr id="8204" name="Text Box 14">
            <a:extLst>
              <a:ext uri="{FF2B5EF4-FFF2-40B4-BE49-F238E27FC236}">
                <a16:creationId xmlns:a16="http://schemas.microsoft.com/office/drawing/2014/main" id="{EE60830A-150E-48AA-A179-42F4A09AA7FB}"/>
              </a:ext>
            </a:extLst>
          </p:cNvPr>
          <p:cNvSpPr txBox="1">
            <a:spLocks noChangeArrowheads="1"/>
          </p:cNvSpPr>
          <p:nvPr/>
        </p:nvSpPr>
        <p:spPr bwMode="auto">
          <a:xfrm>
            <a:off x="1774825" y="1773238"/>
            <a:ext cx="1441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alternatives</a:t>
            </a:r>
          </a:p>
        </p:txBody>
      </p:sp>
      <p:sp>
        <p:nvSpPr>
          <p:cNvPr id="8205" name="Text Box 16">
            <a:extLst>
              <a:ext uri="{FF2B5EF4-FFF2-40B4-BE49-F238E27FC236}">
                <a16:creationId xmlns:a16="http://schemas.microsoft.com/office/drawing/2014/main" id="{83151FC6-2176-4E34-947F-50C7EB397B81}"/>
              </a:ext>
            </a:extLst>
          </p:cNvPr>
          <p:cNvSpPr txBox="1">
            <a:spLocks noChangeArrowheads="1"/>
          </p:cNvSpPr>
          <p:nvPr/>
        </p:nvSpPr>
        <p:spPr bwMode="auto">
          <a:xfrm>
            <a:off x="4079876" y="16287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V</a:t>
            </a:r>
            <a:r>
              <a:rPr lang="en-US" altLang="en-US" sz="1400"/>
              <a:t>11</a:t>
            </a:r>
          </a:p>
        </p:txBody>
      </p:sp>
      <p:sp>
        <p:nvSpPr>
          <p:cNvPr id="8206" name="Text Box 17">
            <a:extLst>
              <a:ext uri="{FF2B5EF4-FFF2-40B4-BE49-F238E27FC236}">
                <a16:creationId xmlns:a16="http://schemas.microsoft.com/office/drawing/2014/main" id="{62862757-DF72-4E79-8F9E-778881A5325E}"/>
              </a:ext>
            </a:extLst>
          </p:cNvPr>
          <p:cNvSpPr txBox="1">
            <a:spLocks noChangeArrowheads="1"/>
          </p:cNvSpPr>
          <p:nvPr/>
        </p:nvSpPr>
        <p:spPr bwMode="auto">
          <a:xfrm>
            <a:off x="4800601" y="16287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V</a:t>
            </a:r>
            <a:r>
              <a:rPr lang="en-US" altLang="en-US" sz="1400"/>
              <a:t>12</a:t>
            </a:r>
          </a:p>
        </p:txBody>
      </p:sp>
      <p:sp>
        <p:nvSpPr>
          <p:cNvPr id="8207" name="Text Box 18">
            <a:extLst>
              <a:ext uri="{FF2B5EF4-FFF2-40B4-BE49-F238E27FC236}">
                <a16:creationId xmlns:a16="http://schemas.microsoft.com/office/drawing/2014/main" id="{CEB0B120-F0E5-47B7-966F-A2DAA2DD6564}"/>
              </a:ext>
            </a:extLst>
          </p:cNvPr>
          <p:cNvSpPr txBox="1">
            <a:spLocks noChangeArrowheads="1"/>
          </p:cNvSpPr>
          <p:nvPr/>
        </p:nvSpPr>
        <p:spPr bwMode="auto">
          <a:xfrm>
            <a:off x="5519739" y="16287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V</a:t>
            </a:r>
            <a:r>
              <a:rPr lang="en-US" altLang="en-US" sz="1400"/>
              <a:t>13</a:t>
            </a:r>
          </a:p>
        </p:txBody>
      </p:sp>
      <p:sp>
        <p:nvSpPr>
          <p:cNvPr id="8208" name="Text Box 19">
            <a:extLst>
              <a:ext uri="{FF2B5EF4-FFF2-40B4-BE49-F238E27FC236}">
                <a16:creationId xmlns:a16="http://schemas.microsoft.com/office/drawing/2014/main" id="{768B0F1E-F01F-471A-B0C2-3054A4497935}"/>
              </a:ext>
            </a:extLst>
          </p:cNvPr>
          <p:cNvSpPr txBox="1">
            <a:spLocks noChangeArrowheads="1"/>
          </p:cNvSpPr>
          <p:nvPr/>
        </p:nvSpPr>
        <p:spPr bwMode="auto">
          <a:xfrm>
            <a:off x="4079876" y="20605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V</a:t>
            </a:r>
            <a:r>
              <a:rPr lang="en-US" altLang="en-US" sz="1400"/>
              <a:t>21</a:t>
            </a:r>
          </a:p>
        </p:txBody>
      </p:sp>
      <p:sp>
        <p:nvSpPr>
          <p:cNvPr id="8209" name="Text Box 20">
            <a:extLst>
              <a:ext uri="{FF2B5EF4-FFF2-40B4-BE49-F238E27FC236}">
                <a16:creationId xmlns:a16="http://schemas.microsoft.com/office/drawing/2014/main" id="{5EC1079D-B6FA-426F-BA4B-0138F7BB9595}"/>
              </a:ext>
            </a:extLst>
          </p:cNvPr>
          <p:cNvSpPr txBox="1">
            <a:spLocks noChangeArrowheads="1"/>
          </p:cNvSpPr>
          <p:nvPr/>
        </p:nvSpPr>
        <p:spPr bwMode="auto">
          <a:xfrm>
            <a:off x="4800601" y="20605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V</a:t>
            </a:r>
            <a:r>
              <a:rPr lang="en-US" altLang="en-US" sz="1400"/>
              <a:t>22</a:t>
            </a:r>
          </a:p>
        </p:txBody>
      </p:sp>
      <p:sp>
        <p:nvSpPr>
          <p:cNvPr id="8210" name="Text Box 21">
            <a:extLst>
              <a:ext uri="{FF2B5EF4-FFF2-40B4-BE49-F238E27FC236}">
                <a16:creationId xmlns:a16="http://schemas.microsoft.com/office/drawing/2014/main" id="{B2D55C99-A23D-4EC9-8B74-B0864C5653C7}"/>
              </a:ext>
            </a:extLst>
          </p:cNvPr>
          <p:cNvSpPr txBox="1">
            <a:spLocks noChangeArrowheads="1"/>
          </p:cNvSpPr>
          <p:nvPr/>
        </p:nvSpPr>
        <p:spPr bwMode="auto">
          <a:xfrm>
            <a:off x="5519739" y="20605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V</a:t>
            </a:r>
            <a:r>
              <a:rPr lang="en-US" altLang="en-US" sz="1400"/>
              <a:t>23</a:t>
            </a:r>
          </a:p>
        </p:txBody>
      </p:sp>
      <p:sp>
        <p:nvSpPr>
          <p:cNvPr id="8211" name="Text Box 22">
            <a:extLst>
              <a:ext uri="{FF2B5EF4-FFF2-40B4-BE49-F238E27FC236}">
                <a16:creationId xmlns:a16="http://schemas.microsoft.com/office/drawing/2014/main" id="{69190D24-2273-40E9-9B82-8AD9F5F8C52E}"/>
              </a:ext>
            </a:extLst>
          </p:cNvPr>
          <p:cNvSpPr txBox="1">
            <a:spLocks noChangeArrowheads="1"/>
          </p:cNvSpPr>
          <p:nvPr/>
        </p:nvSpPr>
        <p:spPr bwMode="auto">
          <a:xfrm>
            <a:off x="4079876" y="24923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V</a:t>
            </a:r>
            <a:r>
              <a:rPr lang="en-US" altLang="en-US" sz="1400"/>
              <a:t>31</a:t>
            </a:r>
          </a:p>
        </p:txBody>
      </p:sp>
      <p:sp>
        <p:nvSpPr>
          <p:cNvPr id="8212" name="Text Box 23">
            <a:extLst>
              <a:ext uri="{FF2B5EF4-FFF2-40B4-BE49-F238E27FC236}">
                <a16:creationId xmlns:a16="http://schemas.microsoft.com/office/drawing/2014/main" id="{6323B3E2-78D2-47DE-A7EE-5E3431D69AB5}"/>
              </a:ext>
            </a:extLst>
          </p:cNvPr>
          <p:cNvSpPr txBox="1">
            <a:spLocks noChangeArrowheads="1"/>
          </p:cNvSpPr>
          <p:nvPr/>
        </p:nvSpPr>
        <p:spPr bwMode="auto">
          <a:xfrm>
            <a:off x="4800601" y="24923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V</a:t>
            </a:r>
            <a:r>
              <a:rPr lang="en-US" altLang="en-US" sz="1400"/>
              <a:t>32</a:t>
            </a:r>
          </a:p>
        </p:txBody>
      </p:sp>
      <p:sp>
        <p:nvSpPr>
          <p:cNvPr id="8213" name="Text Box 24">
            <a:extLst>
              <a:ext uri="{FF2B5EF4-FFF2-40B4-BE49-F238E27FC236}">
                <a16:creationId xmlns:a16="http://schemas.microsoft.com/office/drawing/2014/main" id="{95443F81-ED4A-45C9-95CE-FBB70B0FBEC9}"/>
              </a:ext>
            </a:extLst>
          </p:cNvPr>
          <p:cNvSpPr txBox="1">
            <a:spLocks noChangeArrowheads="1"/>
          </p:cNvSpPr>
          <p:nvPr/>
        </p:nvSpPr>
        <p:spPr bwMode="auto">
          <a:xfrm>
            <a:off x="5519739" y="24923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V</a:t>
            </a:r>
            <a:r>
              <a:rPr lang="en-US" altLang="en-US" sz="1400"/>
              <a:t>33</a:t>
            </a:r>
          </a:p>
        </p:txBody>
      </p:sp>
      <p:sp>
        <p:nvSpPr>
          <p:cNvPr id="8214" name="Text Box 25">
            <a:extLst>
              <a:ext uri="{FF2B5EF4-FFF2-40B4-BE49-F238E27FC236}">
                <a16:creationId xmlns:a16="http://schemas.microsoft.com/office/drawing/2014/main" id="{F75DEC9A-899D-49F8-A306-65BB6679EC8E}"/>
              </a:ext>
            </a:extLst>
          </p:cNvPr>
          <p:cNvSpPr txBox="1">
            <a:spLocks noChangeArrowheads="1"/>
          </p:cNvSpPr>
          <p:nvPr/>
        </p:nvSpPr>
        <p:spPr bwMode="auto">
          <a:xfrm>
            <a:off x="3359151" y="16287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A</a:t>
            </a:r>
          </a:p>
        </p:txBody>
      </p:sp>
      <p:sp>
        <p:nvSpPr>
          <p:cNvPr id="8215" name="Text Box 26">
            <a:extLst>
              <a:ext uri="{FF2B5EF4-FFF2-40B4-BE49-F238E27FC236}">
                <a16:creationId xmlns:a16="http://schemas.microsoft.com/office/drawing/2014/main" id="{793B4F60-EED5-4B10-A434-41D3AD6D645F}"/>
              </a:ext>
            </a:extLst>
          </p:cNvPr>
          <p:cNvSpPr txBox="1">
            <a:spLocks noChangeArrowheads="1"/>
          </p:cNvSpPr>
          <p:nvPr/>
        </p:nvSpPr>
        <p:spPr bwMode="auto">
          <a:xfrm>
            <a:off x="3359151" y="20605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8216" name="Text Box 27">
            <a:extLst>
              <a:ext uri="{FF2B5EF4-FFF2-40B4-BE49-F238E27FC236}">
                <a16:creationId xmlns:a16="http://schemas.microsoft.com/office/drawing/2014/main" id="{C1B70225-90FF-48CF-AB5D-509817AACE91}"/>
              </a:ext>
            </a:extLst>
          </p:cNvPr>
          <p:cNvSpPr txBox="1">
            <a:spLocks noChangeArrowheads="1"/>
          </p:cNvSpPr>
          <p:nvPr/>
        </p:nvSpPr>
        <p:spPr bwMode="auto">
          <a:xfrm>
            <a:off x="3359151" y="249237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C</a:t>
            </a:r>
          </a:p>
        </p:txBody>
      </p:sp>
      <p:sp>
        <p:nvSpPr>
          <p:cNvPr id="8217" name="Text Box 28">
            <a:extLst>
              <a:ext uri="{FF2B5EF4-FFF2-40B4-BE49-F238E27FC236}">
                <a16:creationId xmlns:a16="http://schemas.microsoft.com/office/drawing/2014/main" id="{9176A231-830A-4C3F-91FA-DE50F22FA3BF}"/>
              </a:ext>
            </a:extLst>
          </p:cNvPr>
          <p:cNvSpPr txBox="1">
            <a:spLocks noChangeArrowheads="1"/>
          </p:cNvSpPr>
          <p:nvPr/>
        </p:nvSpPr>
        <p:spPr bwMode="auto">
          <a:xfrm>
            <a:off x="4079876" y="11255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S1</a:t>
            </a:r>
          </a:p>
        </p:txBody>
      </p:sp>
      <p:sp>
        <p:nvSpPr>
          <p:cNvPr id="8218" name="Text Box 29">
            <a:extLst>
              <a:ext uri="{FF2B5EF4-FFF2-40B4-BE49-F238E27FC236}">
                <a16:creationId xmlns:a16="http://schemas.microsoft.com/office/drawing/2014/main" id="{B17B339A-2ECC-4114-87C9-E7B498B81929}"/>
              </a:ext>
            </a:extLst>
          </p:cNvPr>
          <p:cNvSpPr txBox="1">
            <a:spLocks noChangeArrowheads="1"/>
          </p:cNvSpPr>
          <p:nvPr/>
        </p:nvSpPr>
        <p:spPr bwMode="auto">
          <a:xfrm>
            <a:off x="4800601" y="11255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S2</a:t>
            </a:r>
          </a:p>
        </p:txBody>
      </p:sp>
      <p:sp>
        <p:nvSpPr>
          <p:cNvPr id="8219" name="Text Box 30">
            <a:extLst>
              <a:ext uri="{FF2B5EF4-FFF2-40B4-BE49-F238E27FC236}">
                <a16:creationId xmlns:a16="http://schemas.microsoft.com/office/drawing/2014/main" id="{0A319225-E5A5-447E-A4DB-2D7E2561A784}"/>
              </a:ext>
            </a:extLst>
          </p:cNvPr>
          <p:cNvSpPr txBox="1">
            <a:spLocks noChangeArrowheads="1"/>
          </p:cNvSpPr>
          <p:nvPr/>
        </p:nvSpPr>
        <p:spPr bwMode="auto">
          <a:xfrm>
            <a:off x="5519739" y="11255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S3</a:t>
            </a:r>
          </a:p>
        </p:txBody>
      </p:sp>
      <p:sp>
        <p:nvSpPr>
          <p:cNvPr id="8220" name="Text Box 31">
            <a:extLst>
              <a:ext uri="{FF2B5EF4-FFF2-40B4-BE49-F238E27FC236}">
                <a16:creationId xmlns:a16="http://schemas.microsoft.com/office/drawing/2014/main" id="{82401508-17F1-48BC-B7E0-4E4BC4C5188F}"/>
              </a:ext>
            </a:extLst>
          </p:cNvPr>
          <p:cNvSpPr txBox="1">
            <a:spLocks noChangeArrowheads="1"/>
          </p:cNvSpPr>
          <p:nvPr/>
        </p:nvSpPr>
        <p:spPr bwMode="auto">
          <a:xfrm>
            <a:off x="2135188" y="3213100"/>
            <a:ext cx="8208962"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Where :</a:t>
            </a:r>
          </a:p>
          <a:p>
            <a:pPr eaLnBrk="1" hangingPunct="1">
              <a:spcBef>
                <a:spcPct val="50000"/>
              </a:spcBef>
            </a:pPr>
            <a:r>
              <a:rPr lang="en-US" altLang="en-US" dirty="0"/>
              <a:t>A , B , C   = alternatives. </a:t>
            </a:r>
          </a:p>
          <a:p>
            <a:pPr eaLnBrk="1" hangingPunct="1">
              <a:spcBef>
                <a:spcPct val="50000"/>
              </a:spcBef>
            </a:pPr>
            <a:r>
              <a:rPr lang="en-US" altLang="en-US" dirty="0"/>
              <a:t>     S</a:t>
            </a:r>
            <a:r>
              <a:rPr lang="en-US" altLang="en-US" sz="1400" dirty="0"/>
              <a:t>n       </a:t>
            </a:r>
            <a:r>
              <a:rPr lang="en-US" altLang="en-US" dirty="0"/>
              <a:t>  = the n </a:t>
            </a:r>
            <a:r>
              <a:rPr lang="en-US" altLang="en-US" dirty="0" err="1"/>
              <a:t>th</a:t>
            </a:r>
            <a:r>
              <a:rPr lang="en-US" altLang="en-US" dirty="0"/>
              <a:t> state of nature.</a:t>
            </a:r>
          </a:p>
          <a:p>
            <a:pPr eaLnBrk="1" hangingPunct="1">
              <a:spcBef>
                <a:spcPct val="50000"/>
              </a:spcBef>
            </a:pPr>
            <a:r>
              <a:rPr lang="en-US" altLang="en-US" dirty="0"/>
              <a:t>    </a:t>
            </a:r>
            <a:r>
              <a:rPr lang="en-US" altLang="en-US" sz="2400" dirty="0" err="1"/>
              <a:t>V</a:t>
            </a:r>
            <a:r>
              <a:rPr lang="en-US" altLang="en-US" dirty="0" err="1"/>
              <a:t>ij</a:t>
            </a:r>
            <a:r>
              <a:rPr lang="en-US" altLang="en-US" sz="1400" dirty="0"/>
              <a:t>         </a:t>
            </a:r>
            <a:r>
              <a:rPr lang="en-US" altLang="en-US" dirty="0"/>
              <a:t>= the value of payoff that will be realized if alternative X is chosen                         and event j occurs.</a:t>
            </a:r>
            <a:r>
              <a:rPr lang="en-US" altLang="en-US" sz="1400" dirty="0"/>
              <a:t>    </a:t>
            </a:r>
          </a:p>
        </p:txBody>
      </p:sp>
    </p:spTree>
    <p:extLst>
      <p:ext uri="{BB962C8B-B14F-4D97-AF65-F5344CB8AC3E}">
        <p14:creationId xmlns:p14="http://schemas.microsoft.com/office/powerpoint/2010/main" val="2877869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4">
            <a:extLst>
              <a:ext uri="{FF2B5EF4-FFF2-40B4-BE49-F238E27FC236}">
                <a16:creationId xmlns:a16="http://schemas.microsoft.com/office/drawing/2014/main" id="{3F13626F-1202-41D3-BE36-4A2A8974DFA3}"/>
              </a:ext>
            </a:extLst>
          </p:cNvPr>
          <p:cNvSpPr>
            <a:spLocks noChangeArrowheads="1"/>
          </p:cNvSpPr>
          <p:nvPr/>
        </p:nvSpPr>
        <p:spPr bwMode="auto">
          <a:xfrm>
            <a:off x="1703513" y="548681"/>
            <a:ext cx="504825" cy="288925"/>
          </a:xfrm>
          <a:prstGeom prst="rightArrow">
            <a:avLst>
              <a:gd name="adj1" fmla="val 50000"/>
              <a:gd name="adj2" fmla="val 4368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9219" name="Text Box 5">
            <a:extLst>
              <a:ext uri="{FF2B5EF4-FFF2-40B4-BE49-F238E27FC236}">
                <a16:creationId xmlns:a16="http://schemas.microsoft.com/office/drawing/2014/main" id="{76D3DC66-A80E-4457-A16F-1C40E44311C7}"/>
              </a:ext>
            </a:extLst>
          </p:cNvPr>
          <p:cNvSpPr txBox="1">
            <a:spLocks noChangeArrowheads="1"/>
          </p:cNvSpPr>
          <p:nvPr/>
        </p:nvSpPr>
        <p:spPr bwMode="auto">
          <a:xfrm>
            <a:off x="2278956" y="494378"/>
            <a:ext cx="8137525"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Example :-</a:t>
            </a:r>
          </a:p>
          <a:p>
            <a:pPr eaLnBrk="1" hangingPunct="1">
              <a:spcBef>
                <a:spcPct val="50000"/>
              </a:spcBef>
            </a:pPr>
            <a:r>
              <a:rPr lang="en-US" altLang="en-US" dirty="0"/>
              <a:t>      Suppose an investor must decide on an alternative to invest his/ her money to maximize profit or revenue. He /she has the following alternative :</a:t>
            </a:r>
          </a:p>
          <a:p>
            <a:pPr eaLnBrk="1" hangingPunct="1">
              <a:spcBef>
                <a:spcPct val="50000"/>
              </a:spcBef>
            </a:pPr>
            <a:r>
              <a:rPr lang="en-US" altLang="en-US" dirty="0"/>
              <a:t>A: bonds                                                                                                           </a:t>
            </a:r>
          </a:p>
          <a:p>
            <a:pPr eaLnBrk="1" hangingPunct="1">
              <a:spcBef>
                <a:spcPct val="50000"/>
              </a:spcBef>
            </a:pPr>
            <a:r>
              <a:rPr lang="en-US" altLang="en-US" dirty="0"/>
              <a:t> B: socks                                                                                                             </a:t>
            </a:r>
          </a:p>
          <a:p>
            <a:pPr eaLnBrk="1" hangingPunct="1">
              <a:spcBef>
                <a:spcPct val="50000"/>
              </a:spcBef>
            </a:pPr>
            <a:r>
              <a:rPr lang="en-US" altLang="en-US" dirty="0"/>
              <a:t>  C: deposits   </a:t>
            </a:r>
          </a:p>
          <a:p>
            <a:pPr eaLnBrk="1" hangingPunct="1">
              <a:spcBef>
                <a:spcPct val="50000"/>
              </a:spcBef>
            </a:pPr>
            <a:r>
              <a:rPr lang="en-US" altLang="en-US" dirty="0"/>
              <a:t>              suppose in the case of investment the profitability influences with economic development. Suppose that the investor views the possibilities as :</a:t>
            </a:r>
          </a:p>
          <a:p>
            <a:pPr marL="342900" indent="-342900" eaLnBrk="1" hangingPunct="1">
              <a:spcBef>
                <a:spcPct val="50000"/>
              </a:spcBef>
              <a:buAutoNum type="arabicPeriod"/>
            </a:pPr>
            <a:r>
              <a:rPr lang="en-US" altLang="en-US" dirty="0"/>
              <a:t>Economic growth.  </a:t>
            </a:r>
          </a:p>
          <a:p>
            <a:pPr marL="342900" indent="-342900" eaLnBrk="1" hangingPunct="1">
              <a:spcBef>
                <a:spcPct val="50000"/>
              </a:spcBef>
              <a:buAutoNum type="arabicPeriod"/>
            </a:pPr>
            <a:r>
              <a:rPr lang="en-US" altLang="en-US" dirty="0"/>
              <a:t>Economic decline.                                                                                          </a:t>
            </a:r>
          </a:p>
          <a:p>
            <a:pPr marL="342900" indent="-342900" eaLnBrk="1" hangingPunct="1">
              <a:spcBef>
                <a:spcPct val="50000"/>
              </a:spcBef>
              <a:buAutoNum type="arabicPeriod"/>
            </a:pPr>
            <a:r>
              <a:rPr lang="en-US" altLang="en-US" dirty="0"/>
              <a:t>3. Economic inflation. </a:t>
            </a:r>
          </a:p>
          <a:p>
            <a:pPr eaLnBrk="1" hangingPunct="1">
              <a:spcBef>
                <a:spcPct val="50000"/>
              </a:spcBef>
            </a:pPr>
            <a:r>
              <a:rPr lang="en-US" altLang="en-US" dirty="0"/>
              <a:t>Suppose the payoff are </a:t>
            </a:r>
          </a:p>
        </p:txBody>
      </p:sp>
      <p:sp>
        <p:nvSpPr>
          <p:cNvPr id="9220" name="AutoShape 6">
            <a:extLst>
              <a:ext uri="{FF2B5EF4-FFF2-40B4-BE49-F238E27FC236}">
                <a16:creationId xmlns:a16="http://schemas.microsoft.com/office/drawing/2014/main" id="{8585A15D-13D4-4EA7-9FE9-083D8A546F80}"/>
              </a:ext>
            </a:extLst>
          </p:cNvPr>
          <p:cNvSpPr>
            <a:spLocks/>
          </p:cNvSpPr>
          <p:nvPr/>
        </p:nvSpPr>
        <p:spPr bwMode="auto">
          <a:xfrm>
            <a:off x="3862389" y="1967818"/>
            <a:ext cx="287337" cy="720725"/>
          </a:xfrm>
          <a:prstGeom prst="rightBrace">
            <a:avLst>
              <a:gd name="adj1" fmla="val 2090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9221" name="Text Box 7">
            <a:extLst>
              <a:ext uri="{FF2B5EF4-FFF2-40B4-BE49-F238E27FC236}">
                <a16:creationId xmlns:a16="http://schemas.microsoft.com/office/drawing/2014/main" id="{69A85CFC-D688-40F2-9699-04F9D2D2449E}"/>
              </a:ext>
            </a:extLst>
          </p:cNvPr>
          <p:cNvSpPr txBox="1">
            <a:spLocks noChangeArrowheads="1"/>
          </p:cNvSpPr>
          <p:nvPr/>
        </p:nvSpPr>
        <p:spPr bwMode="auto">
          <a:xfrm>
            <a:off x="4343979" y="2036732"/>
            <a:ext cx="23764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alternatives</a:t>
            </a:r>
          </a:p>
        </p:txBody>
      </p:sp>
      <p:sp>
        <p:nvSpPr>
          <p:cNvPr id="9222" name="AutoShape 8">
            <a:extLst>
              <a:ext uri="{FF2B5EF4-FFF2-40B4-BE49-F238E27FC236}">
                <a16:creationId xmlns:a16="http://schemas.microsoft.com/office/drawing/2014/main" id="{E2E6CF02-192D-4D94-B0B4-E2A0C664C397}"/>
              </a:ext>
            </a:extLst>
          </p:cNvPr>
          <p:cNvSpPr>
            <a:spLocks/>
          </p:cNvSpPr>
          <p:nvPr/>
        </p:nvSpPr>
        <p:spPr bwMode="auto">
          <a:xfrm>
            <a:off x="4799857" y="3733833"/>
            <a:ext cx="287337" cy="720725"/>
          </a:xfrm>
          <a:prstGeom prst="rightBrace">
            <a:avLst>
              <a:gd name="adj1" fmla="val 2090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9223" name="Text Box 9">
            <a:extLst>
              <a:ext uri="{FF2B5EF4-FFF2-40B4-BE49-F238E27FC236}">
                <a16:creationId xmlns:a16="http://schemas.microsoft.com/office/drawing/2014/main" id="{620C9BDA-8054-40B5-BD8A-FADE5F0B2860}"/>
              </a:ext>
            </a:extLst>
          </p:cNvPr>
          <p:cNvSpPr txBox="1">
            <a:spLocks noChangeArrowheads="1"/>
          </p:cNvSpPr>
          <p:nvPr/>
        </p:nvSpPr>
        <p:spPr bwMode="auto">
          <a:xfrm>
            <a:off x="5123779" y="3910838"/>
            <a:ext cx="23034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State of natures.</a:t>
            </a:r>
          </a:p>
        </p:txBody>
      </p:sp>
      <p:sp>
        <p:nvSpPr>
          <p:cNvPr id="9224" name="Rectangle 10">
            <a:extLst>
              <a:ext uri="{FF2B5EF4-FFF2-40B4-BE49-F238E27FC236}">
                <a16:creationId xmlns:a16="http://schemas.microsoft.com/office/drawing/2014/main" id="{7B5B57A9-B7F2-4017-8B02-1E1BA589E9BD}"/>
              </a:ext>
            </a:extLst>
          </p:cNvPr>
          <p:cNvSpPr>
            <a:spLocks noChangeArrowheads="1"/>
          </p:cNvSpPr>
          <p:nvPr/>
        </p:nvSpPr>
        <p:spPr bwMode="auto">
          <a:xfrm>
            <a:off x="5375373" y="4795838"/>
            <a:ext cx="2952750" cy="18716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9225" name="Line 11">
            <a:extLst>
              <a:ext uri="{FF2B5EF4-FFF2-40B4-BE49-F238E27FC236}">
                <a16:creationId xmlns:a16="http://schemas.microsoft.com/office/drawing/2014/main" id="{514F2830-0AD0-45B7-85F4-7E65808D07CC}"/>
              </a:ext>
            </a:extLst>
          </p:cNvPr>
          <p:cNvSpPr>
            <a:spLocks noChangeShapeType="1"/>
          </p:cNvSpPr>
          <p:nvPr/>
        </p:nvSpPr>
        <p:spPr bwMode="auto">
          <a:xfrm>
            <a:off x="6096098" y="4795838"/>
            <a:ext cx="0" cy="1871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6" name="Line 12">
            <a:extLst>
              <a:ext uri="{FF2B5EF4-FFF2-40B4-BE49-F238E27FC236}">
                <a16:creationId xmlns:a16="http://schemas.microsoft.com/office/drawing/2014/main" id="{6FD220BA-A807-4C2D-AF34-45FC99BD302B}"/>
              </a:ext>
            </a:extLst>
          </p:cNvPr>
          <p:cNvSpPr>
            <a:spLocks noChangeShapeType="1"/>
          </p:cNvSpPr>
          <p:nvPr/>
        </p:nvSpPr>
        <p:spPr bwMode="auto">
          <a:xfrm>
            <a:off x="6816823" y="4795838"/>
            <a:ext cx="0" cy="1871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7" name="Line 13">
            <a:extLst>
              <a:ext uri="{FF2B5EF4-FFF2-40B4-BE49-F238E27FC236}">
                <a16:creationId xmlns:a16="http://schemas.microsoft.com/office/drawing/2014/main" id="{0CF82FAE-955E-4CD0-8F9C-81D46D88CEC6}"/>
              </a:ext>
            </a:extLst>
          </p:cNvPr>
          <p:cNvSpPr>
            <a:spLocks noChangeShapeType="1"/>
          </p:cNvSpPr>
          <p:nvPr/>
        </p:nvSpPr>
        <p:spPr bwMode="auto">
          <a:xfrm>
            <a:off x="7535960" y="4795838"/>
            <a:ext cx="0" cy="1871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8" name="Line 14">
            <a:extLst>
              <a:ext uri="{FF2B5EF4-FFF2-40B4-BE49-F238E27FC236}">
                <a16:creationId xmlns:a16="http://schemas.microsoft.com/office/drawing/2014/main" id="{FB1C81A8-887E-4256-8783-3BC59BF35229}"/>
              </a:ext>
            </a:extLst>
          </p:cNvPr>
          <p:cNvSpPr>
            <a:spLocks noChangeShapeType="1"/>
          </p:cNvSpPr>
          <p:nvPr/>
        </p:nvSpPr>
        <p:spPr bwMode="auto">
          <a:xfrm>
            <a:off x="5375373" y="5300663"/>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9" name="Line 15">
            <a:extLst>
              <a:ext uri="{FF2B5EF4-FFF2-40B4-BE49-F238E27FC236}">
                <a16:creationId xmlns:a16="http://schemas.microsoft.com/office/drawing/2014/main" id="{7A525F01-A582-45F3-BE5E-2DA4C56953F9}"/>
              </a:ext>
            </a:extLst>
          </p:cNvPr>
          <p:cNvSpPr>
            <a:spLocks noChangeShapeType="1"/>
          </p:cNvSpPr>
          <p:nvPr/>
        </p:nvSpPr>
        <p:spPr bwMode="auto">
          <a:xfrm>
            <a:off x="5375373" y="5803900"/>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0" name="Line 16">
            <a:extLst>
              <a:ext uri="{FF2B5EF4-FFF2-40B4-BE49-F238E27FC236}">
                <a16:creationId xmlns:a16="http://schemas.microsoft.com/office/drawing/2014/main" id="{950C5B73-C897-4744-AD9C-6BDE111293DC}"/>
              </a:ext>
            </a:extLst>
          </p:cNvPr>
          <p:cNvSpPr>
            <a:spLocks noChangeShapeType="1"/>
          </p:cNvSpPr>
          <p:nvPr/>
        </p:nvSpPr>
        <p:spPr bwMode="auto">
          <a:xfrm>
            <a:off x="5375373" y="6235700"/>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1" name="Text Box 17">
            <a:extLst>
              <a:ext uri="{FF2B5EF4-FFF2-40B4-BE49-F238E27FC236}">
                <a16:creationId xmlns:a16="http://schemas.microsoft.com/office/drawing/2014/main" id="{619691BF-6CE7-48E4-92A3-2522D567CCCA}"/>
              </a:ext>
            </a:extLst>
          </p:cNvPr>
          <p:cNvSpPr txBox="1">
            <a:spLocks noChangeArrowheads="1"/>
          </p:cNvSpPr>
          <p:nvPr/>
        </p:nvSpPr>
        <p:spPr bwMode="auto">
          <a:xfrm>
            <a:off x="6096099" y="53721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endParaRPr lang="en-US" altLang="en-US" sz="1400"/>
          </a:p>
        </p:txBody>
      </p:sp>
      <p:sp>
        <p:nvSpPr>
          <p:cNvPr id="9232" name="Text Box 18">
            <a:extLst>
              <a:ext uri="{FF2B5EF4-FFF2-40B4-BE49-F238E27FC236}">
                <a16:creationId xmlns:a16="http://schemas.microsoft.com/office/drawing/2014/main" id="{B68FC6F4-59DE-48D5-B8D8-A76DBD08C8DA}"/>
              </a:ext>
            </a:extLst>
          </p:cNvPr>
          <p:cNvSpPr txBox="1">
            <a:spLocks noChangeArrowheads="1"/>
          </p:cNvSpPr>
          <p:nvPr/>
        </p:nvSpPr>
        <p:spPr bwMode="auto">
          <a:xfrm>
            <a:off x="6816824" y="53721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9233" name="Text Box 19">
            <a:extLst>
              <a:ext uri="{FF2B5EF4-FFF2-40B4-BE49-F238E27FC236}">
                <a16:creationId xmlns:a16="http://schemas.microsoft.com/office/drawing/2014/main" id="{23C5F061-4F50-4E70-BA43-1AC57D905A33}"/>
              </a:ext>
            </a:extLst>
          </p:cNvPr>
          <p:cNvSpPr txBox="1">
            <a:spLocks noChangeArrowheads="1"/>
          </p:cNvSpPr>
          <p:nvPr/>
        </p:nvSpPr>
        <p:spPr bwMode="auto">
          <a:xfrm>
            <a:off x="7535961" y="53721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-3</a:t>
            </a:r>
            <a:endParaRPr lang="en-US" altLang="en-US" sz="1400"/>
          </a:p>
        </p:txBody>
      </p:sp>
      <p:sp>
        <p:nvSpPr>
          <p:cNvPr id="9234" name="Text Box 20">
            <a:extLst>
              <a:ext uri="{FF2B5EF4-FFF2-40B4-BE49-F238E27FC236}">
                <a16:creationId xmlns:a16="http://schemas.microsoft.com/office/drawing/2014/main" id="{E56F1553-D891-48CE-85C0-331A782EAADB}"/>
              </a:ext>
            </a:extLst>
          </p:cNvPr>
          <p:cNvSpPr txBox="1">
            <a:spLocks noChangeArrowheads="1"/>
          </p:cNvSpPr>
          <p:nvPr/>
        </p:nvSpPr>
        <p:spPr bwMode="auto">
          <a:xfrm>
            <a:off x="6096099" y="58039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9235" name="Text Box 21">
            <a:extLst>
              <a:ext uri="{FF2B5EF4-FFF2-40B4-BE49-F238E27FC236}">
                <a16:creationId xmlns:a16="http://schemas.microsoft.com/office/drawing/2014/main" id="{EA901C3F-5453-4412-90D7-036963D2DABF}"/>
              </a:ext>
            </a:extLst>
          </p:cNvPr>
          <p:cNvSpPr txBox="1">
            <a:spLocks noChangeArrowheads="1"/>
          </p:cNvSpPr>
          <p:nvPr/>
        </p:nvSpPr>
        <p:spPr bwMode="auto">
          <a:xfrm>
            <a:off x="6816824" y="58039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7</a:t>
            </a:r>
            <a:endParaRPr lang="en-US" altLang="en-US" sz="1400"/>
          </a:p>
        </p:txBody>
      </p:sp>
      <p:sp>
        <p:nvSpPr>
          <p:cNvPr id="9236" name="Text Box 22">
            <a:extLst>
              <a:ext uri="{FF2B5EF4-FFF2-40B4-BE49-F238E27FC236}">
                <a16:creationId xmlns:a16="http://schemas.microsoft.com/office/drawing/2014/main" id="{E20FA53F-5283-4C17-81B6-E5F278D0C697}"/>
              </a:ext>
            </a:extLst>
          </p:cNvPr>
          <p:cNvSpPr txBox="1">
            <a:spLocks noChangeArrowheads="1"/>
          </p:cNvSpPr>
          <p:nvPr/>
        </p:nvSpPr>
        <p:spPr bwMode="auto">
          <a:xfrm>
            <a:off x="7535961" y="58039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-2</a:t>
            </a:r>
            <a:endParaRPr lang="en-US" altLang="en-US" sz="1400"/>
          </a:p>
        </p:txBody>
      </p:sp>
      <p:sp>
        <p:nvSpPr>
          <p:cNvPr id="9237" name="Text Box 23">
            <a:extLst>
              <a:ext uri="{FF2B5EF4-FFF2-40B4-BE49-F238E27FC236}">
                <a16:creationId xmlns:a16="http://schemas.microsoft.com/office/drawing/2014/main" id="{217F613D-E04D-43EC-96A0-9DBD0D72B307}"/>
              </a:ext>
            </a:extLst>
          </p:cNvPr>
          <p:cNvSpPr txBox="1">
            <a:spLocks noChangeArrowheads="1"/>
          </p:cNvSpPr>
          <p:nvPr/>
        </p:nvSpPr>
        <p:spPr bwMode="auto">
          <a:xfrm>
            <a:off x="6096099" y="62357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9238" name="Text Box 24">
            <a:extLst>
              <a:ext uri="{FF2B5EF4-FFF2-40B4-BE49-F238E27FC236}">
                <a16:creationId xmlns:a16="http://schemas.microsoft.com/office/drawing/2014/main" id="{F37F2307-5A20-4DC8-8D93-A1256B490A8F}"/>
              </a:ext>
            </a:extLst>
          </p:cNvPr>
          <p:cNvSpPr txBox="1">
            <a:spLocks noChangeArrowheads="1"/>
          </p:cNvSpPr>
          <p:nvPr/>
        </p:nvSpPr>
        <p:spPr bwMode="auto">
          <a:xfrm>
            <a:off x="6816824" y="62357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9239" name="Text Box 25">
            <a:extLst>
              <a:ext uri="{FF2B5EF4-FFF2-40B4-BE49-F238E27FC236}">
                <a16:creationId xmlns:a16="http://schemas.microsoft.com/office/drawing/2014/main" id="{3E823027-EBF9-4099-8C55-B7ADF8C5FCA5}"/>
              </a:ext>
            </a:extLst>
          </p:cNvPr>
          <p:cNvSpPr txBox="1">
            <a:spLocks noChangeArrowheads="1"/>
          </p:cNvSpPr>
          <p:nvPr/>
        </p:nvSpPr>
        <p:spPr bwMode="auto">
          <a:xfrm>
            <a:off x="7535961" y="62357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9240" name="Text Box 26">
            <a:extLst>
              <a:ext uri="{FF2B5EF4-FFF2-40B4-BE49-F238E27FC236}">
                <a16:creationId xmlns:a16="http://schemas.microsoft.com/office/drawing/2014/main" id="{3EFEA9CA-71AF-402D-BA42-E19261C52BE0}"/>
              </a:ext>
            </a:extLst>
          </p:cNvPr>
          <p:cNvSpPr txBox="1">
            <a:spLocks noChangeArrowheads="1"/>
          </p:cNvSpPr>
          <p:nvPr/>
        </p:nvSpPr>
        <p:spPr bwMode="auto">
          <a:xfrm>
            <a:off x="5375374" y="53721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A</a:t>
            </a:r>
          </a:p>
        </p:txBody>
      </p:sp>
      <p:sp>
        <p:nvSpPr>
          <p:cNvPr id="9241" name="Text Box 27">
            <a:extLst>
              <a:ext uri="{FF2B5EF4-FFF2-40B4-BE49-F238E27FC236}">
                <a16:creationId xmlns:a16="http://schemas.microsoft.com/office/drawing/2014/main" id="{D7A70581-8E8C-4A22-9478-AE4FBCD65904}"/>
              </a:ext>
            </a:extLst>
          </p:cNvPr>
          <p:cNvSpPr txBox="1">
            <a:spLocks noChangeArrowheads="1"/>
          </p:cNvSpPr>
          <p:nvPr/>
        </p:nvSpPr>
        <p:spPr bwMode="auto">
          <a:xfrm>
            <a:off x="5375374" y="58039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9242" name="Text Box 28">
            <a:extLst>
              <a:ext uri="{FF2B5EF4-FFF2-40B4-BE49-F238E27FC236}">
                <a16:creationId xmlns:a16="http://schemas.microsoft.com/office/drawing/2014/main" id="{41A9758D-3815-4888-9CC2-FE66D57CCEFB}"/>
              </a:ext>
            </a:extLst>
          </p:cNvPr>
          <p:cNvSpPr txBox="1">
            <a:spLocks noChangeArrowheads="1"/>
          </p:cNvSpPr>
          <p:nvPr/>
        </p:nvSpPr>
        <p:spPr bwMode="auto">
          <a:xfrm>
            <a:off x="5375374" y="62357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C</a:t>
            </a:r>
          </a:p>
        </p:txBody>
      </p:sp>
      <p:sp>
        <p:nvSpPr>
          <p:cNvPr id="9243" name="Text Box 29">
            <a:extLst>
              <a:ext uri="{FF2B5EF4-FFF2-40B4-BE49-F238E27FC236}">
                <a16:creationId xmlns:a16="http://schemas.microsoft.com/office/drawing/2014/main" id="{9E5D4E57-525F-42FC-9D3A-22E8FF34133E}"/>
              </a:ext>
            </a:extLst>
          </p:cNvPr>
          <p:cNvSpPr txBox="1">
            <a:spLocks noChangeArrowheads="1"/>
          </p:cNvSpPr>
          <p:nvPr/>
        </p:nvSpPr>
        <p:spPr bwMode="auto">
          <a:xfrm>
            <a:off x="6096099" y="486886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a:t>
            </a:r>
          </a:p>
        </p:txBody>
      </p:sp>
      <p:sp>
        <p:nvSpPr>
          <p:cNvPr id="9244" name="Text Box 30">
            <a:extLst>
              <a:ext uri="{FF2B5EF4-FFF2-40B4-BE49-F238E27FC236}">
                <a16:creationId xmlns:a16="http://schemas.microsoft.com/office/drawing/2014/main" id="{64171DCE-528A-4CC7-BD07-99A7A531B83E}"/>
              </a:ext>
            </a:extLst>
          </p:cNvPr>
          <p:cNvSpPr txBox="1">
            <a:spLocks noChangeArrowheads="1"/>
          </p:cNvSpPr>
          <p:nvPr/>
        </p:nvSpPr>
        <p:spPr bwMode="auto">
          <a:xfrm>
            <a:off x="6816824" y="486886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2</a:t>
            </a:r>
          </a:p>
        </p:txBody>
      </p:sp>
      <p:sp>
        <p:nvSpPr>
          <p:cNvPr id="9245" name="Text Box 31">
            <a:extLst>
              <a:ext uri="{FF2B5EF4-FFF2-40B4-BE49-F238E27FC236}">
                <a16:creationId xmlns:a16="http://schemas.microsoft.com/office/drawing/2014/main" id="{A4ACE94B-A2D4-4BC9-ABD8-E16AD31D782B}"/>
              </a:ext>
            </a:extLst>
          </p:cNvPr>
          <p:cNvSpPr txBox="1">
            <a:spLocks noChangeArrowheads="1"/>
          </p:cNvSpPr>
          <p:nvPr/>
        </p:nvSpPr>
        <p:spPr bwMode="auto">
          <a:xfrm>
            <a:off x="7535961" y="486886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3</a:t>
            </a:r>
          </a:p>
        </p:txBody>
      </p:sp>
      <p:sp>
        <p:nvSpPr>
          <p:cNvPr id="9246" name="Text Box 32">
            <a:extLst>
              <a:ext uri="{FF2B5EF4-FFF2-40B4-BE49-F238E27FC236}">
                <a16:creationId xmlns:a16="http://schemas.microsoft.com/office/drawing/2014/main" id="{1B4BC009-2013-4796-87DD-7F293A15B957}"/>
              </a:ext>
            </a:extLst>
          </p:cNvPr>
          <p:cNvSpPr txBox="1">
            <a:spLocks noChangeArrowheads="1"/>
          </p:cNvSpPr>
          <p:nvPr/>
        </p:nvSpPr>
        <p:spPr bwMode="auto">
          <a:xfrm>
            <a:off x="8327628" y="5589588"/>
            <a:ext cx="223286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Initiate payoff tableau </a:t>
            </a:r>
          </a:p>
        </p:txBody>
      </p:sp>
    </p:spTree>
    <p:extLst>
      <p:ext uri="{BB962C8B-B14F-4D97-AF65-F5344CB8AC3E}">
        <p14:creationId xmlns:p14="http://schemas.microsoft.com/office/powerpoint/2010/main" val="8931298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4">
            <a:extLst>
              <a:ext uri="{FF2B5EF4-FFF2-40B4-BE49-F238E27FC236}">
                <a16:creationId xmlns:a16="http://schemas.microsoft.com/office/drawing/2014/main" id="{44B07B4F-7264-4FE7-A213-C6156DEC61B9}"/>
              </a:ext>
            </a:extLst>
          </p:cNvPr>
          <p:cNvSpPr>
            <a:spLocks noChangeArrowheads="1"/>
          </p:cNvSpPr>
          <p:nvPr/>
        </p:nvSpPr>
        <p:spPr bwMode="auto">
          <a:xfrm>
            <a:off x="2063304" y="1000721"/>
            <a:ext cx="504825" cy="288925"/>
          </a:xfrm>
          <a:prstGeom prst="rightArrow">
            <a:avLst>
              <a:gd name="adj1" fmla="val 50000"/>
              <a:gd name="adj2" fmla="val 4368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0243" name="Text Box 5">
            <a:extLst>
              <a:ext uri="{FF2B5EF4-FFF2-40B4-BE49-F238E27FC236}">
                <a16:creationId xmlns:a16="http://schemas.microsoft.com/office/drawing/2014/main" id="{032B3DA1-9B68-446F-A2A5-5891727B6AE2}"/>
              </a:ext>
            </a:extLst>
          </p:cNvPr>
          <p:cNvSpPr txBox="1">
            <a:spLocks noChangeArrowheads="1"/>
          </p:cNvSpPr>
          <p:nvPr/>
        </p:nvSpPr>
        <p:spPr bwMode="auto">
          <a:xfrm>
            <a:off x="2639566" y="929283"/>
            <a:ext cx="82089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Investment payoff tableau </a:t>
            </a:r>
          </a:p>
        </p:txBody>
      </p:sp>
      <p:sp>
        <p:nvSpPr>
          <p:cNvPr id="10244" name="Rectangle 28">
            <a:extLst>
              <a:ext uri="{FF2B5EF4-FFF2-40B4-BE49-F238E27FC236}">
                <a16:creationId xmlns:a16="http://schemas.microsoft.com/office/drawing/2014/main" id="{EE19906C-63E9-407B-BA60-30E35538F7FB}"/>
              </a:ext>
            </a:extLst>
          </p:cNvPr>
          <p:cNvSpPr>
            <a:spLocks noChangeArrowheads="1"/>
          </p:cNvSpPr>
          <p:nvPr/>
        </p:nvSpPr>
        <p:spPr bwMode="auto">
          <a:xfrm>
            <a:off x="3215829" y="1576983"/>
            <a:ext cx="4535487" cy="25209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0245" name="Line 29">
            <a:extLst>
              <a:ext uri="{FF2B5EF4-FFF2-40B4-BE49-F238E27FC236}">
                <a16:creationId xmlns:a16="http://schemas.microsoft.com/office/drawing/2014/main" id="{117E3026-C456-4AEA-9BA3-9695BCA4ED1D}"/>
              </a:ext>
            </a:extLst>
          </p:cNvPr>
          <p:cNvSpPr>
            <a:spLocks noChangeShapeType="1"/>
          </p:cNvSpPr>
          <p:nvPr/>
        </p:nvSpPr>
        <p:spPr bwMode="auto">
          <a:xfrm flipH="1">
            <a:off x="4439790" y="1576983"/>
            <a:ext cx="1588" cy="2520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6" name="Line 30">
            <a:extLst>
              <a:ext uri="{FF2B5EF4-FFF2-40B4-BE49-F238E27FC236}">
                <a16:creationId xmlns:a16="http://schemas.microsoft.com/office/drawing/2014/main" id="{C5F9B53E-E3FF-476E-A345-BBBB2E5D9CE8}"/>
              </a:ext>
            </a:extLst>
          </p:cNvPr>
          <p:cNvSpPr>
            <a:spLocks noChangeShapeType="1"/>
          </p:cNvSpPr>
          <p:nvPr/>
        </p:nvSpPr>
        <p:spPr bwMode="auto">
          <a:xfrm>
            <a:off x="5519290" y="1576983"/>
            <a:ext cx="0" cy="2520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7" name="Line 31">
            <a:extLst>
              <a:ext uri="{FF2B5EF4-FFF2-40B4-BE49-F238E27FC236}">
                <a16:creationId xmlns:a16="http://schemas.microsoft.com/office/drawing/2014/main" id="{B1E0A986-B2DE-4B2B-9A25-C1D93F827365}"/>
              </a:ext>
            </a:extLst>
          </p:cNvPr>
          <p:cNvSpPr>
            <a:spLocks noChangeShapeType="1"/>
          </p:cNvSpPr>
          <p:nvPr/>
        </p:nvSpPr>
        <p:spPr bwMode="auto">
          <a:xfrm flipH="1">
            <a:off x="6600378" y="1576983"/>
            <a:ext cx="0" cy="2520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8" name="Line 32">
            <a:extLst>
              <a:ext uri="{FF2B5EF4-FFF2-40B4-BE49-F238E27FC236}">
                <a16:creationId xmlns:a16="http://schemas.microsoft.com/office/drawing/2014/main" id="{38E7336E-5288-4440-A2F9-4AD7B7135A42}"/>
              </a:ext>
            </a:extLst>
          </p:cNvPr>
          <p:cNvSpPr>
            <a:spLocks noChangeShapeType="1"/>
          </p:cNvSpPr>
          <p:nvPr/>
        </p:nvSpPr>
        <p:spPr bwMode="auto">
          <a:xfrm flipV="1">
            <a:off x="3215829" y="2297708"/>
            <a:ext cx="45354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9" name="Line 33">
            <a:extLst>
              <a:ext uri="{FF2B5EF4-FFF2-40B4-BE49-F238E27FC236}">
                <a16:creationId xmlns:a16="http://schemas.microsoft.com/office/drawing/2014/main" id="{32A19581-9E60-446D-8FDF-6C612F4C6DEF}"/>
              </a:ext>
            </a:extLst>
          </p:cNvPr>
          <p:cNvSpPr>
            <a:spLocks noChangeShapeType="1"/>
          </p:cNvSpPr>
          <p:nvPr/>
        </p:nvSpPr>
        <p:spPr bwMode="auto">
          <a:xfrm flipV="1">
            <a:off x="3215829" y="2873970"/>
            <a:ext cx="45354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0" name="Line 34">
            <a:extLst>
              <a:ext uri="{FF2B5EF4-FFF2-40B4-BE49-F238E27FC236}">
                <a16:creationId xmlns:a16="http://schemas.microsoft.com/office/drawing/2014/main" id="{9DD43D1B-BAC5-4C1B-A15F-DFC6B8E528D1}"/>
              </a:ext>
            </a:extLst>
          </p:cNvPr>
          <p:cNvSpPr>
            <a:spLocks noChangeShapeType="1"/>
          </p:cNvSpPr>
          <p:nvPr/>
        </p:nvSpPr>
        <p:spPr bwMode="auto">
          <a:xfrm flipV="1">
            <a:off x="3215829" y="3448645"/>
            <a:ext cx="45354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1" name="Text Box 44">
            <a:extLst>
              <a:ext uri="{FF2B5EF4-FFF2-40B4-BE49-F238E27FC236}">
                <a16:creationId xmlns:a16="http://schemas.microsoft.com/office/drawing/2014/main" id="{A344FD89-EA11-47CC-AF98-079904500B11}"/>
              </a:ext>
            </a:extLst>
          </p:cNvPr>
          <p:cNvSpPr txBox="1">
            <a:spLocks noChangeArrowheads="1"/>
          </p:cNvSpPr>
          <p:nvPr/>
        </p:nvSpPr>
        <p:spPr bwMode="auto">
          <a:xfrm>
            <a:off x="4727128" y="1289646"/>
            <a:ext cx="26654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State of nature </a:t>
            </a:r>
          </a:p>
        </p:txBody>
      </p:sp>
      <p:sp>
        <p:nvSpPr>
          <p:cNvPr id="10252" name="Text Box 45">
            <a:extLst>
              <a:ext uri="{FF2B5EF4-FFF2-40B4-BE49-F238E27FC236}">
                <a16:creationId xmlns:a16="http://schemas.microsoft.com/office/drawing/2014/main" id="{DBD9DB36-8AF2-4923-A5A3-748034EC65DF}"/>
              </a:ext>
            </a:extLst>
          </p:cNvPr>
          <p:cNvSpPr txBox="1">
            <a:spLocks noChangeArrowheads="1"/>
          </p:cNvSpPr>
          <p:nvPr/>
        </p:nvSpPr>
        <p:spPr bwMode="auto">
          <a:xfrm>
            <a:off x="1775966" y="2369146"/>
            <a:ext cx="14398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alternatives</a:t>
            </a:r>
          </a:p>
        </p:txBody>
      </p:sp>
      <p:sp>
        <p:nvSpPr>
          <p:cNvPr id="10253" name="Text Box 47">
            <a:extLst>
              <a:ext uri="{FF2B5EF4-FFF2-40B4-BE49-F238E27FC236}">
                <a16:creationId xmlns:a16="http://schemas.microsoft.com/office/drawing/2014/main" id="{B14CAEC6-6525-4B03-9C18-FFA711198BA6}"/>
              </a:ext>
            </a:extLst>
          </p:cNvPr>
          <p:cNvSpPr txBox="1">
            <a:spLocks noChangeArrowheads="1"/>
          </p:cNvSpPr>
          <p:nvPr/>
        </p:nvSpPr>
        <p:spPr bwMode="auto">
          <a:xfrm>
            <a:off x="4368353" y="1576983"/>
            <a:ext cx="12239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Eco. S</a:t>
            </a:r>
            <a:r>
              <a:rPr lang="en-US" altLang="en-US" sz="1400"/>
              <a:t>1</a:t>
            </a:r>
            <a:r>
              <a:rPr lang="en-US" altLang="en-US"/>
              <a:t>    growth </a:t>
            </a:r>
          </a:p>
        </p:txBody>
      </p:sp>
      <p:sp>
        <p:nvSpPr>
          <p:cNvPr id="10254" name="Text Box 48">
            <a:extLst>
              <a:ext uri="{FF2B5EF4-FFF2-40B4-BE49-F238E27FC236}">
                <a16:creationId xmlns:a16="http://schemas.microsoft.com/office/drawing/2014/main" id="{554CA9F5-8FF9-48AD-B5AB-8A7BDC645E73}"/>
              </a:ext>
            </a:extLst>
          </p:cNvPr>
          <p:cNvSpPr txBox="1">
            <a:spLocks noChangeArrowheads="1"/>
          </p:cNvSpPr>
          <p:nvPr/>
        </p:nvSpPr>
        <p:spPr bwMode="auto">
          <a:xfrm>
            <a:off x="5447853" y="1576983"/>
            <a:ext cx="12239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Eco. S</a:t>
            </a:r>
            <a:r>
              <a:rPr lang="en-US" altLang="en-US" sz="1400"/>
              <a:t>2</a:t>
            </a:r>
            <a:r>
              <a:rPr lang="en-US" altLang="en-US"/>
              <a:t>    decline  </a:t>
            </a:r>
          </a:p>
        </p:txBody>
      </p:sp>
      <p:sp>
        <p:nvSpPr>
          <p:cNvPr id="10255" name="Text Box 49">
            <a:extLst>
              <a:ext uri="{FF2B5EF4-FFF2-40B4-BE49-F238E27FC236}">
                <a16:creationId xmlns:a16="http://schemas.microsoft.com/office/drawing/2014/main" id="{5327D4D1-F835-495E-A8E5-6C5161977048}"/>
              </a:ext>
            </a:extLst>
          </p:cNvPr>
          <p:cNvSpPr txBox="1">
            <a:spLocks noChangeArrowheads="1"/>
          </p:cNvSpPr>
          <p:nvPr/>
        </p:nvSpPr>
        <p:spPr bwMode="auto">
          <a:xfrm>
            <a:off x="6527353" y="1576983"/>
            <a:ext cx="12239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Eco. S</a:t>
            </a:r>
            <a:r>
              <a:rPr lang="en-US" altLang="en-US" sz="1400"/>
              <a:t>3  </a:t>
            </a:r>
            <a:r>
              <a:rPr lang="en-US" altLang="en-US"/>
              <a:t>  inflation </a:t>
            </a:r>
          </a:p>
        </p:txBody>
      </p:sp>
      <p:sp>
        <p:nvSpPr>
          <p:cNvPr id="10256" name="Text Box 50">
            <a:extLst>
              <a:ext uri="{FF2B5EF4-FFF2-40B4-BE49-F238E27FC236}">
                <a16:creationId xmlns:a16="http://schemas.microsoft.com/office/drawing/2014/main" id="{D62C7147-B33E-4F6F-B08B-C776FBD626DC}"/>
              </a:ext>
            </a:extLst>
          </p:cNvPr>
          <p:cNvSpPr txBox="1">
            <a:spLocks noChangeArrowheads="1"/>
          </p:cNvSpPr>
          <p:nvPr/>
        </p:nvSpPr>
        <p:spPr bwMode="auto">
          <a:xfrm>
            <a:off x="3215828" y="2369146"/>
            <a:ext cx="12239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Bonds A </a:t>
            </a:r>
          </a:p>
        </p:txBody>
      </p:sp>
      <p:sp>
        <p:nvSpPr>
          <p:cNvPr id="10257" name="Text Box 51">
            <a:extLst>
              <a:ext uri="{FF2B5EF4-FFF2-40B4-BE49-F238E27FC236}">
                <a16:creationId xmlns:a16="http://schemas.microsoft.com/office/drawing/2014/main" id="{8D247688-4CD0-42EA-BD9C-ECC6AC83A5D3}"/>
              </a:ext>
            </a:extLst>
          </p:cNvPr>
          <p:cNvSpPr txBox="1">
            <a:spLocks noChangeArrowheads="1"/>
          </p:cNvSpPr>
          <p:nvPr/>
        </p:nvSpPr>
        <p:spPr bwMode="auto">
          <a:xfrm>
            <a:off x="3215828" y="2945408"/>
            <a:ext cx="12239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Bonds B </a:t>
            </a:r>
          </a:p>
        </p:txBody>
      </p:sp>
      <p:sp>
        <p:nvSpPr>
          <p:cNvPr id="10258" name="Text Box 52">
            <a:extLst>
              <a:ext uri="{FF2B5EF4-FFF2-40B4-BE49-F238E27FC236}">
                <a16:creationId xmlns:a16="http://schemas.microsoft.com/office/drawing/2014/main" id="{0A18FD93-61EB-4108-A3FD-7DBC21017C39}"/>
              </a:ext>
            </a:extLst>
          </p:cNvPr>
          <p:cNvSpPr txBox="1">
            <a:spLocks noChangeArrowheads="1"/>
          </p:cNvSpPr>
          <p:nvPr/>
        </p:nvSpPr>
        <p:spPr bwMode="auto">
          <a:xfrm>
            <a:off x="3215828" y="3593108"/>
            <a:ext cx="12239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Bonds C </a:t>
            </a:r>
          </a:p>
        </p:txBody>
      </p:sp>
      <p:sp>
        <p:nvSpPr>
          <p:cNvPr id="10259" name="Text Box 53">
            <a:extLst>
              <a:ext uri="{FF2B5EF4-FFF2-40B4-BE49-F238E27FC236}">
                <a16:creationId xmlns:a16="http://schemas.microsoft.com/office/drawing/2014/main" id="{05EA187F-D98E-4DFA-A621-B68F080FF983}"/>
              </a:ext>
            </a:extLst>
          </p:cNvPr>
          <p:cNvSpPr txBox="1">
            <a:spLocks noChangeArrowheads="1"/>
          </p:cNvSpPr>
          <p:nvPr/>
        </p:nvSpPr>
        <p:spPr bwMode="auto">
          <a:xfrm>
            <a:off x="4584253" y="2369146"/>
            <a:ext cx="7921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p>
        </p:txBody>
      </p:sp>
      <p:sp>
        <p:nvSpPr>
          <p:cNvPr id="10260" name="Text Box 54">
            <a:extLst>
              <a:ext uri="{FF2B5EF4-FFF2-40B4-BE49-F238E27FC236}">
                <a16:creationId xmlns:a16="http://schemas.microsoft.com/office/drawing/2014/main" id="{707A4959-0089-41C6-AF44-2F26BA72D25F}"/>
              </a:ext>
            </a:extLst>
          </p:cNvPr>
          <p:cNvSpPr txBox="1">
            <a:spLocks noChangeArrowheads="1"/>
          </p:cNvSpPr>
          <p:nvPr/>
        </p:nvSpPr>
        <p:spPr bwMode="auto">
          <a:xfrm>
            <a:off x="4584253" y="2945408"/>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p>
        </p:txBody>
      </p:sp>
      <p:sp>
        <p:nvSpPr>
          <p:cNvPr id="10261" name="Text Box 55">
            <a:extLst>
              <a:ext uri="{FF2B5EF4-FFF2-40B4-BE49-F238E27FC236}">
                <a16:creationId xmlns:a16="http://schemas.microsoft.com/office/drawing/2014/main" id="{2AA33F46-A412-431F-B6D5-BE19B9714E37}"/>
              </a:ext>
            </a:extLst>
          </p:cNvPr>
          <p:cNvSpPr txBox="1">
            <a:spLocks noChangeArrowheads="1"/>
          </p:cNvSpPr>
          <p:nvPr/>
        </p:nvSpPr>
        <p:spPr bwMode="auto">
          <a:xfrm>
            <a:off x="4584253" y="3593108"/>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p>
        </p:txBody>
      </p:sp>
      <p:sp>
        <p:nvSpPr>
          <p:cNvPr id="10262" name="Text Box 56">
            <a:extLst>
              <a:ext uri="{FF2B5EF4-FFF2-40B4-BE49-F238E27FC236}">
                <a16:creationId xmlns:a16="http://schemas.microsoft.com/office/drawing/2014/main" id="{C904FEC8-C4BF-421F-8A74-2CF1535C49DC}"/>
              </a:ext>
            </a:extLst>
          </p:cNvPr>
          <p:cNvSpPr txBox="1">
            <a:spLocks noChangeArrowheads="1"/>
          </p:cNvSpPr>
          <p:nvPr/>
        </p:nvSpPr>
        <p:spPr bwMode="auto">
          <a:xfrm>
            <a:off x="5663753" y="2369146"/>
            <a:ext cx="7921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p>
        </p:txBody>
      </p:sp>
      <p:sp>
        <p:nvSpPr>
          <p:cNvPr id="10263" name="Text Box 57">
            <a:extLst>
              <a:ext uri="{FF2B5EF4-FFF2-40B4-BE49-F238E27FC236}">
                <a16:creationId xmlns:a16="http://schemas.microsoft.com/office/drawing/2014/main" id="{858FC185-C426-4C92-A88D-D141338A1DD5}"/>
              </a:ext>
            </a:extLst>
          </p:cNvPr>
          <p:cNvSpPr txBox="1">
            <a:spLocks noChangeArrowheads="1"/>
          </p:cNvSpPr>
          <p:nvPr/>
        </p:nvSpPr>
        <p:spPr bwMode="auto">
          <a:xfrm>
            <a:off x="5663753" y="2945408"/>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7</a:t>
            </a:r>
          </a:p>
        </p:txBody>
      </p:sp>
      <p:sp>
        <p:nvSpPr>
          <p:cNvPr id="10264" name="Text Box 58">
            <a:extLst>
              <a:ext uri="{FF2B5EF4-FFF2-40B4-BE49-F238E27FC236}">
                <a16:creationId xmlns:a16="http://schemas.microsoft.com/office/drawing/2014/main" id="{4BDEFD49-4A38-4CA3-A107-3AAF6274145A}"/>
              </a:ext>
            </a:extLst>
          </p:cNvPr>
          <p:cNvSpPr txBox="1">
            <a:spLocks noChangeArrowheads="1"/>
          </p:cNvSpPr>
          <p:nvPr/>
        </p:nvSpPr>
        <p:spPr bwMode="auto">
          <a:xfrm>
            <a:off x="5663753" y="3593108"/>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p>
        </p:txBody>
      </p:sp>
      <p:sp>
        <p:nvSpPr>
          <p:cNvPr id="10265" name="Text Box 59">
            <a:extLst>
              <a:ext uri="{FF2B5EF4-FFF2-40B4-BE49-F238E27FC236}">
                <a16:creationId xmlns:a16="http://schemas.microsoft.com/office/drawing/2014/main" id="{7901C64D-6E88-45D2-BC8A-B4E5B3A4A64E}"/>
              </a:ext>
            </a:extLst>
          </p:cNvPr>
          <p:cNvSpPr txBox="1">
            <a:spLocks noChangeArrowheads="1"/>
          </p:cNvSpPr>
          <p:nvPr/>
        </p:nvSpPr>
        <p:spPr bwMode="auto">
          <a:xfrm>
            <a:off x="6816278" y="2369146"/>
            <a:ext cx="7921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-3</a:t>
            </a:r>
          </a:p>
        </p:txBody>
      </p:sp>
      <p:sp>
        <p:nvSpPr>
          <p:cNvPr id="10266" name="Text Box 60">
            <a:extLst>
              <a:ext uri="{FF2B5EF4-FFF2-40B4-BE49-F238E27FC236}">
                <a16:creationId xmlns:a16="http://schemas.microsoft.com/office/drawing/2014/main" id="{0D2A7936-D689-4046-AC53-2F694824A2DC}"/>
              </a:ext>
            </a:extLst>
          </p:cNvPr>
          <p:cNvSpPr txBox="1">
            <a:spLocks noChangeArrowheads="1"/>
          </p:cNvSpPr>
          <p:nvPr/>
        </p:nvSpPr>
        <p:spPr bwMode="auto">
          <a:xfrm>
            <a:off x="6816278" y="2945408"/>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-2</a:t>
            </a:r>
          </a:p>
        </p:txBody>
      </p:sp>
      <p:sp>
        <p:nvSpPr>
          <p:cNvPr id="10267" name="Text Box 61">
            <a:extLst>
              <a:ext uri="{FF2B5EF4-FFF2-40B4-BE49-F238E27FC236}">
                <a16:creationId xmlns:a16="http://schemas.microsoft.com/office/drawing/2014/main" id="{BD32F422-F46F-466B-BC00-56AA43325DBB}"/>
              </a:ext>
            </a:extLst>
          </p:cNvPr>
          <p:cNvSpPr txBox="1">
            <a:spLocks noChangeArrowheads="1"/>
          </p:cNvSpPr>
          <p:nvPr/>
        </p:nvSpPr>
        <p:spPr bwMode="auto">
          <a:xfrm>
            <a:off x="6816278" y="3593108"/>
            <a:ext cx="7921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p>
        </p:txBody>
      </p:sp>
      <p:sp>
        <p:nvSpPr>
          <p:cNvPr id="10268" name="Text Box 62">
            <a:extLst>
              <a:ext uri="{FF2B5EF4-FFF2-40B4-BE49-F238E27FC236}">
                <a16:creationId xmlns:a16="http://schemas.microsoft.com/office/drawing/2014/main" id="{2F2BADC4-4B10-4023-A43B-A66D6AE5DF00}"/>
              </a:ext>
            </a:extLst>
          </p:cNvPr>
          <p:cNvSpPr txBox="1">
            <a:spLocks noChangeArrowheads="1"/>
          </p:cNvSpPr>
          <p:nvPr/>
        </p:nvSpPr>
        <p:spPr bwMode="auto">
          <a:xfrm>
            <a:off x="2207766" y="4890096"/>
            <a:ext cx="8569325"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400" b="1" dirty="0"/>
              <a:t>Note :-</a:t>
            </a:r>
            <a:r>
              <a:rPr lang="en-US" altLang="en-US" dirty="0"/>
              <a:t>   If the investor choose A – S1 , that is, he /she realizes a profit of $1200                   as a returns on bonds.   </a:t>
            </a:r>
          </a:p>
          <a:p>
            <a:pPr eaLnBrk="1" hangingPunct="1">
              <a:spcBef>
                <a:spcPct val="50000"/>
              </a:spcBef>
            </a:pPr>
            <a:r>
              <a:rPr lang="en-US" altLang="en-US" dirty="0"/>
              <a:t>              If the investor choose A – S3 that is, he /she realize a losses of $300 .            </a:t>
            </a:r>
          </a:p>
        </p:txBody>
      </p:sp>
    </p:spTree>
    <p:extLst>
      <p:ext uri="{BB962C8B-B14F-4D97-AF65-F5344CB8AC3E}">
        <p14:creationId xmlns:p14="http://schemas.microsoft.com/office/powerpoint/2010/main" val="2721388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a:extLst>
              <a:ext uri="{FF2B5EF4-FFF2-40B4-BE49-F238E27FC236}">
                <a16:creationId xmlns:a16="http://schemas.microsoft.com/office/drawing/2014/main" id="{605F6D5D-9DA7-45C8-A2AB-D3AF0F217F91}"/>
              </a:ext>
            </a:extLst>
          </p:cNvPr>
          <p:cNvSpPr txBox="1">
            <a:spLocks noChangeArrowheads="1"/>
          </p:cNvSpPr>
          <p:nvPr/>
        </p:nvSpPr>
        <p:spPr bwMode="auto">
          <a:xfrm>
            <a:off x="2063553" y="1125539"/>
            <a:ext cx="806489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b="1" dirty="0"/>
              <a:t>1. </a:t>
            </a:r>
            <a:r>
              <a:rPr lang="en-US" altLang="en-US" sz="2000" b="1" dirty="0"/>
              <a:t>Decision making under certainty.</a:t>
            </a:r>
            <a:r>
              <a:rPr lang="en-US" altLang="en-US" sz="2000" dirty="0"/>
              <a:t> </a:t>
            </a:r>
          </a:p>
          <a:p>
            <a:pPr eaLnBrk="1" hangingPunct="1">
              <a:spcBef>
                <a:spcPct val="50000"/>
              </a:spcBef>
            </a:pPr>
            <a:endParaRPr lang="en-US" altLang="en-US" sz="2000" dirty="0"/>
          </a:p>
          <a:p>
            <a:pPr eaLnBrk="1" hangingPunct="1">
              <a:spcBef>
                <a:spcPct val="50000"/>
              </a:spcBef>
            </a:pPr>
            <a:r>
              <a:rPr lang="en-US" altLang="en-US" sz="2000" dirty="0"/>
              <a:t>The simplest of all circumstances occurs when decision making takes place in an environment of complete certainty . </a:t>
            </a:r>
          </a:p>
          <a:p>
            <a:pPr eaLnBrk="1" hangingPunct="1">
              <a:spcBef>
                <a:spcPct val="50000"/>
              </a:spcBef>
            </a:pPr>
            <a:endParaRPr lang="en-US" altLang="en-US" sz="2000" dirty="0"/>
          </a:p>
          <a:p>
            <a:pPr eaLnBrk="1" hangingPunct="1">
              <a:spcBef>
                <a:spcPct val="50000"/>
              </a:spcBef>
            </a:pPr>
            <a:endParaRPr lang="en-US" altLang="en-US" sz="2000" dirty="0"/>
          </a:p>
          <a:p>
            <a:pPr eaLnBrk="1" hangingPunct="1">
              <a:spcBef>
                <a:spcPct val="50000"/>
              </a:spcBef>
            </a:pPr>
            <a:endParaRPr lang="en-US" altLang="en-US" sz="2000" dirty="0"/>
          </a:p>
          <a:p>
            <a:pPr eaLnBrk="1" hangingPunct="1">
              <a:spcBef>
                <a:spcPct val="50000"/>
              </a:spcBef>
            </a:pPr>
            <a:endParaRPr lang="en-US" altLang="en-US" sz="2000" dirty="0"/>
          </a:p>
          <a:p>
            <a:pPr eaLnBrk="1" hangingPunct="1">
              <a:spcBef>
                <a:spcPct val="50000"/>
              </a:spcBef>
            </a:pPr>
            <a:r>
              <a:rPr lang="en-US" altLang="en-US" sz="2000" dirty="0"/>
              <a:t>In our case the investor should bonds because it has the highest estimated payoff of 12 in that column.</a:t>
            </a:r>
          </a:p>
        </p:txBody>
      </p:sp>
      <p:sp>
        <p:nvSpPr>
          <p:cNvPr id="11267" name="AutoShape 5">
            <a:extLst>
              <a:ext uri="{FF2B5EF4-FFF2-40B4-BE49-F238E27FC236}">
                <a16:creationId xmlns:a16="http://schemas.microsoft.com/office/drawing/2014/main" id="{43E5A796-11B6-4D98-A07C-0DB42DEEE823}"/>
              </a:ext>
            </a:extLst>
          </p:cNvPr>
          <p:cNvSpPr>
            <a:spLocks noChangeArrowheads="1"/>
          </p:cNvSpPr>
          <p:nvPr/>
        </p:nvSpPr>
        <p:spPr bwMode="auto">
          <a:xfrm>
            <a:off x="5808663" y="3283768"/>
            <a:ext cx="647700" cy="649288"/>
          </a:xfrm>
          <a:prstGeom prst="downArrow">
            <a:avLst>
              <a:gd name="adj1" fmla="val 50000"/>
              <a:gd name="adj2" fmla="val 2506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Tree>
    <p:extLst>
      <p:ext uri="{BB962C8B-B14F-4D97-AF65-F5344CB8AC3E}">
        <p14:creationId xmlns:p14="http://schemas.microsoft.com/office/powerpoint/2010/main" val="42111706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4">
            <a:extLst>
              <a:ext uri="{FF2B5EF4-FFF2-40B4-BE49-F238E27FC236}">
                <a16:creationId xmlns:a16="http://schemas.microsoft.com/office/drawing/2014/main" id="{60B691F7-E532-4A8E-AA94-131DEA3834C2}"/>
              </a:ext>
            </a:extLst>
          </p:cNvPr>
          <p:cNvSpPr txBox="1">
            <a:spLocks noChangeArrowheads="1"/>
          </p:cNvSpPr>
          <p:nvPr/>
        </p:nvSpPr>
        <p:spPr bwMode="auto">
          <a:xfrm>
            <a:off x="2243126" y="620689"/>
            <a:ext cx="7416824" cy="6601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b="1" dirty="0"/>
              <a:t>2. Decision making under complete uncertainty.</a:t>
            </a:r>
          </a:p>
          <a:p>
            <a:pPr eaLnBrk="1" hangingPunct="1">
              <a:spcBef>
                <a:spcPct val="50000"/>
              </a:spcBef>
            </a:pPr>
            <a:r>
              <a:rPr lang="en-US" altLang="en-US" dirty="0"/>
              <a:t>Under complete uncertainty, the decision maker is ether unable to estimate the probabilities for the occurrence of the different state of nature, or else he/ she lacks confidence in available estimate of probabilities.</a:t>
            </a:r>
          </a:p>
          <a:p>
            <a:pPr eaLnBrk="1" hangingPunct="1">
              <a:spcBef>
                <a:spcPct val="50000"/>
              </a:spcBef>
            </a:pPr>
            <a:endParaRPr lang="en-US" altLang="en-US" dirty="0"/>
          </a:p>
          <a:p>
            <a:pPr eaLnBrk="1" hangingPunct="1">
              <a:spcBef>
                <a:spcPct val="50000"/>
              </a:spcBef>
            </a:pPr>
            <a:endParaRPr lang="en-US" altLang="en-US" dirty="0"/>
          </a:p>
          <a:p>
            <a:pPr eaLnBrk="1" hangingPunct="1">
              <a:spcBef>
                <a:spcPct val="50000"/>
              </a:spcBef>
            </a:pPr>
            <a:r>
              <a:rPr lang="en-US" altLang="en-US" dirty="0"/>
              <a:t>            That is, probabilities are not included in the analysis.</a:t>
            </a:r>
          </a:p>
          <a:p>
            <a:pPr eaLnBrk="1" hangingPunct="1">
              <a:spcBef>
                <a:spcPct val="50000"/>
              </a:spcBef>
            </a:pPr>
            <a:endParaRPr lang="en-US" altLang="en-US" dirty="0"/>
          </a:p>
          <a:p>
            <a:pPr eaLnBrk="1" hangingPunct="1">
              <a:spcBef>
                <a:spcPct val="50000"/>
              </a:spcBef>
            </a:pPr>
            <a:endParaRPr lang="en-US" altLang="en-US" dirty="0"/>
          </a:p>
          <a:p>
            <a:pPr eaLnBrk="1" hangingPunct="1">
              <a:spcBef>
                <a:spcPct val="50000"/>
              </a:spcBef>
            </a:pPr>
            <a:r>
              <a:rPr lang="en-US" altLang="en-US" dirty="0"/>
              <a:t>To solve a problem, we shall consider 5 approaches to decision making under complete uncertainty:</a:t>
            </a:r>
          </a:p>
          <a:p>
            <a:pPr eaLnBrk="1" hangingPunct="1">
              <a:spcBef>
                <a:spcPct val="50000"/>
              </a:spcBef>
            </a:pPr>
            <a:r>
              <a:rPr lang="en-US" altLang="en-US" dirty="0"/>
              <a:t>1. Maxi Max .</a:t>
            </a:r>
          </a:p>
          <a:p>
            <a:pPr eaLnBrk="1" hangingPunct="1">
              <a:spcBef>
                <a:spcPct val="50000"/>
              </a:spcBef>
            </a:pPr>
            <a:r>
              <a:rPr lang="en-US" altLang="en-US" dirty="0"/>
              <a:t>2. Maxi Min .</a:t>
            </a:r>
          </a:p>
          <a:p>
            <a:pPr eaLnBrk="1" hangingPunct="1">
              <a:spcBef>
                <a:spcPct val="50000"/>
              </a:spcBef>
            </a:pPr>
            <a:r>
              <a:rPr lang="en-US" altLang="en-US" dirty="0"/>
              <a:t>3. Equally likely .</a:t>
            </a:r>
          </a:p>
          <a:p>
            <a:pPr eaLnBrk="1" hangingPunct="1">
              <a:spcBef>
                <a:spcPct val="50000"/>
              </a:spcBef>
            </a:pPr>
            <a:r>
              <a:rPr lang="en-US" altLang="en-US" dirty="0"/>
              <a:t>4. Criterion of realism.</a:t>
            </a:r>
          </a:p>
          <a:p>
            <a:pPr eaLnBrk="1" hangingPunct="1">
              <a:spcBef>
                <a:spcPct val="50000"/>
              </a:spcBef>
            </a:pPr>
            <a:r>
              <a:rPr lang="en-US" altLang="en-US" dirty="0"/>
              <a:t>5. Min Max regret .</a:t>
            </a:r>
          </a:p>
          <a:p>
            <a:pPr eaLnBrk="1" hangingPunct="1">
              <a:spcBef>
                <a:spcPct val="50000"/>
              </a:spcBef>
            </a:pPr>
            <a:endParaRPr lang="en-US" altLang="en-US" dirty="0"/>
          </a:p>
        </p:txBody>
      </p:sp>
      <p:sp>
        <p:nvSpPr>
          <p:cNvPr id="12291" name="AutoShape 5">
            <a:extLst>
              <a:ext uri="{FF2B5EF4-FFF2-40B4-BE49-F238E27FC236}">
                <a16:creationId xmlns:a16="http://schemas.microsoft.com/office/drawing/2014/main" id="{55A1F21A-D0FD-4580-9C10-9C18D0920332}"/>
              </a:ext>
            </a:extLst>
          </p:cNvPr>
          <p:cNvSpPr>
            <a:spLocks noChangeArrowheads="1"/>
          </p:cNvSpPr>
          <p:nvPr/>
        </p:nvSpPr>
        <p:spPr bwMode="auto">
          <a:xfrm>
            <a:off x="5589800" y="2276873"/>
            <a:ext cx="360363" cy="504825"/>
          </a:xfrm>
          <a:prstGeom prst="downArrow">
            <a:avLst>
              <a:gd name="adj1" fmla="val 50000"/>
              <a:gd name="adj2" fmla="val 3502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2292" name="AutoShape 6">
            <a:extLst>
              <a:ext uri="{FF2B5EF4-FFF2-40B4-BE49-F238E27FC236}">
                <a16:creationId xmlns:a16="http://schemas.microsoft.com/office/drawing/2014/main" id="{0871CE45-E4F6-4016-8928-CC2EBFD5DE65}"/>
              </a:ext>
            </a:extLst>
          </p:cNvPr>
          <p:cNvSpPr>
            <a:spLocks noChangeArrowheads="1"/>
          </p:cNvSpPr>
          <p:nvPr/>
        </p:nvSpPr>
        <p:spPr bwMode="auto">
          <a:xfrm>
            <a:off x="5589801" y="3429001"/>
            <a:ext cx="360363" cy="504825"/>
          </a:xfrm>
          <a:prstGeom prst="downArrow">
            <a:avLst>
              <a:gd name="adj1" fmla="val 50000"/>
              <a:gd name="adj2" fmla="val 3502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Tree>
    <p:extLst>
      <p:ext uri="{BB962C8B-B14F-4D97-AF65-F5344CB8AC3E}">
        <p14:creationId xmlns:p14="http://schemas.microsoft.com/office/powerpoint/2010/main" val="3781060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4">
            <a:extLst>
              <a:ext uri="{FF2B5EF4-FFF2-40B4-BE49-F238E27FC236}">
                <a16:creationId xmlns:a16="http://schemas.microsoft.com/office/drawing/2014/main" id="{2679B40C-9483-48F0-88C6-BA5F29240D73}"/>
              </a:ext>
            </a:extLst>
          </p:cNvPr>
          <p:cNvSpPr txBox="1">
            <a:spLocks noChangeArrowheads="1"/>
          </p:cNvSpPr>
          <p:nvPr/>
        </p:nvSpPr>
        <p:spPr bwMode="auto">
          <a:xfrm>
            <a:off x="2351584" y="1477392"/>
            <a:ext cx="7704856"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1</a:t>
            </a:r>
            <a:r>
              <a:rPr lang="en-US" altLang="en-US" b="1" dirty="0"/>
              <a:t>. Maxi Max approach :-</a:t>
            </a:r>
          </a:p>
          <a:p>
            <a:pPr eaLnBrk="1" hangingPunct="1">
              <a:spcBef>
                <a:spcPct val="50000"/>
              </a:spcBef>
            </a:pPr>
            <a:r>
              <a:rPr lang="en-US" altLang="en-US" dirty="0"/>
              <a:t>           It is an optimistic view point.</a:t>
            </a:r>
          </a:p>
          <a:p>
            <a:pPr eaLnBrk="1" hangingPunct="1">
              <a:spcBef>
                <a:spcPct val="50000"/>
              </a:spcBef>
            </a:pPr>
            <a:r>
              <a:rPr lang="en-US" altLang="en-US" dirty="0"/>
              <a:t>It’s procedures are simple : choose the best payoff for each alternative and then choose the maximum one among them .</a:t>
            </a:r>
          </a:p>
          <a:p>
            <a:pPr eaLnBrk="1" hangingPunct="1">
              <a:spcBef>
                <a:spcPct val="50000"/>
              </a:spcBef>
            </a:pPr>
            <a:r>
              <a:rPr lang="en-US" altLang="en-US" dirty="0"/>
              <a:t>Consider the example : </a:t>
            </a:r>
          </a:p>
        </p:txBody>
      </p:sp>
      <p:sp>
        <p:nvSpPr>
          <p:cNvPr id="13315" name="Rectangle 5">
            <a:extLst>
              <a:ext uri="{FF2B5EF4-FFF2-40B4-BE49-F238E27FC236}">
                <a16:creationId xmlns:a16="http://schemas.microsoft.com/office/drawing/2014/main" id="{F08F5A2F-7964-4816-901A-D99850192DA9}"/>
              </a:ext>
            </a:extLst>
          </p:cNvPr>
          <p:cNvSpPr>
            <a:spLocks noChangeArrowheads="1"/>
          </p:cNvSpPr>
          <p:nvPr/>
        </p:nvSpPr>
        <p:spPr bwMode="auto">
          <a:xfrm>
            <a:off x="3430588" y="3717578"/>
            <a:ext cx="2952750" cy="18716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3316" name="Line 6">
            <a:extLst>
              <a:ext uri="{FF2B5EF4-FFF2-40B4-BE49-F238E27FC236}">
                <a16:creationId xmlns:a16="http://schemas.microsoft.com/office/drawing/2014/main" id="{0F215EAB-1BA6-4F54-A735-2F399B735984}"/>
              </a:ext>
            </a:extLst>
          </p:cNvPr>
          <p:cNvSpPr>
            <a:spLocks noChangeShapeType="1"/>
          </p:cNvSpPr>
          <p:nvPr/>
        </p:nvSpPr>
        <p:spPr bwMode="auto">
          <a:xfrm>
            <a:off x="4151313" y="3717578"/>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7" name="Line 7">
            <a:extLst>
              <a:ext uri="{FF2B5EF4-FFF2-40B4-BE49-F238E27FC236}">
                <a16:creationId xmlns:a16="http://schemas.microsoft.com/office/drawing/2014/main" id="{253ECE34-6087-46D0-B400-0F74CB7BA3C6}"/>
              </a:ext>
            </a:extLst>
          </p:cNvPr>
          <p:cNvSpPr>
            <a:spLocks noChangeShapeType="1"/>
          </p:cNvSpPr>
          <p:nvPr/>
        </p:nvSpPr>
        <p:spPr bwMode="auto">
          <a:xfrm>
            <a:off x="4872038" y="3717578"/>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8" name="Line 8">
            <a:extLst>
              <a:ext uri="{FF2B5EF4-FFF2-40B4-BE49-F238E27FC236}">
                <a16:creationId xmlns:a16="http://schemas.microsoft.com/office/drawing/2014/main" id="{A5F151F1-28CB-481A-A34C-257F7160EFCE}"/>
              </a:ext>
            </a:extLst>
          </p:cNvPr>
          <p:cNvSpPr>
            <a:spLocks noChangeShapeType="1"/>
          </p:cNvSpPr>
          <p:nvPr/>
        </p:nvSpPr>
        <p:spPr bwMode="auto">
          <a:xfrm>
            <a:off x="5591175" y="3717578"/>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9" name="Line 9">
            <a:extLst>
              <a:ext uri="{FF2B5EF4-FFF2-40B4-BE49-F238E27FC236}">
                <a16:creationId xmlns:a16="http://schemas.microsoft.com/office/drawing/2014/main" id="{8FCC8DB4-5829-44A5-89FF-72515D211AFB}"/>
              </a:ext>
            </a:extLst>
          </p:cNvPr>
          <p:cNvSpPr>
            <a:spLocks noChangeShapeType="1"/>
          </p:cNvSpPr>
          <p:nvPr/>
        </p:nvSpPr>
        <p:spPr bwMode="auto">
          <a:xfrm>
            <a:off x="3430588" y="4220740"/>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20" name="Line 10">
            <a:extLst>
              <a:ext uri="{FF2B5EF4-FFF2-40B4-BE49-F238E27FC236}">
                <a16:creationId xmlns:a16="http://schemas.microsoft.com/office/drawing/2014/main" id="{1BF866FD-CC73-4CFC-BA50-2E0BE40ED2D8}"/>
              </a:ext>
            </a:extLst>
          </p:cNvPr>
          <p:cNvSpPr>
            <a:spLocks noChangeShapeType="1"/>
          </p:cNvSpPr>
          <p:nvPr/>
        </p:nvSpPr>
        <p:spPr bwMode="auto">
          <a:xfrm>
            <a:off x="3430588" y="4723978"/>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21" name="Line 11">
            <a:extLst>
              <a:ext uri="{FF2B5EF4-FFF2-40B4-BE49-F238E27FC236}">
                <a16:creationId xmlns:a16="http://schemas.microsoft.com/office/drawing/2014/main" id="{4F1A2C90-00AA-44E9-A567-24ACF6D6C34D}"/>
              </a:ext>
            </a:extLst>
          </p:cNvPr>
          <p:cNvSpPr>
            <a:spLocks noChangeShapeType="1"/>
          </p:cNvSpPr>
          <p:nvPr/>
        </p:nvSpPr>
        <p:spPr bwMode="auto">
          <a:xfrm>
            <a:off x="3430588" y="5155778"/>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22" name="Text Box 12">
            <a:extLst>
              <a:ext uri="{FF2B5EF4-FFF2-40B4-BE49-F238E27FC236}">
                <a16:creationId xmlns:a16="http://schemas.microsoft.com/office/drawing/2014/main" id="{7A9573FF-5A20-49FC-BB61-A6C5AB7B069A}"/>
              </a:ext>
            </a:extLst>
          </p:cNvPr>
          <p:cNvSpPr txBox="1">
            <a:spLocks noChangeArrowheads="1"/>
          </p:cNvSpPr>
          <p:nvPr/>
        </p:nvSpPr>
        <p:spPr bwMode="auto">
          <a:xfrm>
            <a:off x="4151314" y="42921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3323" name="Text Box 13">
            <a:extLst>
              <a:ext uri="{FF2B5EF4-FFF2-40B4-BE49-F238E27FC236}">
                <a16:creationId xmlns:a16="http://schemas.microsoft.com/office/drawing/2014/main" id="{C1A0FC12-680A-41C7-8FB8-52DF08EF59BC}"/>
              </a:ext>
            </a:extLst>
          </p:cNvPr>
          <p:cNvSpPr txBox="1">
            <a:spLocks noChangeArrowheads="1"/>
          </p:cNvSpPr>
          <p:nvPr/>
        </p:nvSpPr>
        <p:spPr bwMode="auto">
          <a:xfrm>
            <a:off x="4872039" y="42921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16</a:t>
            </a:r>
            <a:endParaRPr lang="en-US" altLang="en-US" sz="1400"/>
          </a:p>
        </p:txBody>
      </p:sp>
      <p:sp>
        <p:nvSpPr>
          <p:cNvPr id="13324" name="Text Box 14">
            <a:extLst>
              <a:ext uri="{FF2B5EF4-FFF2-40B4-BE49-F238E27FC236}">
                <a16:creationId xmlns:a16="http://schemas.microsoft.com/office/drawing/2014/main" id="{75EC5057-3B51-42B0-BD14-B2D591DD84DA}"/>
              </a:ext>
            </a:extLst>
          </p:cNvPr>
          <p:cNvSpPr txBox="1">
            <a:spLocks noChangeArrowheads="1"/>
          </p:cNvSpPr>
          <p:nvPr/>
        </p:nvSpPr>
        <p:spPr bwMode="auto">
          <a:xfrm>
            <a:off x="5591176" y="42921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endParaRPr lang="en-US" altLang="en-US" sz="1400"/>
          </a:p>
        </p:txBody>
      </p:sp>
      <p:sp>
        <p:nvSpPr>
          <p:cNvPr id="13325" name="Text Box 15">
            <a:extLst>
              <a:ext uri="{FF2B5EF4-FFF2-40B4-BE49-F238E27FC236}">
                <a16:creationId xmlns:a16="http://schemas.microsoft.com/office/drawing/2014/main" id="{7D405FD2-743E-4178-9099-D9A7A1DE36EA}"/>
              </a:ext>
            </a:extLst>
          </p:cNvPr>
          <p:cNvSpPr txBox="1">
            <a:spLocks noChangeArrowheads="1"/>
          </p:cNvSpPr>
          <p:nvPr/>
        </p:nvSpPr>
        <p:spPr bwMode="auto">
          <a:xfrm>
            <a:off x="4151314" y="47239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13326" name="Text Box 16">
            <a:extLst>
              <a:ext uri="{FF2B5EF4-FFF2-40B4-BE49-F238E27FC236}">
                <a16:creationId xmlns:a16="http://schemas.microsoft.com/office/drawing/2014/main" id="{1A648BB0-F7BA-49E1-9B0C-1E55872F97E3}"/>
              </a:ext>
            </a:extLst>
          </p:cNvPr>
          <p:cNvSpPr txBox="1">
            <a:spLocks noChangeArrowheads="1"/>
          </p:cNvSpPr>
          <p:nvPr/>
        </p:nvSpPr>
        <p:spPr bwMode="auto">
          <a:xfrm>
            <a:off x="4872039" y="47239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13327" name="Text Box 17">
            <a:extLst>
              <a:ext uri="{FF2B5EF4-FFF2-40B4-BE49-F238E27FC236}">
                <a16:creationId xmlns:a16="http://schemas.microsoft.com/office/drawing/2014/main" id="{C6D089E6-68E6-45A8-95C9-86191EF48517}"/>
              </a:ext>
            </a:extLst>
          </p:cNvPr>
          <p:cNvSpPr txBox="1">
            <a:spLocks noChangeArrowheads="1"/>
          </p:cNvSpPr>
          <p:nvPr/>
        </p:nvSpPr>
        <p:spPr bwMode="auto">
          <a:xfrm>
            <a:off x="5591176" y="47239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13328" name="Text Box 18">
            <a:extLst>
              <a:ext uri="{FF2B5EF4-FFF2-40B4-BE49-F238E27FC236}">
                <a16:creationId xmlns:a16="http://schemas.microsoft.com/office/drawing/2014/main" id="{EC8D2314-7A83-4D23-BB88-802C733D4930}"/>
              </a:ext>
            </a:extLst>
          </p:cNvPr>
          <p:cNvSpPr txBox="1">
            <a:spLocks noChangeArrowheads="1"/>
          </p:cNvSpPr>
          <p:nvPr/>
        </p:nvSpPr>
        <p:spPr bwMode="auto">
          <a:xfrm>
            <a:off x="4151314" y="51557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a:t>
            </a:r>
            <a:endParaRPr lang="en-US" altLang="en-US" sz="1400"/>
          </a:p>
        </p:txBody>
      </p:sp>
      <p:sp>
        <p:nvSpPr>
          <p:cNvPr id="13329" name="Text Box 19">
            <a:extLst>
              <a:ext uri="{FF2B5EF4-FFF2-40B4-BE49-F238E27FC236}">
                <a16:creationId xmlns:a16="http://schemas.microsoft.com/office/drawing/2014/main" id="{F4F2FA42-E83C-4B28-BE08-F734F5A1B93D}"/>
              </a:ext>
            </a:extLst>
          </p:cNvPr>
          <p:cNvSpPr txBox="1">
            <a:spLocks noChangeArrowheads="1"/>
          </p:cNvSpPr>
          <p:nvPr/>
        </p:nvSpPr>
        <p:spPr bwMode="auto">
          <a:xfrm>
            <a:off x="4872039" y="51557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3330" name="Text Box 20">
            <a:extLst>
              <a:ext uri="{FF2B5EF4-FFF2-40B4-BE49-F238E27FC236}">
                <a16:creationId xmlns:a16="http://schemas.microsoft.com/office/drawing/2014/main" id="{51A149A5-F6F3-4C2A-B87E-C0CCDD79AAD4}"/>
              </a:ext>
            </a:extLst>
          </p:cNvPr>
          <p:cNvSpPr txBox="1">
            <a:spLocks noChangeArrowheads="1"/>
          </p:cNvSpPr>
          <p:nvPr/>
        </p:nvSpPr>
        <p:spPr bwMode="auto">
          <a:xfrm>
            <a:off x="5591176" y="51557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15</a:t>
            </a:r>
            <a:endParaRPr lang="en-US" altLang="en-US" sz="1400"/>
          </a:p>
        </p:txBody>
      </p:sp>
      <p:sp>
        <p:nvSpPr>
          <p:cNvPr id="13331" name="Text Box 21">
            <a:extLst>
              <a:ext uri="{FF2B5EF4-FFF2-40B4-BE49-F238E27FC236}">
                <a16:creationId xmlns:a16="http://schemas.microsoft.com/office/drawing/2014/main" id="{65A1E02F-68AC-428D-8155-B93B79FFAA65}"/>
              </a:ext>
            </a:extLst>
          </p:cNvPr>
          <p:cNvSpPr txBox="1">
            <a:spLocks noChangeArrowheads="1"/>
          </p:cNvSpPr>
          <p:nvPr/>
        </p:nvSpPr>
        <p:spPr bwMode="auto">
          <a:xfrm>
            <a:off x="3430589" y="42921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A</a:t>
            </a:r>
          </a:p>
        </p:txBody>
      </p:sp>
      <p:sp>
        <p:nvSpPr>
          <p:cNvPr id="13332" name="Text Box 22">
            <a:extLst>
              <a:ext uri="{FF2B5EF4-FFF2-40B4-BE49-F238E27FC236}">
                <a16:creationId xmlns:a16="http://schemas.microsoft.com/office/drawing/2014/main" id="{699B0749-4350-4CB9-9F15-BADDC588BCF7}"/>
              </a:ext>
            </a:extLst>
          </p:cNvPr>
          <p:cNvSpPr txBox="1">
            <a:spLocks noChangeArrowheads="1"/>
          </p:cNvSpPr>
          <p:nvPr/>
        </p:nvSpPr>
        <p:spPr bwMode="auto">
          <a:xfrm>
            <a:off x="3430589" y="47239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13333" name="Text Box 23">
            <a:extLst>
              <a:ext uri="{FF2B5EF4-FFF2-40B4-BE49-F238E27FC236}">
                <a16:creationId xmlns:a16="http://schemas.microsoft.com/office/drawing/2014/main" id="{741BC72A-706B-432E-93DA-84D68FABDFB7}"/>
              </a:ext>
            </a:extLst>
          </p:cNvPr>
          <p:cNvSpPr txBox="1">
            <a:spLocks noChangeArrowheads="1"/>
          </p:cNvSpPr>
          <p:nvPr/>
        </p:nvSpPr>
        <p:spPr bwMode="auto">
          <a:xfrm>
            <a:off x="3430589" y="515577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C</a:t>
            </a:r>
          </a:p>
        </p:txBody>
      </p:sp>
      <p:sp>
        <p:nvSpPr>
          <p:cNvPr id="13334" name="Text Box 24">
            <a:extLst>
              <a:ext uri="{FF2B5EF4-FFF2-40B4-BE49-F238E27FC236}">
                <a16:creationId xmlns:a16="http://schemas.microsoft.com/office/drawing/2014/main" id="{5FC773AA-8C68-41F3-BFAE-59E1C15D76C6}"/>
              </a:ext>
            </a:extLst>
          </p:cNvPr>
          <p:cNvSpPr txBox="1">
            <a:spLocks noChangeArrowheads="1"/>
          </p:cNvSpPr>
          <p:nvPr/>
        </p:nvSpPr>
        <p:spPr bwMode="auto">
          <a:xfrm>
            <a:off x="4151314" y="378894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S1</a:t>
            </a:r>
          </a:p>
        </p:txBody>
      </p:sp>
      <p:sp>
        <p:nvSpPr>
          <p:cNvPr id="13335" name="Text Box 25">
            <a:extLst>
              <a:ext uri="{FF2B5EF4-FFF2-40B4-BE49-F238E27FC236}">
                <a16:creationId xmlns:a16="http://schemas.microsoft.com/office/drawing/2014/main" id="{537CB51A-6405-4081-85DB-4B9EAA7F0C09}"/>
              </a:ext>
            </a:extLst>
          </p:cNvPr>
          <p:cNvSpPr txBox="1">
            <a:spLocks noChangeArrowheads="1"/>
          </p:cNvSpPr>
          <p:nvPr/>
        </p:nvSpPr>
        <p:spPr bwMode="auto">
          <a:xfrm>
            <a:off x="4872039" y="378894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S2</a:t>
            </a:r>
          </a:p>
        </p:txBody>
      </p:sp>
      <p:sp>
        <p:nvSpPr>
          <p:cNvPr id="13336" name="Text Box 26">
            <a:extLst>
              <a:ext uri="{FF2B5EF4-FFF2-40B4-BE49-F238E27FC236}">
                <a16:creationId xmlns:a16="http://schemas.microsoft.com/office/drawing/2014/main" id="{B3F616C3-6539-4322-8FA0-8EA1023EEE9B}"/>
              </a:ext>
            </a:extLst>
          </p:cNvPr>
          <p:cNvSpPr txBox="1">
            <a:spLocks noChangeArrowheads="1"/>
          </p:cNvSpPr>
          <p:nvPr/>
        </p:nvSpPr>
        <p:spPr bwMode="auto">
          <a:xfrm>
            <a:off x="5591176" y="378894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S3</a:t>
            </a:r>
          </a:p>
        </p:txBody>
      </p:sp>
      <p:sp>
        <p:nvSpPr>
          <p:cNvPr id="13337" name="Text Box 27">
            <a:extLst>
              <a:ext uri="{FF2B5EF4-FFF2-40B4-BE49-F238E27FC236}">
                <a16:creationId xmlns:a16="http://schemas.microsoft.com/office/drawing/2014/main" id="{FFDB8A8F-34AC-46AF-9B12-EE3F8D64AEB5}"/>
              </a:ext>
            </a:extLst>
          </p:cNvPr>
          <p:cNvSpPr txBox="1">
            <a:spLocks noChangeArrowheads="1"/>
          </p:cNvSpPr>
          <p:nvPr/>
        </p:nvSpPr>
        <p:spPr bwMode="auto">
          <a:xfrm>
            <a:off x="6383338" y="3788941"/>
            <a:ext cx="252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Best payoff </a:t>
            </a:r>
          </a:p>
        </p:txBody>
      </p:sp>
      <p:sp>
        <p:nvSpPr>
          <p:cNvPr id="13338" name="Text Box 28">
            <a:extLst>
              <a:ext uri="{FF2B5EF4-FFF2-40B4-BE49-F238E27FC236}">
                <a16:creationId xmlns:a16="http://schemas.microsoft.com/office/drawing/2014/main" id="{E20B33BE-5265-4AEF-8B9E-8487BAD24661}"/>
              </a:ext>
            </a:extLst>
          </p:cNvPr>
          <p:cNvSpPr txBox="1">
            <a:spLocks noChangeArrowheads="1"/>
          </p:cNvSpPr>
          <p:nvPr/>
        </p:nvSpPr>
        <p:spPr bwMode="auto">
          <a:xfrm>
            <a:off x="6600826" y="429376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16</a:t>
            </a:r>
            <a:endParaRPr lang="en-US" altLang="en-US" sz="1400"/>
          </a:p>
        </p:txBody>
      </p:sp>
      <p:sp>
        <p:nvSpPr>
          <p:cNvPr id="13339" name="Text Box 29">
            <a:extLst>
              <a:ext uri="{FF2B5EF4-FFF2-40B4-BE49-F238E27FC236}">
                <a16:creationId xmlns:a16="http://schemas.microsoft.com/office/drawing/2014/main" id="{1715B838-8249-46D3-8E77-E7C2789CA6A0}"/>
              </a:ext>
            </a:extLst>
          </p:cNvPr>
          <p:cNvSpPr txBox="1">
            <a:spLocks noChangeArrowheads="1"/>
          </p:cNvSpPr>
          <p:nvPr/>
        </p:nvSpPr>
        <p:spPr bwMode="auto">
          <a:xfrm>
            <a:off x="6600826" y="472556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13340" name="Text Box 30">
            <a:extLst>
              <a:ext uri="{FF2B5EF4-FFF2-40B4-BE49-F238E27FC236}">
                <a16:creationId xmlns:a16="http://schemas.microsoft.com/office/drawing/2014/main" id="{D29BE1E9-9CCF-4A2D-9619-891C1375251E}"/>
              </a:ext>
            </a:extLst>
          </p:cNvPr>
          <p:cNvSpPr txBox="1">
            <a:spLocks noChangeArrowheads="1"/>
          </p:cNvSpPr>
          <p:nvPr/>
        </p:nvSpPr>
        <p:spPr bwMode="auto">
          <a:xfrm>
            <a:off x="6600826" y="515736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15</a:t>
            </a:r>
            <a:endParaRPr lang="en-US" altLang="en-US" sz="1400"/>
          </a:p>
        </p:txBody>
      </p:sp>
      <p:sp>
        <p:nvSpPr>
          <p:cNvPr id="13341" name="Text Box 31">
            <a:extLst>
              <a:ext uri="{FF2B5EF4-FFF2-40B4-BE49-F238E27FC236}">
                <a16:creationId xmlns:a16="http://schemas.microsoft.com/office/drawing/2014/main" id="{82D9371C-D23A-40CD-A77C-78EA5398EC9B}"/>
              </a:ext>
            </a:extLst>
          </p:cNvPr>
          <p:cNvSpPr txBox="1">
            <a:spLocks noChangeArrowheads="1"/>
          </p:cNvSpPr>
          <p:nvPr/>
        </p:nvSpPr>
        <p:spPr bwMode="auto">
          <a:xfrm>
            <a:off x="7391401" y="4293766"/>
            <a:ext cx="2447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maximum</a:t>
            </a:r>
          </a:p>
        </p:txBody>
      </p:sp>
      <p:sp>
        <p:nvSpPr>
          <p:cNvPr id="13342" name="Line 32">
            <a:extLst>
              <a:ext uri="{FF2B5EF4-FFF2-40B4-BE49-F238E27FC236}">
                <a16:creationId xmlns:a16="http://schemas.microsoft.com/office/drawing/2014/main" id="{A9496713-96BE-4325-AA73-82893D223785}"/>
              </a:ext>
            </a:extLst>
          </p:cNvPr>
          <p:cNvSpPr>
            <a:spLocks noChangeShapeType="1"/>
          </p:cNvSpPr>
          <p:nvPr/>
        </p:nvSpPr>
        <p:spPr bwMode="auto">
          <a:xfrm flipH="1">
            <a:off x="7104063" y="4509665"/>
            <a:ext cx="3603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43" name="Line 33">
            <a:extLst>
              <a:ext uri="{FF2B5EF4-FFF2-40B4-BE49-F238E27FC236}">
                <a16:creationId xmlns:a16="http://schemas.microsoft.com/office/drawing/2014/main" id="{17D205F3-0A9C-4FAC-AF59-4C065EBFA238}"/>
              </a:ext>
            </a:extLst>
          </p:cNvPr>
          <p:cNvSpPr>
            <a:spLocks noChangeShapeType="1"/>
          </p:cNvSpPr>
          <p:nvPr/>
        </p:nvSpPr>
        <p:spPr bwMode="auto">
          <a:xfrm>
            <a:off x="6456364" y="4222328"/>
            <a:ext cx="1368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597156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4">
            <a:extLst>
              <a:ext uri="{FF2B5EF4-FFF2-40B4-BE49-F238E27FC236}">
                <a16:creationId xmlns:a16="http://schemas.microsoft.com/office/drawing/2014/main" id="{F832B4DA-4799-4885-86B3-A5469D04310C}"/>
              </a:ext>
            </a:extLst>
          </p:cNvPr>
          <p:cNvSpPr txBox="1">
            <a:spLocks noChangeArrowheads="1"/>
          </p:cNvSpPr>
          <p:nvPr/>
        </p:nvSpPr>
        <p:spPr bwMode="auto">
          <a:xfrm>
            <a:off x="2279577" y="757312"/>
            <a:ext cx="7272808"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2</a:t>
            </a:r>
            <a:r>
              <a:rPr lang="en-US" altLang="en-US" b="1" dirty="0"/>
              <a:t>. Maxi Min approach :-</a:t>
            </a:r>
          </a:p>
          <a:p>
            <a:pPr eaLnBrk="1" hangingPunct="1">
              <a:spcBef>
                <a:spcPct val="50000"/>
              </a:spcBef>
            </a:pPr>
            <a:r>
              <a:rPr lang="en-US" altLang="en-US" dirty="0"/>
              <a:t>It is an pessimistic view point.</a:t>
            </a:r>
          </a:p>
          <a:p>
            <a:pPr eaLnBrk="1" hangingPunct="1">
              <a:spcBef>
                <a:spcPct val="50000"/>
              </a:spcBef>
            </a:pPr>
            <a:r>
              <a:rPr lang="en-US" altLang="en-US" dirty="0"/>
              <a:t>It’s procedures are simple : choose(  worst  ) payoff for each alternative and then choose the maximum one among them .</a:t>
            </a:r>
          </a:p>
          <a:p>
            <a:pPr eaLnBrk="1" hangingPunct="1">
              <a:spcBef>
                <a:spcPct val="50000"/>
              </a:spcBef>
            </a:pPr>
            <a:r>
              <a:rPr lang="en-US" altLang="en-US" dirty="0"/>
              <a:t>Consider the example : </a:t>
            </a:r>
          </a:p>
        </p:txBody>
      </p:sp>
      <p:sp>
        <p:nvSpPr>
          <p:cNvPr id="14339" name="Text Box 5">
            <a:extLst>
              <a:ext uri="{FF2B5EF4-FFF2-40B4-BE49-F238E27FC236}">
                <a16:creationId xmlns:a16="http://schemas.microsoft.com/office/drawing/2014/main" id="{E3F1A001-A303-4812-AEF8-DEA61149B6A9}"/>
              </a:ext>
            </a:extLst>
          </p:cNvPr>
          <p:cNvSpPr txBox="1">
            <a:spLocks noChangeArrowheads="1"/>
          </p:cNvSpPr>
          <p:nvPr/>
        </p:nvSpPr>
        <p:spPr bwMode="auto">
          <a:xfrm>
            <a:off x="5519937" y="1381597"/>
            <a:ext cx="1368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1600" dirty="0"/>
              <a:t>Minimum</a:t>
            </a:r>
          </a:p>
        </p:txBody>
      </p:sp>
      <p:sp>
        <p:nvSpPr>
          <p:cNvPr id="14340" name="Rectangle 6">
            <a:extLst>
              <a:ext uri="{FF2B5EF4-FFF2-40B4-BE49-F238E27FC236}">
                <a16:creationId xmlns:a16="http://schemas.microsoft.com/office/drawing/2014/main" id="{3535BC2A-4E63-45AE-867A-C56F979EEFA5}"/>
              </a:ext>
            </a:extLst>
          </p:cNvPr>
          <p:cNvSpPr>
            <a:spLocks noChangeArrowheads="1"/>
          </p:cNvSpPr>
          <p:nvPr/>
        </p:nvSpPr>
        <p:spPr bwMode="auto">
          <a:xfrm>
            <a:off x="3430588" y="3501554"/>
            <a:ext cx="2952750" cy="18716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4341" name="Line 7">
            <a:extLst>
              <a:ext uri="{FF2B5EF4-FFF2-40B4-BE49-F238E27FC236}">
                <a16:creationId xmlns:a16="http://schemas.microsoft.com/office/drawing/2014/main" id="{E73D38D1-363D-44E8-99D1-FE148CB3ECF1}"/>
              </a:ext>
            </a:extLst>
          </p:cNvPr>
          <p:cNvSpPr>
            <a:spLocks noChangeShapeType="1"/>
          </p:cNvSpPr>
          <p:nvPr/>
        </p:nvSpPr>
        <p:spPr bwMode="auto">
          <a:xfrm>
            <a:off x="4151313" y="3501554"/>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2" name="Line 8">
            <a:extLst>
              <a:ext uri="{FF2B5EF4-FFF2-40B4-BE49-F238E27FC236}">
                <a16:creationId xmlns:a16="http://schemas.microsoft.com/office/drawing/2014/main" id="{C4353E8B-9525-4AF7-AB5D-B1260102F2F2}"/>
              </a:ext>
            </a:extLst>
          </p:cNvPr>
          <p:cNvSpPr>
            <a:spLocks noChangeShapeType="1"/>
          </p:cNvSpPr>
          <p:nvPr/>
        </p:nvSpPr>
        <p:spPr bwMode="auto">
          <a:xfrm>
            <a:off x="4872038" y="3501554"/>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3" name="Line 9">
            <a:extLst>
              <a:ext uri="{FF2B5EF4-FFF2-40B4-BE49-F238E27FC236}">
                <a16:creationId xmlns:a16="http://schemas.microsoft.com/office/drawing/2014/main" id="{33A1857E-D714-44F0-AEE0-B62DF56C26BF}"/>
              </a:ext>
            </a:extLst>
          </p:cNvPr>
          <p:cNvSpPr>
            <a:spLocks noChangeShapeType="1"/>
          </p:cNvSpPr>
          <p:nvPr/>
        </p:nvSpPr>
        <p:spPr bwMode="auto">
          <a:xfrm>
            <a:off x="5591175" y="3501554"/>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4" name="Line 10">
            <a:extLst>
              <a:ext uri="{FF2B5EF4-FFF2-40B4-BE49-F238E27FC236}">
                <a16:creationId xmlns:a16="http://schemas.microsoft.com/office/drawing/2014/main" id="{0675B66B-5EF0-474D-88B9-A100752B6B99}"/>
              </a:ext>
            </a:extLst>
          </p:cNvPr>
          <p:cNvSpPr>
            <a:spLocks noChangeShapeType="1"/>
          </p:cNvSpPr>
          <p:nvPr/>
        </p:nvSpPr>
        <p:spPr bwMode="auto">
          <a:xfrm>
            <a:off x="3430588" y="4006378"/>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5" name="Line 11">
            <a:extLst>
              <a:ext uri="{FF2B5EF4-FFF2-40B4-BE49-F238E27FC236}">
                <a16:creationId xmlns:a16="http://schemas.microsoft.com/office/drawing/2014/main" id="{32686400-C688-4795-9E32-7589F68A54C1}"/>
              </a:ext>
            </a:extLst>
          </p:cNvPr>
          <p:cNvSpPr>
            <a:spLocks noChangeShapeType="1"/>
          </p:cNvSpPr>
          <p:nvPr/>
        </p:nvSpPr>
        <p:spPr bwMode="auto">
          <a:xfrm>
            <a:off x="3430588" y="4509616"/>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6" name="Line 12">
            <a:extLst>
              <a:ext uri="{FF2B5EF4-FFF2-40B4-BE49-F238E27FC236}">
                <a16:creationId xmlns:a16="http://schemas.microsoft.com/office/drawing/2014/main" id="{DD66D6B2-B8FE-415D-884E-AF2A8918CAEF}"/>
              </a:ext>
            </a:extLst>
          </p:cNvPr>
          <p:cNvSpPr>
            <a:spLocks noChangeShapeType="1"/>
          </p:cNvSpPr>
          <p:nvPr/>
        </p:nvSpPr>
        <p:spPr bwMode="auto">
          <a:xfrm>
            <a:off x="3430588" y="4941416"/>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7" name="Text Box 13">
            <a:extLst>
              <a:ext uri="{FF2B5EF4-FFF2-40B4-BE49-F238E27FC236}">
                <a16:creationId xmlns:a16="http://schemas.microsoft.com/office/drawing/2014/main" id="{BBD85AB6-7D38-47F5-8296-8BB42ACD415C}"/>
              </a:ext>
            </a:extLst>
          </p:cNvPr>
          <p:cNvSpPr txBox="1">
            <a:spLocks noChangeArrowheads="1"/>
          </p:cNvSpPr>
          <p:nvPr/>
        </p:nvSpPr>
        <p:spPr bwMode="auto">
          <a:xfrm>
            <a:off x="4151314" y="40778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4348" name="Text Box 14">
            <a:extLst>
              <a:ext uri="{FF2B5EF4-FFF2-40B4-BE49-F238E27FC236}">
                <a16:creationId xmlns:a16="http://schemas.microsoft.com/office/drawing/2014/main" id="{052F8589-C4E2-4435-B038-03A246C64AD0}"/>
              </a:ext>
            </a:extLst>
          </p:cNvPr>
          <p:cNvSpPr txBox="1">
            <a:spLocks noChangeArrowheads="1"/>
          </p:cNvSpPr>
          <p:nvPr/>
        </p:nvSpPr>
        <p:spPr bwMode="auto">
          <a:xfrm>
            <a:off x="4872039" y="40778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16</a:t>
            </a:r>
            <a:endParaRPr lang="en-US" altLang="en-US" sz="1400"/>
          </a:p>
        </p:txBody>
      </p:sp>
      <p:sp>
        <p:nvSpPr>
          <p:cNvPr id="14349" name="Text Box 15">
            <a:extLst>
              <a:ext uri="{FF2B5EF4-FFF2-40B4-BE49-F238E27FC236}">
                <a16:creationId xmlns:a16="http://schemas.microsoft.com/office/drawing/2014/main" id="{1CD669B3-D434-46C0-87A7-75365EA6975A}"/>
              </a:ext>
            </a:extLst>
          </p:cNvPr>
          <p:cNvSpPr txBox="1">
            <a:spLocks noChangeArrowheads="1"/>
          </p:cNvSpPr>
          <p:nvPr/>
        </p:nvSpPr>
        <p:spPr bwMode="auto">
          <a:xfrm>
            <a:off x="5591176" y="40778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endParaRPr lang="en-US" altLang="en-US" sz="1400"/>
          </a:p>
        </p:txBody>
      </p:sp>
      <p:sp>
        <p:nvSpPr>
          <p:cNvPr id="14350" name="Text Box 16">
            <a:extLst>
              <a:ext uri="{FF2B5EF4-FFF2-40B4-BE49-F238E27FC236}">
                <a16:creationId xmlns:a16="http://schemas.microsoft.com/office/drawing/2014/main" id="{DBE25E69-05E5-4C03-ABEE-0D7E998CFA14}"/>
              </a:ext>
            </a:extLst>
          </p:cNvPr>
          <p:cNvSpPr txBox="1">
            <a:spLocks noChangeArrowheads="1"/>
          </p:cNvSpPr>
          <p:nvPr/>
        </p:nvSpPr>
        <p:spPr bwMode="auto">
          <a:xfrm>
            <a:off x="4151314" y="45096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5</a:t>
            </a:r>
            <a:endParaRPr lang="en-US" altLang="en-US" sz="1400"/>
          </a:p>
        </p:txBody>
      </p:sp>
      <p:sp>
        <p:nvSpPr>
          <p:cNvPr id="14351" name="Text Box 17">
            <a:extLst>
              <a:ext uri="{FF2B5EF4-FFF2-40B4-BE49-F238E27FC236}">
                <a16:creationId xmlns:a16="http://schemas.microsoft.com/office/drawing/2014/main" id="{49DD26F5-2093-4D49-92DF-C3CA817655BA}"/>
              </a:ext>
            </a:extLst>
          </p:cNvPr>
          <p:cNvSpPr txBox="1">
            <a:spLocks noChangeArrowheads="1"/>
          </p:cNvSpPr>
          <p:nvPr/>
        </p:nvSpPr>
        <p:spPr bwMode="auto">
          <a:xfrm>
            <a:off x="4872039" y="45096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14352" name="Text Box 18">
            <a:extLst>
              <a:ext uri="{FF2B5EF4-FFF2-40B4-BE49-F238E27FC236}">
                <a16:creationId xmlns:a16="http://schemas.microsoft.com/office/drawing/2014/main" id="{D72A90E4-99F2-45D4-BFB7-07C2EE7D40F1}"/>
              </a:ext>
            </a:extLst>
          </p:cNvPr>
          <p:cNvSpPr txBox="1">
            <a:spLocks noChangeArrowheads="1"/>
          </p:cNvSpPr>
          <p:nvPr/>
        </p:nvSpPr>
        <p:spPr bwMode="auto">
          <a:xfrm>
            <a:off x="5591176" y="45096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14353" name="Text Box 19">
            <a:extLst>
              <a:ext uri="{FF2B5EF4-FFF2-40B4-BE49-F238E27FC236}">
                <a16:creationId xmlns:a16="http://schemas.microsoft.com/office/drawing/2014/main" id="{84B0A7A6-EA91-4CD8-9E4D-FB899A45F37C}"/>
              </a:ext>
            </a:extLst>
          </p:cNvPr>
          <p:cNvSpPr txBox="1">
            <a:spLocks noChangeArrowheads="1"/>
          </p:cNvSpPr>
          <p:nvPr/>
        </p:nvSpPr>
        <p:spPr bwMode="auto">
          <a:xfrm>
            <a:off x="4151314" y="49414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a:t>
            </a:r>
            <a:endParaRPr lang="en-US" altLang="en-US" sz="1400"/>
          </a:p>
        </p:txBody>
      </p:sp>
      <p:sp>
        <p:nvSpPr>
          <p:cNvPr id="14354" name="Text Box 20">
            <a:extLst>
              <a:ext uri="{FF2B5EF4-FFF2-40B4-BE49-F238E27FC236}">
                <a16:creationId xmlns:a16="http://schemas.microsoft.com/office/drawing/2014/main" id="{FCAB4116-8AC6-438D-94C9-21B099BDED55}"/>
              </a:ext>
            </a:extLst>
          </p:cNvPr>
          <p:cNvSpPr txBox="1">
            <a:spLocks noChangeArrowheads="1"/>
          </p:cNvSpPr>
          <p:nvPr/>
        </p:nvSpPr>
        <p:spPr bwMode="auto">
          <a:xfrm>
            <a:off x="4872039" y="49414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4355" name="Text Box 21">
            <a:extLst>
              <a:ext uri="{FF2B5EF4-FFF2-40B4-BE49-F238E27FC236}">
                <a16:creationId xmlns:a16="http://schemas.microsoft.com/office/drawing/2014/main" id="{8BB73487-63BC-42F7-882D-49218AAF575C}"/>
              </a:ext>
            </a:extLst>
          </p:cNvPr>
          <p:cNvSpPr txBox="1">
            <a:spLocks noChangeArrowheads="1"/>
          </p:cNvSpPr>
          <p:nvPr/>
        </p:nvSpPr>
        <p:spPr bwMode="auto">
          <a:xfrm>
            <a:off x="5591176" y="49414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15</a:t>
            </a:r>
            <a:endParaRPr lang="en-US" altLang="en-US" sz="1400"/>
          </a:p>
        </p:txBody>
      </p:sp>
      <p:sp>
        <p:nvSpPr>
          <p:cNvPr id="14356" name="Text Box 22">
            <a:extLst>
              <a:ext uri="{FF2B5EF4-FFF2-40B4-BE49-F238E27FC236}">
                <a16:creationId xmlns:a16="http://schemas.microsoft.com/office/drawing/2014/main" id="{B77D3F14-9100-4C09-968B-31DCE3F3C997}"/>
              </a:ext>
            </a:extLst>
          </p:cNvPr>
          <p:cNvSpPr txBox="1">
            <a:spLocks noChangeArrowheads="1"/>
          </p:cNvSpPr>
          <p:nvPr/>
        </p:nvSpPr>
        <p:spPr bwMode="auto">
          <a:xfrm>
            <a:off x="3430589" y="40778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A</a:t>
            </a:r>
          </a:p>
        </p:txBody>
      </p:sp>
      <p:sp>
        <p:nvSpPr>
          <p:cNvPr id="14357" name="Text Box 23">
            <a:extLst>
              <a:ext uri="{FF2B5EF4-FFF2-40B4-BE49-F238E27FC236}">
                <a16:creationId xmlns:a16="http://schemas.microsoft.com/office/drawing/2014/main" id="{B3EAC9B1-CF83-46E7-9959-6ED2F8B8703C}"/>
              </a:ext>
            </a:extLst>
          </p:cNvPr>
          <p:cNvSpPr txBox="1">
            <a:spLocks noChangeArrowheads="1"/>
          </p:cNvSpPr>
          <p:nvPr/>
        </p:nvSpPr>
        <p:spPr bwMode="auto">
          <a:xfrm>
            <a:off x="3430589" y="45096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14358" name="Text Box 24">
            <a:extLst>
              <a:ext uri="{FF2B5EF4-FFF2-40B4-BE49-F238E27FC236}">
                <a16:creationId xmlns:a16="http://schemas.microsoft.com/office/drawing/2014/main" id="{D7605CB1-F4DE-4721-8752-620DFA26696C}"/>
              </a:ext>
            </a:extLst>
          </p:cNvPr>
          <p:cNvSpPr txBox="1">
            <a:spLocks noChangeArrowheads="1"/>
          </p:cNvSpPr>
          <p:nvPr/>
        </p:nvSpPr>
        <p:spPr bwMode="auto">
          <a:xfrm>
            <a:off x="3430589" y="4941416"/>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C</a:t>
            </a:r>
          </a:p>
        </p:txBody>
      </p:sp>
      <p:sp>
        <p:nvSpPr>
          <p:cNvPr id="14359" name="Text Box 25">
            <a:extLst>
              <a:ext uri="{FF2B5EF4-FFF2-40B4-BE49-F238E27FC236}">
                <a16:creationId xmlns:a16="http://schemas.microsoft.com/office/drawing/2014/main" id="{9AF6BD8A-7A31-410E-8665-643548880BA7}"/>
              </a:ext>
            </a:extLst>
          </p:cNvPr>
          <p:cNvSpPr txBox="1">
            <a:spLocks noChangeArrowheads="1"/>
          </p:cNvSpPr>
          <p:nvPr/>
        </p:nvSpPr>
        <p:spPr bwMode="auto">
          <a:xfrm>
            <a:off x="4151314" y="3574579"/>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S1</a:t>
            </a:r>
          </a:p>
        </p:txBody>
      </p:sp>
      <p:sp>
        <p:nvSpPr>
          <p:cNvPr id="14360" name="Text Box 26">
            <a:extLst>
              <a:ext uri="{FF2B5EF4-FFF2-40B4-BE49-F238E27FC236}">
                <a16:creationId xmlns:a16="http://schemas.microsoft.com/office/drawing/2014/main" id="{A17480DD-7BCA-491B-85C8-6FA68A33850F}"/>
              </a:ext>
            </a:extLst>
          </p:cNvPr>
          <p:cNvSpPr txBox="1">
            <a:spLocks noChangeArrowheads="1"/>
          </p:cNvSpPr>
          <p:nvPr/>
        </p:nvSpPr>
        <p:spPr bwMode="auto">
          <a:xfrm>
            <a:off x="4872039" y="3574579"/>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S2</a:t>
            </a:r>
          </a:p>
        </p:txBody>
      </p:sp>
      <p:sp>
        <p:nvSpPr>
          <p:cNvPr id="14361" name="Text Box 27">
            <a:extLst>
              <a:ext uri="{FF2B5EF4-FFF2-40B4-BE49-F238E27FC236}">
                <a16:creationId xmlns:a16="http://schemas.microsoft.com/office/drawing/2014/main" id="{11EF557F-F514-4AF8-9EC6-F4D8428F228D}"/>
              </a:ext>
            </a:extLst>
          </p:cNvPr>
          <p:cNvSpPr txBox="1">
            <a:spLocks noChangeArrowheads="1"/>
          </p:cNvSpPr>
          <p:nvPr/>
        </p:nvSpPr>
        <p:spPr bwMode="auto">
          <a:xfrm>
            <a:off x="5591176" y="3574579"/>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S3</a:t>
            </a:r>
          </a:p>
        </p:txBody>
      </p:sp>
      <p:sp>
        <p:nvSpPr>
          <p:cNvPr id="14362" name="Text Box 28">
            <a:extLst>
              <a:ext uri="{FF2B5EF4-FFF2-40B4-BE49-F238E27FC236}">
                <a16:creationId xmlns:a16="http://schemas.microsoft.com/office/drawing/2014/main" id="{5AB4D58F-285A-46D6-9764-7719345459D7}"/>
              </a:ext>
            </a:extLst>
          </p:cNvPr>
          <p:cNvSpPr txBox="1">
            <a:spLocks noChangeArrowheads="1"/>
          </p:cNvSpPr>
          <p:nvPr/>
        </p:nvSpPr>
        <p:spPr bwMode="auto">
          <a:xfrm>
            <a:off x="6383338" y="3574579"/>
            <a:ext cx="252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Worst payoff </a:t>
            </a:r>
          </a:p>
        </p:txBody>
      </p:sp>
      <p:sp>
        <p:nvSpPr>
          <p:cNvPr id="14363" name="Text Box 29">
            <a:extLst>
              <a:ext uri="{FF2B5EF4-FFF2-40B4-BE49-F238E27FC236}">
                <a16:creationId xmlns:a16="http://schemas.microsoft.com/office/drawing/2014/main" id="{7701476E-78C7-4B75-8374-7C4AFC609C6A}"/>
              </a:ext>
            </a:extLst>
          </p:cNvPr>
          <p:cNvSpPr txBox="1">
            <a:spLocks noChangeArrowheads="1"/>
          </p:cNvSpPr>
          <p:nvPr/>
        </p:nvSpPr>
        <p:spPr bwMode="auto">
          <a:xfrm>
            <a:off x="6600826" y="4079404"/>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4364" name="Text Box 30">
            <a:extLst>
              <a:ext uri="{FF2B5EF4-FFF2-40B4-BE49-F238E27FC236}">
                <a16:creationId xmlns:a16="http://schemas.microsoft.com/office/drawing/2014/main" id="{9FF6A08E-752B-4653-9F3F-48DF65D70967}"/>
              </a:ext>
            </a:extLst>
          </p:cNvPr>
          <p:cNvSpPr txBox="1">
            <a:spLocks noChangeArrowheads="1"/>
          </p:cNvSpPr>
          <p:nvPr/>
        </p:nvSpPr>
        <p:spPr bwMode="auto">
          <a:xfrm>
            <a:off x="6600826" y="4511204"/>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5</a:t>
            </a:r>
            <a:endParaRPr lang="en-US" altLang="en-US" sz="1400"/>
          </a:p>
        </p:txBody>
      </p:sp>
      <p:sp>
        <p:nvSpPr>
          <p:cNvPr id="14365" name="Text Box 31">
            <a:extLst>
              <a:ext uri="{FF2B5EF4-FFF2-40B4-BE49-F238E27FC236}">
                <a16:creationId xmlns:a16="http://schemas.microsoft.com/office/drawing/2014/main" id="{4A63B290-A274-4859-9FFE-ECADBBCAFDA9}"/>
              </a:ext>
            </a:extLst>
          </p:cNvPr>
          <p:cNvSpPr txBox="1">
            <a:spLocks noChangeArrowheads="1"/>
          </p:cNvSpPr>
          <p:nvPr/>
        </p:nvSpPr>
        <p:spPr bwMode="auto">
          <a:xfrm>
            <a:off x="6600826" y="4943004"/>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a:t>
            </a:r>
            <a:endParaRPr lang="en-US" altLang="en-US" sz="1400"/>
          </a:p>
        </p:txBody>
      </p:sp>
      <p:sp>
        <p:nvSpPr>
          <p:cNvPr id="14366" name="Text Box 32">
            <a:extLst>
              <a:ext uri="{FF2B5EF4-FFF2-40B4-BE49-F238E27FC236}">
                <a16:creationId xmlns:a16="http://schemas.microsoft.com/office/drawing/2014/main" id="{330225C3-F55C-43C9-A14E-D013803666F0}"/>
              </a:ext>
            </a:extLst>
          </p:cNvPr>
          <p:cNvSpPr txBox="1">
            <a:spLocks noChangeArrowheads="1"/>
          </p:cNvSpPr>
          <p:nvPr/>
        </p:nvSpPr>
        <p:spPr bwMode="auto">
          <a:xfrm>
            <a:off x="7391401" y="4079454"/>
            <a:ext cx="2447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maximum</a:t>
            </a:r>
          </a:p>
        </p:txBody>
      </p:sp>
      <p:sp>
        <p:nvSpPr>
          <p:cNvPr id="14367" name="Line 33">
            <a:extLst>
              <a:ext uri="{FF2B5EF4-FFF2-40B4-BE49-F238E27FC236}">
                <a16:creationId xmlns:a16="http://schemas.microsoft.com/office/drawing/2014/main" id="{A104AA4E-AE48-4A67-B8CF-0E08F8874EB9}"/>
              </a:ext>
            </a:extLst>
          </p:cNvPr>
          <p:cNvSpPr>
            <a:spLocks noChangeShapeType="1"/>
          </p:cNvSpPr>
          <p:nvPr/>
        </p:nvSpPr>
        <p:spPr bwMode="auto">
          <a:xfrm flipH="1">
            <a:off x="7104063" y="4295303"/>
            <a:ext cx="3603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68" name="Text Box 34">
            <a:extLst>
              <a:ext uri="{FF2B5EF4-FFF2-40B4-BE49-F238E27FC236}">
                <a16:creationId xmlns:a16="http://schemas.microsoft.com/office/drawing/2014/main" id="{074B4E4D-9B49-4E03-8664-D1E8F6D2BE9A}"/>
              </a:ext>
            </a:extLst>
          </p:cNvPr>
          <p:cNvSpPr txBox="1">
            <a:spLocks noChangeArrowheads="1"/>
          </p:cNvSpPr>
          <p:nvPr/>
        </p:nvSpPr>
        <p:spPr bwMode="auto">
          <a:xfrm>
            <a:off x="6454777" y="3344701"/>
            <a:ext cx="13684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Minimum</a:t>
            </a:r>
          </a:p>
        </p:txBody>
      </p:sp>
      <p:sp>
        <p:nvSpPr>
          <p:cNvPr id="14369" name="Line 35">
            <a:extLst>
              <a:ext uri="{FF2B5EF4-FFF2-40B4-BE49-F238E27FC236}">
                <a16:creationId xmlns:a16="http://schemas.microsoft.com/office/drawing/2014/main" id="{33CFA5B5-19A0-4B63-A1D0-FBD97C4C7826}"/>
              </a:ext>
            </a:extLst>
          </p:cNvPr>
          <p:cNvSpPr>
            <a:spLocks noChangeShapeType="1"/>
          </p:cNvSpPr>
          <p:nvPr/>
        </p:nvSpPr>
        <p:spPr bwMode="auto">
          <a:xfrm>
            <a:off x="6383338" y="4006378"/>
            <a:ext cx="11509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7773220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a:extLst>
              <a:ext uri="{FF2B5EF4-FFF2-40B4-BE49-F238E27FC236}">
                <a16:creationId xmlns:a16="http://schemas.microsoft.com/office/drawing/2014/main" id="{081AC90F-A50A-4D70-A895-05CFB86789FB}"/>
              </a:ext>
            </a:extLst>
          </p:cNvPr>
          <p:cNvSpPr txBox="1">
            <a:spLocks noChangeArrowheads="1"/>
          </p:cNvSpPr>
          <p:nvPr/>
        </p:nvSpPr>
        <p:spPr bwMode="auto">
          <a:xfrm>
            <a:off x="2179649" y="755120"/>
            <a:ext cx="8065021"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3. Equally likely approach:</a:t>
            </a:r>
          </a:p>
          <a:p>
            <a:pPr eaLnBrk="1" hangingPunct="1">
              <a:spcBef>
                <a:spcPct val="50000"/>
              </a:spcBef>
            </a:pPr>
            <a:r>
              <a:rPr lang="en-US" altLang="en-US" dirty="0"/>
              <a:t>The decision maker should not focus on either high or low payoffs, but should treat all payoff ( actually, all states of nature ) as of they were equally likely averaging row payoffs accomplishes this. </a:t>
            </a:r>
          </a:p>
          <a:p>
            <a:pPr eaLnBrk="1" hangingPunct="1">
              <a:spcBef>
                <a:spcPct val="50000"/>
              </a:spcBef>
            </a:pPr>
            <a:endParaRPr lang="en-US" altLang="en-US" dirty="0"/>
          </a:p>
          <a:p>
            <a:pPr eaLnBrk="1" hangingPunct="1">
              <a:spcBef>
                <a:spcPct val="50000"/>
              </a:spcBef>
            </a:pPr>
            <a:r>
              <a:rPr lang="en-US" altLang="en-US" dirty="0"/>
              <a:t> Consider the example :</a:t>
            </a:r>
          </a:p>
        </p:txBody>
      </p:sp>
      <p:sp>
        <p:nvSpPr>
          <p:cNvPr id="15363" name="Rectangle 5">
            <a:extLst>
              <a:ext uri="{FF2B5EF4-FFF2-40B4-BE49-F238E27FC236}">
                <a16:creationId xmlns:a16="http://schemas.microsoft.com/office/drawing/2014/main" id="{9CAD5905-649C-4193-9CA0-5702EEF18361}"/>
              </a:ext>
            </a:extLst>
          </p:cNvPr>
          <p:cNvSpPr>
            <a:spLocks noChangeArrowheads="1"/>
          </p:cNvSpPr>
          <p:nvPr/>
        </p:nvSpPr>
        <p:spPr bwMode="auto">
          <a:xfrm>
            <a:off x="3430588" y="3068638"/>
            <a:ext cx="2952750" cy="18716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5364" name="Line 6">
            <a:extLst>
              <a:ext uri="{FF2B5EF4-FFF2-40B4-BE49-F238E27FC236}">
                <a16:creationId xmlns:a16="http://schemas.microsoft.com/office/drawing/2014/main" id="{223D8983-EB63-4C69-ACA9-8072DFDA634B}"/>
              </a:ext>
            </a:extLst>
          </p:cNvPr>
          <p:cNvSpPr>
            <a:spLocks noChangeShapeType="1"/>
          </p:cNvSpPr>
          <p:nvPr/>
        </p:nvSpPr>
        <p:spPr bwMode="auto">
          <a:xfrm>
            <a:off x="4151313" y="3068638"/>
            <a:ext cx="0" cy="1871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5" name="Line 7">
            <a:extLst>
              <a:ext uri="{FF2B5EF4-FFF2-40B4-BE49-F238E27FC236}">
                <a16:creationId xmlns:a16="http://schemas.microsoft.com/office/drawing/2014/main" id="{36E8F033-95F2-4C01-A67D-D1241F375D6F}"/>
              </a:ext>
            </a:extLst>
          </p:cNvPr>
          <p:cNvSpPr>
            <a:spLocks noChangeShapeType="1"/>
          </p:cNvSpPr>
          <p:nvPr/>
        </p:nvSpPr>
        <p:spPr bwMode="auto">
          <a:xfrm>
            <a:off x="4872038" y="3068638"/>
            <a:ext cx="0" cy="1871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6" name="Line 8">
            <a:extLst>
              <a:ext uri="{FF2B5EF4-FFF2-40B4-BE49-F238E27FC236}">
                <a16:creationId xmlns:a16="http://schemas.microsoft.com/office/drawing/2014/main" id="{08FB95F9-9BE8-48ED-A7B0-2DBC9A808874}"/>
              </a:ext>
            </a:extLst>
          </p:cNvPr>
          <p:cNvSpPr>
            <a:spLocks noChangeShapeType="1"/>
          </p:cNvSpPr>
          <p:nvPr/>
        </p:nvSpPr>
        <p:spPr bwMode="auto">
          <a:xfrm>
            <a:off x="5591175" y="3068638"/>
            <a:ext cx="0" cy="1871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7" name="Line 9">
            <a:extLst>
              <a:ext uri="{FF2B5EF4-FFF2-40B4-BE49-F238E27FC236}">
                <a16:creationId xmlns:a16="http://schemas.microsoft.com/office/drawing/2014/main" id="{EE746570-C4D8-40BC-8DC9-C5E3A99B2F1F}"/>
              </a:ext>
            </a:extLst>
          </p:cNvPr>
          <p:cNvSpPr>
            <a:spLocks noChangeShapeType="1"/>
          </p:cNvSpPr>
          <p:nvPr/>
        </p:nvSpPr>
        <p:spPr bwMode="auto">
          <a:xfrm>
            <a:off x="3430588" y="3573463"/>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8" name="Line 10">
            <a:extLst>
              <a:ext uri="{FF2B5EF4-FFF2-40B4-BE49-F238E27FC236}">
                <a16:creationId xmlns:a16="http://schemas.microsoft.com/office/drawing/2014/main" id="{62D4EF41-FCE7-4E65-990D-8CBB0E2B4481}"/>
              </a:ext>
            </a:extLst>
          </p:cNvPr>
          <p:cNvSpPr>
            <a:spLocks noChangeShapeType="1"/>
          </p:cNvSpPr>
          <p:nvPr/>
        </p:nvSpPr>
        <p:spPr bwMode="auto">
          <a:xfrm>
            <a:off x="3430588" y="4076700"/>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9" name="Line 11">
            <a:extLst>
              <a:ext uri="{FF2B5EF4-FFF2-40B4-BE49-F238E27FC236}">
                <a16:creationId xmlns:a16="http://schemas.microsoft.com/office/drawing/2014/main" id="{DDB997AD-CEBC-46BF-A785-D396A1D08CB9}"/>
              </a:ext>
            </a:extLst>
          </p:cNvPr>
          <p:cNvSpPr>
            <a:spLocks noChangeShapeType="1"/>
          </p:cNvSpPr>
          <p:nvPr/>
        </p:nvSpPr>
        <p:spPr bwMode="auto">
          <a:xfrm>
            <a:off x="3430588" y="4508500"/>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0" name="Text Box 12">
            <a:extLst>
              <a:ext uri="{FF2B5EF4-FFF2-40B4-BE49-F238E27FC236}">
                <a16:creationId xmlns:a16="http://schemas.microsoft.com/office/drawing/2014/main" id="{9FF68D92-1D6F-4504-B39C-AF1A3AA6630B}"/>
              </a:ext>
            </a:extLst>
          </p:cNvPr>
          <p:cNvSpPr txBox="1">
            <a:spLocks noChangeArrowheads="1"/>
          </p:cNvSpPr>
          <p:nvPr/>
        </p:nvSpPr>
        <p:spPr bwMode="auto">
          <a:xfrm>
            <a:off x="4151314" y="36449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5371" name="Text Box 13">
            <a:extLst>
              <a:ext uri="{FF2B5EF4-FFF2-40B4-BE49-F238E27FC236}">
                <a16:creationId xmlns:a16="http://schemas.microsoft.com/office/drawing/2014/main" id="{B12C3FB2-4095-4C06-A481-CF9B395F9773}"/>
              </a:ext>
            </a:extLst>
          </p:cNvPr>
          <p:cNvSpPr txBox="1">
            <a:spLocks noChangeArrowheads="1"/>
          </p:cNvSpPr>
          <p:nvPr/>
        </p:nvSpPr>
        <p:spPr bwMode="auto">
          <a:xfrm>
            <a:off x="4872039" y="36449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16</a:t>
            </a:r>
            <a:endParaRPr lang="en-US" altLang="en-US" sz="1400"/>
          </a:p>
        </p:txBody>
      </p:sp>
      <p:sp>
        <p:nvSpPr>
          <p:cNvPr id="15372" name="Text Box 14">
            <a:extLst>
              <a:ext uri="{FF2B5EF4-FFF2-40B4-BE49-F238E27FC236}">
                <a16:creationId xmlns:a16="http://schemas.microsoft.com/office/drawing/2014/main" id="{95CFA0C9-23A6-4BCF-BA26-F32B028A6C3B}"/>
              </a:ext>
            </a:extLst>
          </p:cNvPr>
          <p:cNvSpPr txBox="1">
            <a:spLocks noChangeArrowheads="1"/>
          </p:cNvSpPr>
          <p:nvPr/>
        </p:nvSpPr>
        <p:spPr bwMode="auto">
          <a:xfrm>
            <a:off x="5591176" y="36449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endParaRPr lang="en-US" altLang="en-US" sz="1400"/>
          </a:p>
        </p:txBody>
      </p:sp>
      <p:sp>
        <p:nvSpPr>
          <p:cNvPr id="15373" name="Text Box 15">
            <a:extLst>
              <a:ext uri="{FF2B5EF4-FFF2-40B4-BE49-F238E27FC236}">
                <a16:creationId xmlns:a16="http://schemas.microsoft.com/office/drawing/2014/main" id="{89677D86-629E-44AD-B249-49C25371594B}"/>
              </a:ext>
            </a:extLst>
          </p:cNvPr>
          <p:cNvSpPr txBox="1">
            <a:spLocks noChangeArrowheads="1"/>
          </p:cNvSpPr>
          <p:nvPr/>
        </p:nvSpPr>
        <p:spPr bwMode="auto">
          <a:xfrm>
            <a:off x="4151314" y="40767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5</a:t>
            </a:r>
            <a:endParaRPr lang="en-US" altLang="en-US" sz="1400"/>
          </a:p>
        </p:txBody>
      </p:sp>
      <p:sp>
        <p:nvSpPr>
          <p:cNvPr id="15374" name="Text Box 16">
            <a:extLst>
              <a:ext uri="{FF2B5EF4-FFF2-40B4-BE49-F238E27FC236}">
                <a16:creationId xmlns:a16="http://schemas.microsoft.com/office/drawing/2014/main" id="{9FC678EE-FE01-425B-A9EA-B4B3D64EA3EE}"/>
              </a:ext>
            </a:extLst>
          </p:cNvPr>
          <p:cNvSpPr txBox="1">
            <a:spLocks noChangeArrowheads="1"/>
          </p:cNvSpPr>
          <p:nvPr/>
        </p:nvSpPr>
        <p:spPr bwMode="auto">
          <a:xfrm>
            <a:off x="4872039" y="40767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15375" name="Text Box 17">
            <a:extLst>
              <a:ext uri="{FF2B5EF4-FFF2-40B4-BE49-F238E27FC236}">
                <a16:creationId xmlns:a16="http://schemas.microsoft.com/office/drawing/2014/main" id="{D1D974CD-A004-4F62-B8BC-D4A317298938}"/>
              </a:ext>
            </a:extLst>
          </p:cNvPr>
          <p:cNvSpPr txBox="1">
            <a:spLocks noChangeArrowheads="1"/>
          </p:cNvSpPr>
          <p:nvPr/>
        </p:nvSpPr>
        <p:spPr bwMode="auto">
          <a:xfrm>
            <a:off x="5591176" y="40767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15376" name="Text Box 18">
            <a:extLst>
              <a:ext uri="{FF2B5EF4-FFF2-40B4-BE49-F238E27FC236}">
                <a16:creationId xmlns:a16="http://schemas.microsoft.com/office/drawing/2014/main" id="{3F6F6140-E82A-4BC0-80A7-BD84BA99AD4B}"/>
              </a:ext>
            </a:extLst>
          </p:cNvPr>
          <p:cNvSpPr txBox="1">
            <a:spLocks noChangeArrowheads="1"/>
          </p:cNvSpPr>
          <p:nvPr/>
        </p:nvSpPr>
        <p:spPr bwMode="auto">
          <a:xfrm>
            <a:off x="4151314" y="45085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a:t>
            </a:r>
            <a:endParaRPr lang="en-US" altLang="en-US" sz="1400"/>
          </a:p>
        </p:txBody>
      </p:sp>
      <p:sp>
        <p:nvSpPr>
          <p:cNvPr id="15377" name="Text Box 19">
            <a:extLst>
              <a:ext uri="{FF2B5EF4-FFF2-40B4-BE49-F238E27FC236}">
                <a16:creationId xmlns:a16="http://schemas.microsoft.com/office/drawing/2014/main" id="{C00200E9-2DB8-405A-B275-2FE14BA3E6DB}"/>
              </a:ext>
            </a:extLst>
          </p:cNvPr>
          <p:cNvSpPr txBox="1">
            <a:spLocks noChangeArrowheads="1"/>
          </p:cNvSpPr>
          <p:nvPr/>
        </p:nvSpPr>
        <p:spPr bwMode="auto">
          <a:xfrm>
            <a:off x="4872039" y="45085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5378" name="Text Box 20">
            <a:extLst>
              <a:ext uri="{FF2B5EF4-FFF2-40B4-BE49-F238E27FC236}">
                <a16:creationId xmlns:a16="http://schemas.microsoft.com/office/drawing/2014/main" id="{8B6A714A-5395-4259-A39F-1AAED096540B}"/>
              </a:ext>
            </a:extLst>
          </p:cNvPr>
          <p:cNvSpPr txBox="1">
            <a:spLocks noChangeArrowheads="1"/>
          </p:cNvSpPr>
          <p:nvPr/>
        </p:nvSpPr>
        <p:spPr bwMode="auto">
          <a:xfrm>
            <a:off x="5591176" y="45085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15</a:t>
            </a:r>
            <a:endParaRPr lang="en-US" altLang="en-US" sz="1400"/>
          </a:p>
        </p:txBody>
      </p:sp>
      <p:sp>
        <p:nvSpPr>
          <p:cNvPr id="15379" name="Text Box 21">
            <a:extLst>
              <a:ext uri="{FF2B5EF4-FFF2-40B4-BE49-F238E27FC236}">
                <a16:creationId xmlns:a16="http://schemas.microsoft.com/office/drawing/2014/main" id="{B7BA75A9-7C65-4976-B264-BE230CF6BEB3}"/>
              </a:ext>
            </a:extLst>
          </p:cNvPr>
          <p:cNvSpPr txBox="1">
            <a:spLocks noChangeArrowheads="1"/>
          </p:cNvSpPr>
          <p:nvPr/>
        </p:nvSpPr>
        <p:spPr bwMode="auto">
          <a:xfrm>
            <a:off x="3430589" y="36449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A</a:t>
            </a:r>
          </a:p>
        </p:txBody>
      </p:sp>
      <p:sp>
        <p:nvSpPr>
          <p:cNvPr id="15380" name="Text Box 22">
            <a:extLst>
              <a:ext uri="{FF2B5EF4-FFF2-40B4-BE49-F238E27FC236}">
                <a16:creationId xmlns:a16="http://schemas.microsoft.com/office/drawing/2014/main" id="{F367E6A7-9ABF-4120-8AD1-204847F562E3}"/>
              </a:ext>
            </a:extLst>
          </p:cNvPr>
          <p:cNvSpPr txBox="1">
            <a:spLocks noChangeArrowheads="1"/>
          </p:cNvSpPr>
          <p:nvPr/>
        </p:nvSpPr>
        <p:spPr bwMode="auto">
          <a:xfrm>
            <a:off x="3430589" y="40767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15381" name="Text Box 23">
            <a:extLst>
              <a:ext uri="{FF2B5EF4-FFF2-40B4-BE49-F238E27FC236}">
                <a16:creationId xmlns:a16="http://schemas.microsoft.com/office/drawing/2014/main" id="{D9CC1958-4690-467A-9224-18D3678E3FF0}"/>
              </a:ext>
            </a:extLst>
          </p:cNvPr>
          <p:cNvSpPr txBox="1">
            <a:spLocks noChangeArrowheads="1"/>
          </p:cNvSpPr>
          <p:nvPr/>
        </p:nvSpPr>
        <p:spPr bwMode="auto">
          <a:xfrm>
            <a:off x="3430589" y="45085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C</a:t>
            </a:r>
          </a:p>
        </p:txBody>
      </p:sp>
      <p:sp>
        <p:nvSpPr>
          <p:cNvPr id="15382" name="Text Box 24">
            <a:extLst>
              <a:ext uri="{FF2B5EF4-FFF2-40B4-BE49-F238E27FC236}">
                <a16:creationId xmlns:a16="http://schemas.microsoft.com/office/drawing/2014/main" id="{ABE08DB3-B4EA-4369-ACCC-F1A7C94DEEA2}"/>
              </a:ext>
            </a:extLst>
          </p:cNvPr>
          <p:cNvSpPr txBox="1">
            <a:spLocks noChangeArrowheads="1"/>
          </p:cNvSpPr>
          <p:nvPr/>
        </p:nvSpPr>
        <p:spPr bwMode="auto">
          <a:xfrm>
            <a:off x="4151314" y="314166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S1</a:t>
            </a:r>
          </a:p>
        </p:txBody>
      </p:sp>
      <p:sp>
        <p:nvSpPr>
          <p:cNvPr id="15383" name="Text Box 25">
            <a:extLst>
              <a:ext uri="{FF2B5EF4-FFF2-40B4-BE49-F238E27FC236}">
                <a16:creationId xmlns:a16="http://schemas.microsoft.com/office/drawing/2014/main" id="{01553F29-F98F-4582-98BA-3880BC6AC1A4}"/>
              </a:ext>
            </a:extLst>
          </p:cNvPr>
          <p:cNvSpPr txBox="1">
            <a:spLocks noChangeArrowheads="1"/>
          </p:cNvSpPr>
          <p:nvPr/>
        </p:nvSpPr>
        <p:spPr bwMode="auto">
          <a:xfrm>
            <a:off x="4872039" y="314166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S2</a:t>
            </a:r>
          </a:p>
        </p:txBody>
      </p:sp>
      <p:sp>
        <p:nvSpPr>
          <p:cNvPr id="15384" name="Text Box 26">
            <a:extLst>
              <a:ext uri="{FF2B5EF4-FFF2-40B4-BE49-F238E27FC236}">
                <a16:creationId xmlns:a16="http://schemas.microsoft.com/office/drawing/2014/main" id="{8A06CCD3-C361-4D49-81DA-9840CC55A233}"/>
              </a:ext>
            </a:extLst>
          </p:cNvPr>
          <p:cNvSpPr txBox="1">
            <a:spLocks noChangeArrowheads="1"/>
          </p:cNvSpPr>
          <p:nvPr/>
        </p:nvSpPr>
        <p:spPr bwMode="auto">
          <a:xfrm>
            <a:off x="5591176" y="314166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S3</a:t>
            </a:r>
          </a:p>
        </p:txBody>
      </p:sp>
      <p:sp>
        <p:nvSpPr>
          <p:cNvPr id="15385" name="Text Box 27">
            <a:extLst>
              <a:ext uri="{FF2B5EF4-FFF2-40B4-BE49-F238E27FC236}">
                <a16:creationId xmlns:a16="http://schemas.microsoft.com/office/drawing/2014/main" id="{D2FDCFD0-D360-4E8A-8369-0B2A02186ABA}"/>
              </a:ext>
            </a:extLst>
          </p:cNvPr>
          <p:cNvSpPr txBox="1">
            <a:spLocks noChangeArrowheads="1"/>
          </p:cNvSpPr>
          <p:nvPr/>
        </p:nvSpPr>
        <p:spPr bwMode="auto">
          <a:xfrm>
            <a:off x="6383338" y="3133290"/>
            <a:ext cx="2520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Expected payoff </a:t>
            </a:r>
          </a:p>
        </p:txBody>
      </p:sp>
      <p:sp>
        <p:nvSpPr>
          <p:cNvPr id="15386" name="Text Box 28">
            <a:extLst>
              <a:ext uri="{FF2B5EF4-FFF2-40B4-BE49-F238E27FC236}">
                <a16:creationId xmlns:a16="http://schemas.microsoft.com/office/drawing/2014/main" id="{69927C01-3316-4ADC-8616-8959938D6B46}"/>
              </a:ext>
            </a:extLst>
          </p:cNvPr>
          <p:cNvSpPr txBox="1">
            <a:spLocks noChangeArrowheads="1"/>
          </p:cNvSpPr>
          <p:nvPr/>
        </p:nvSpPr>
        <p:spPr bwMode="auto">
          <a:xfrm>
            <a:off x="6276961" y="3666510"/>
            <a:ext cx="15128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dirty="0"/>
              <a:t>(4 + 16 + 12)/ 3</a:t>
            </a:r>
          </a:p>
        </p:txBody>
      </p:sp>
      <p:sp>
        <p:nvSpPr>
          <p:cNvPr id="15387" name="Text Box 29">
            <a:extLst>
              <a:ext uri="{FF2B5EF4-FFF2-40B4-BE49-F238E27FC236}">
                <a16:creationId xmlns:a16="http://schemas.microsoft.com/office/drawing/2014/main" id="{9AF73A12-14BD-428D-AF49-28DE374B39FB}"/>
              </a:ext>
            </a:extLst>
          </p:cNvPr>
          <p:cNvSpPr txBox="1">
            <a:spLocks noChangeArrowheads="1"/>
          </p:cNvSpPr>
          <p:nvPr/>
        </p:nvSpPr>
        <p:spPr bwMode="auto">
          <a:xfrm>
            <a:off x="6212160" y="4077072"/>
            <a:ext cx="158432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dirty="0"/>
              <a:t>(5 + 6 + 10)/ 3</a:t>
            </a:r>
          </a:p>
        </p:txBody>
      </p:sp>
      <p:sp>
        <p:nvSpPr>
          <p:cNvPr id="15388" name="Text Box 30">
            <a:extLst>
              <a:ext uri="{FF2B5EF4-FFF2-40B4-BE49-F238E27FC236}">
                <a16:creationId xmlns:a16="http://schemas.microsoft.com/office/drawing/2014/main" id="{6F0A9E9E-92DB-42F6-A917-EECF2A048432}"/>
              </a:ext>
            </a:extLst>
          </p:cNvPr>
          <p:cNvSpPr txBox="1">
            <a:spLocks noChangeArrowheads="1"/>
          </p:cNvSpPr>
          <p:nvPr/>
        </p:nvSpPr>
        <p:spPr bwMode="auto">
          <a:xfrm>
            <a:off x="6337159" y="4581525"/>
            <a:ext cx="136842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dirty="0"/>
              <a:t>(-1 + 4 + 15)/3</a:t>
            </a:r>
          </a:p>
        </p:txBody>
      </p:sp>
      <p:sp>
        <p:nvSpPr>
          <p:cNvPr id="15389" name="Text Box 31">
            <a:extLst>
              <a:ext uri="{FF2B5EF4-FFF2-40B4-BE49-F238E27FC236}">
                <a16:creationId xmlns:a16="http://schemas.microsoft.com/office/drawing/2014/main" id="{5C04BECF-6A35-4104-9EB7-1B08F2B64ECC}"/>
              </a:ext>
            </a:extLst>
          </p:cNvPr>
          <p:cNvSpPr txBox="1">
            <a:spLocks noChangeArrowheads="1"/>
          </p:cNvSpPr>
          <p:nvPr/>
        </p:nvSpPr>
        <p:spPr bwMode="auto">
          <a:xfrm>
            <a:off x="8904288" y="3638978"/>
            <a:ext cx="12239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maximum</a:t>
            </a:r>
          </a:p>
        </p:txBody>
      </p:sp>
      <p:sp>
        <p:nvSpPr>
          <p:cNvPr id="15390" name="Line 32">
            <a:extLst>
              <a:ext uri="{FF2B5EF4-FFF2-40B4-BE49-F238E27FC236}">
                <a16:creationId xmlns:a16="http://schemas.microsoft.com/office/drawing/2014/main" id="{1EB70AFD-2890-44B2-BAF6-A21DBAE7D411}"/>
              </a:ext>
            </a:extLst>
          </p:cNvPr>
          <p:cNvSpPr>
            <a:spLocks noChangeShapeType="1"/>
          </p:cNvSpPr>
          <p:nvPr/>
        </p:nvSpPr>
        <p:spPr bwMode="auto">
          <a:xfrm flipH="1">
            <a:off x="8562832" y="3828256"/>
            <a:ext cx="360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91" name="Line 34">
            <a:extLst>
              <a:ext uri="{FF2B5EF4-FFF2-40B4-BE49-F238E27FC236}">
                <a16:creationId xmlns:a16="http://schemas.microsoft.com/office/drawing/2014/main" id="{CB4A7D49-7C26-4381-8059-E431301EE269}"/>
              </a:ext>
            </a:extLst>
          </p:cNvPr>
          <p:cNvSpPr>
            <a:spLocks noChangeShapeType="1"/>
          </p:cNvSpPr>
          <p:nvPr/>
        </p:nvSpPr>
        <p:spPr bwMode="auto">
          <a:xfrm>
            <a:off x="6311900" y="4076700"/>
            <a:ext cx="11509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92" name="Text Box 35">
            <a:extLst>
              <a:ext uri="{FF2B5EF4-FFF2-40B4-BE49-F238E27FC236}">
                <a16:creationId xmlns:a16="http://schemas.microsoft.com/office/drawing/2014/main" id="{85FCC8B0-22DA-4148-B2DE-61FAABE2D196}"/>
              </a:ext>
            </a:extLst>
          </p:cNvPr>
          <p:cNvSpPr txBox="1">
            <a:spLocks noChangeArrowheads="1"/>
          </p:cNvSpPr>
          <p:nvPr/>
        </p:nvSpPr>
        <p:spPr bwMode="auto">
          <a:xfrm>
            <a:off x="7608788" y="3645024"/>
            <a:ext cx="1079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 = 12.40</a:t>
            </a:r>
          </a:p>
        </p:txBody>
      </p:sp>
      <p:sp>
        <p:nvSpPr>
          <p:cNvPr id="15393" name="Line 36">
            <a:extLst>
              <a:ext uri="{FF2B5EF4-FFF2-40B4-BE49-F238E27FC236}">
                <a16:creationId xmlns:a16="http://schemas.microsoft.com/office/drawing/2014/main" id="{7F68DDA7-A7DE-401C-BB53-781C51D492D5}"/>
              </a:ext>
            </a:extLst>
          </p:cNvPr>
          <p:cNvSpPr>
            <a:spLocks noChangeShapeType="1"/>
          </p:cNvSpPr>
          <p:nvPr/>
        </p:nvSpPr>
        <p:spPr bwMode="auto">
          <a:xfrm>
            <a:off x="6383338" y="4508500"/>
            <a:ext cx="11509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94" name="Line 37">
            <a:extLst>
              <a:ext uri="{FF2B5EF4-FFF2-40B4-BE49-F238E27FC236}">
                <a16:creationId xmlns:a16="http://schemas.microsoft.com/office/drawing/2014/main" id="{5F64B021-287F-44A3-8A4E-99DC30347EFB}"/>
              </a:ext>
            </a:extLst>
          </p:cNvPr>
          <p:cNvSpPr>
            <a:spLocks noChangeShapeType="1"/>
          </p:cNvSpPr>
          <p:nvPr/>
        </p:nvSpPr>
        <p:spPr bwMode="auto">
          <a:xfrm>
            <a:off x="6383338" y="4940300"/>
            <a:ext cx="11509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95" name="Text Box 38">
            <a:extLst>
              <a:ext uri="{FF2B5EF4-FFF2-40B4-BE49-F238E27FC236}">
                <a16:creationId xmlns:a16="http://schemas.microsoft.com/office/drawing/2014/main" id="{ACBFBDBB-C82B-42B7-9F81-00F8636682CE}"/>
              </a:ext>
            </a:extLst>
          </p:cNvPr>
          <p:cNvSpPr txBox="1">
            <a:spLocks noChangeArrowheads="1"/>
          </p:cNvSpPr>
          <p:nvPr/>
        </p:nvSpPr>
        <p:spPr bwMode="auto">
          <a:xfrm>
            <a:off x="7608788" y="4103546"/>
            <a:ext cx="1079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 = 7.00</a:t>
            </a:r>
          </a:p>
        </p:txBody>
      </p:sp>
      <p:sp>
        <p:nvSpPr>
          <p:cNvPr id="15396" name="Text Box 39">
            <a:extLst>
              <a:ext uri="{FF2B5EF4-FFF2-40B4-BE49-F238E27FC236}">
                <a16:creationId xmlns:a16="http://schemas.microsoft.com/office/drawing/2014/main" id="{68FED935-F67B-4A32-9169-4F80FF37782F}"/>
              </a:ext>
            </a:extLst>
          </p:cNvPr>
          <p:cNvSpPr txBox="1">
            <a:spLocks noChangeArrowheads="1"/>
          </p:cNvSpPr>
          <p:nvPr/>
        </p:nvSpPr>
        <p:spPr bwMode="auto">
          <a:xfrm>
            <a:off x="7608788" y="4597547"/>
            <a:ext cx="1079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 = 6.30</a:t>
            </a:r>
          </a:p>
        </p:txBody>
      </p:sp>
    </p:spTree>
    <p:extLst>
      <p:ext uri="{BB962C8B-B14F-4D97-AF65-F5344CB8AC3E}">
        <p14:creationId xmlns:p14="http://schemas.microsoft.com/office/powerpoint/2010/main" val="363329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4">
            <a:extLst>
              <a:ext uri="{FF2B5EF4-FFF2-40B4-BE49-F238E27FC236}">
                <a16:creationId xmlns:a16="http://schemas.microsoft.com/office/drawing/2014/main" id="{69DFE90F-1EDC-473E-99B1-EDB296DEB50C}"/>
              </a:ext>
            </a:extLst>
          </p:cNvPr>
          <p:cNvSpPr txBox="1">
            <a:spLocks noChangeArrowheads="1"/>
          </p:cNvSpPr>
          <p:nvPr/>
        </p:nvSpPr>
        <p:spPr bwMode="auto">
          <a:xfrm>
            <a:off x="2351584" y="692696"/>
            <a:ext cx="759703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4. Criterion of realism :</a:t>
            </a:r>
          </a:p>
          <a:p>
            <a:pPr eaLnBrk="1" hangingPunct="1">
              <a:spcBef>
                <a:spcPct val="50000"/>
              </a:spcBef>
            </a:pPr>
            <a:r>
              <a:rPr lang="en-US" altLang="en-US" dirty="0"/>
              <a:t>Many people views maxi min criterion as pessimistic because they believe that the decision maker must assume that the worst will occur. </a:t>
            </a:r>
          </a:p>
          <a:p>
            <a:pPr marL="285750" indent="-285750" eaLnBrk="1" hangingPunct="1">
              <a:spcBef>
                <a:spcPct val="50000"/>
              </a:spcBef>
              <a:buFont typeface="Wingdings" panose="05000000000000000000" pitchFamily="2" charset="2"/>
              <a:buChar char="§"/>
            </a:pPr>
            <a:r>
              <a:rPr lang="en-US" altLang="en-US" dirty="0"/>
              <a:t>The opposite views for maxi max, they are optimistic.</a:t>
            </a:r>
          </a:p>
          <a:p>
            <a:pPr marL="285750" indent="-285750" eaLnBrk="1" hangingPunct="1">
              <a:spcBef>
                <a:spcPct val="50000"/>
              </a:spcBef>
              <a:buFont typeface="Wingdings" panose="05000000000000000000" pitchFamily="2" charset="2"/>
              <a:buChar char="§"/>
            </a:pPr>
            <a:r>
              <a:rPr lang="en-US" altLang="en-US" dirty="0"/>
              <a:t>Criterion of realize combine the tow opposite views points.</a:t>
            </a:r>
          </a:p>
          <a:p>
            <a:pPr marL="285750" indent="-285750" eaLnBrk="1" hangingPunct="1">
              <a:spcBef>
                <a:spcPct val="50000"/>
              </a:spcBef>
              <a:buFont typeface="Wingdings" panose="05000000000000000000" pitchFamily="2" charset="2"/>
              <a:buChar char="§"/>
            </a:pPr>
            <a:endParaRPr lang="en-US" altLang="en-US" sz="1200" dirty="0"/>
          </a:p>
          <a:p>
            <a:pPr eaLnBrk="1" hangingPunct="1">
              <a:spcBef>
                <a:spcPct val="50000"/>
              </a:spcBef>
            </a:pPr>
            <a:endParaRPr lang="en-US" altLang="en-US" dirty="0"/>
          </a:p>
          <a:p>
            <a:pPr eaLnBrk="1" hangingPunct="1">
              <a:spcBef>
                <a:spcPct val="50000"/>
              </a:spcBef>
            </a:pPr>
            <a:r>
              <a:rPr lang="en-US" altLang="en-US" dirty="0"/>
              <a:t>So we need to know the percent of optimistic and the percent of pessimistic.</a:t>
            </a:r>
          </a:p>
          <a:p>
            <a:pPr eaLnBrk="1" hangingPunct="1">
              <a:spcBef>
                <a:spcPct val="50000"/>
              </a:spcBef>
            </a:pPr>
            <a:endParaRPr lang="en-US" altLang="en-US" dirty="0"/>
          </a:p>
          <a:p>
            <a:pPr eaLnBrk="1" hangingPunct="1">
              <a:spcBef>
                <a:spcPct val="50000"/>
              </a:spcBef>
            </a:pPr>
            <a:endParaRPr lang="en-US" altLang="en-US" sz="1400" dirty="0"/>
          </a:p>
          <a:p>
            <a:pPr marL="285750" indent="-285750" eaLnBrk="1" hangingPunct="1">
              <a:spcBef>
                <a:spcPct val="50000"/>
              </a:spcBef>
              <a:buFont typeface="Wingdings" panose="05000000000000000000" pitchFamily="2" charset="2"/>
              <a:buChar char="v"/>
            </a:pPr>
            <a:r>
              <a:rPr lang="en-US" altLang="en-US" dirty="0"/>
              <a:t>Suppose that: </a:t>
            </a:r>
          </a:p>
          <a:p>
            <a:pPr eaLnBrk="1" hangingPunct="1">
              <a:spcBef>
                <a:spcPct val="50000"/>
              </a:spcBef>
            </a:pPr>
            <a:r>
              <a:rPr lang="en-US" altLang="en-US" dirty="0"/>
              <a:t>                     60% optimistic.</a:t>
            </a:r>
          </a:p>
          <a:p>
            <a:pPr eaLnBrk="1" hangingPunct="1">
              <a:spcBef>
                <a:spcPct val="50000"/>
              </a:spcBef>
            </a:pPr>
            <a:r>
              <a:rPr lang="en-US" altLang="en-US" dirty="0"/>
              <a:t>                     40% pessimistic.</a:t>
            </a:r>
          </a:p>
          <a:p>
            <a:pPr eaLnBrk="1" hangingPunct="1">
              <a:spcBef>
                <a:spcPct val="50000"/>
              </a:spcBef>
            </a:pPr>
            <a:endParaRPr lang="en-US" altLang="en-US" dirty="0"/>
          </a:p>
          <a:p>
            <a:pPr eaLnBrk="1" hangingPunct="1">
              <a:spcBef>
                <a:spcPct val="50000"/>
              </a:spcBef>
            </a:pPr>
            <a:r>
              <a:rPr lang="en-US" altLang="en-US" b="1" dirty="0"/>
              <a:t>Expected value = worst payoff ( % pessimistic ) + best payoff ( % optimistic )</a:t>
            </a:r>
            <a:r>
              <a:rPr lang="en-US" altLang="en-US" dirty="0"/>
              <a:t> </a:t>
            </a:r>
          </a:p>
        </p:txBody>
      </p:sp>
      <p:sp>
        <p:nvSpPr>
          <p:cNvPr id="16387" name="AutoShape 5">
            <a:extLst>
              <a:ext uri="{FF2B5EF4-FFF2-40B4-BE49-F238E27FC236}">
                <a16:creationId xmlns:a16="http://schemas.microsoft.com/office/drawing/2014/main" id="{6BA3A035-B45C-4054-A073-B3345868FA47}"/>
              </a:ext>
            </a:extLst>
          </p:cNvPr>
          <p:cNvSpPr>
            <a:spLocks noChangeArrowheads="1"/>
          </p:cNvSpPr>
          <p:nvPr/>
        </p:nvSpPr>
        <p:spPr bwMode="auto">
          <a:xfrm>
            <a:off x="5591945" y="2708920"/>
            <a:ext cx="358775" cy="504056"/>
          </a:xfrm>
          <a:prstGeom prst="downArrow">
            <a:avLst>
              <a:gd name="adj1" fmla="val 50000"/>
              <a:gd name="adj2" fmla="val 3008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6388" name="AutoShape 6">
            <a:extLst>
              <a:ext uri="{FF2B5EF4-FFF2-40B4-BE49-F238E27FC236}">
                <a16:creationId xmlns:a16="http://schemas.microsoft.com/office/drawing/2014/main" id="{9EF2CFB8-7961-4E96-BC3F-172DF2783FAA}"/>
              </a:ext>
            </a:extLst>
          </p:cNvPr>
          <p:cNvSpPr>
            <a:spLocks noChangeArrowheads="1"/>
          </p:cNvSpPr>
          <p:nvPr/>
        </p:nvSpPr>
        <p:spPr bwMode="auto">
          <a:xfrm>
            <a:off x="5591945" y="3789040"/>
            <a:ext cx="358775" cy="576064"/>
          </a:xfrm>
          <a:prstGeom prst="downArrow">
            <a:avLst>
              <a:gd name="adj1" fmla="val 50000"/>
              <a:gd name="adj2" fmla="val 3008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Tree>
    <p:extLst>
      <p:ext uri="{BB962C8B-B14F-4D97-AF65-F5344CB8AC3E}">
        <p14:creationId xmlns:p14="http://schemas.microsoft.com/office/powerpoint/2010/main" val="22289827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4">
            <a:extLst>
              <a:ext uri="{FF2B5EF4-FFF2-40B4-BE49-F238E27FC236}">
                <a16:creationId xmlns:a16="http://schemas.microsoft.com/office/drawing/2014/main" id="{707D0EDE-57D8-495C-BFDC-A0527C7CB542}"/>
              </a:ext>
            </a:extLst>
          </p:cNvPr>
          <p:cNvSpPr txBox="1">
            <a:spLocks noChangeArrowheads="1"/>
          </p:cNvSpPr>
          <p:nvPr/>
        </p:nvSpPr>
        <p:spPr bwMode="auto">
          <a:xfrm>
            <a:off x="2279576" y="1217266"/>
            <a:ext cx="48974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Consider the example :</a:t>
            </a:r>
          </a:p>
        </p:txBody>
      </p:sp>
      <p:sp>
        <p:nvSpPr>
          <p:cNvPr id="17411" name="Rectangle 5">
            <a:extLst>
              <a:ext uri="{FF2B5EF4-FFF2-40B4-BE49-F238E27FC236}">
                <a16:creationId xmlns:a16="http://schemas.microsoft.com/office/drawing/2014/main" id="{6DAA7A82-64C7-4447-B7DC-F66523827614}"/>
              </a:ext>
            </a:extLst>
          </p:cNvPr>
          <p:cNvSpPr>
            <a:spLocks noChangeArrowheads="1"/>
          </p:cNvSpPr>
          <p:nvPr/>
        </p:nvSpPr>
        <p:spPr bwMode="auto">
          <a:xfrm>
            <a:off x="2782888" y="1836391"/>
            <a:ext cx="2952750" cy="18716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7412" name="Line 6">
            <a:extLst>
              <a:ext uri="{FF2B5EF4-FFF2-40B4-BE49-F238E27FC236}">
                <a16:creationId xmlns:a16="http://schemas.microsoft.com/office/drawing/2014/main" id="{14015826-F808-41B6-9F7C-C9E33B51343C}"/>
              </a:ext>
            </a:extLst>
          </p:cNvPr>
          <p:cNvSpPr>
            <a:spLocks noChangeShapeType="1"/>
          </p:cNvSpPr>
          <p:nvPr/>
        </p:nvSpPr>
        <p:spPr bwMode="auto">
          <a:xfrm>
            <a:off x="3503613" y="1836391"/>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3" name="Line 7">
            <a:extLst>
              <a:ext uri="{FF2B5EF4-FFF2-40B4-BE49-F238E27FC236}">
                <a16:creationId xmlns:a16="http://schemas.microsoft.com/office/drawing/2014/main" id="{F4E67555-C578-4939-AF50-99B418507414}"/>
              </a:ext>
            </a:extLst>
          </p:cNvPr>
          <p:cNvSpPr>
            <a:spLocks noChangeShapeType="1"/>
          </p:cNvSpPr>
          <p:nvPr/>
        </p:nvSpPr>
        <p:spPr bwMode="auto">
          <a:xfrm>
            <a:off x="4224338" y="1836391"/>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4" name="Line 8">
            <a:extLst>
              <a:ext uri="{FF2B5EF4-FFF2-40B4-BE49-F238E27FC236}">
                <a16:creationId xmlns:a16="http://schemas.microsoft.com/office/drawing/2014/main" id="{3FB8D80B-14E3-4C2E-82DA-B52C6253E647}"/>
              </a:ext>
            </a:extLst>
          </p:cNvPr>
          <p:cNvSpPr>
            <a:spLocks noChangeShapeType="1"/>
          </p:cNvSpPr>
          <p:nvPr/>
        </p:nvSpPr>
        <p:spPr bwMode="auto">
          <a:xfrm>
            <a:off x="4943475" y="1836391"/>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5" name="Line 9">
            <a:extLst>
              <a:ext uri="{FF2B5EF4-FFF2-40B4-BE49-F238E27FC236}">
                <a16:creationId xmlns:a16="http://schemas.microsoft.com/office/drawing/2014/main" id="{34A1AA68-E38A-427E-905F-CD96AFE35CD0}"/>
              </a:ext>
            </a:extLst>
          </p:cNvPr>
          <p:cNvSpPr>
            <a:spLocks noChangeShapeType="1"/>
          </p:cNvSpPr>
          <p:nvPr/>
        </p:nvSpPr>
        <p:spPr bwMode="auto">
          <a:xfrm>
            <a:off x="2782888" y="2341215"/>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6" name="Line 10">
            <a:extLst>
              <a:ext uri="{FF2B5EF4-FFF2-40B4-BE49-F238E27FC236}">
                <a16:creationId xmlns:a16="http://schemas.microsoft.com/office/drawing/2014/main" id="{9C3B1122-F865-423D-A659-915EB2D9DAE8}"/>
              </a:ext>
            </a:extLst>
          </p:cNvPr>
          <p:cNvSpPr>
            <a:spLocks noChangeShapeType="1"/>
          </p:cNvSpPr>
          <p:nvPr/>
        </p:nvSpPr>
        <p:spPr bwMode="auto">
          <a:xfrm>
            <a:off x="2782888" y="2844453"/>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7" name="Line 11">
            <a:extLst>
              <a:ext uri="{FF2B5EF4-FFF2-40B4-BE49-F238E27FC236}">
                <a16:creationId xmlns:a16="http://schemas.microsoft.com/office/drawing/2014/main" id="{7F6ACF35-BD81-40AC-806D-4FA417589471}"/>
              </a:ext>
            </a:extLst>
          </p:cNvPr>
          <p:cNvSpPr>
            <a:spLocks noChangeShapeType="1"/>
          </p:cNvSpPr>
          <p:nvPr/>
        </p:nvSpPr>
        <p:spPr bwMode="auto">
          <a:xfrm>
            <a:off x="2782888" y="3276253"/>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8" name="Text Box 12">
            <a:extLst>
              <a:ext uri="{FF2B5EF4-FFF2-40B4-BE49-F238E27FC236}">
                <a16:creationId xmlns:a16="http://schemas.microsoft.com/office/drawing/2014/main" id="{6814E4B9-51D1-42E5-8271-8F3D2140CD2B}"/>
              </a:ext>
            </a:extLst>
          </p:cNvPr>
          <p:cNvSpPr txBox="1">
            <a:spLocks noChangeArrowheads="1"/>
          </p:cNvSpPr>
          <p:nvPr/>
        </p:nvSpPr>
        <p:spPr bwMode="auto">
          <a:xfrm>
            <a:off x="3503614" y="24126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7419" name="Text Box 13">
            <a:extLst>
              <a:ext uri="{FF2B5EF4-FFF2-40B4-BE49-F238E27FC236}">
                <a16:creationId xmlns:a16="http://schemas.microsoft.com/office/drawing/2014/main" id="{E64C2A4F-BD29-408E-984C-A4396FFAB253}"/>
              </a:ext>
            </a:extLst>
          </p:cNvPr>
          <p:cNvSpPr txBox="1">
            <a:spLocks noChangeArrowheads="1"/>
          </p:cNvSpPr>
          <p:nvPr/>
        </p:nvSpPr>
        <p:spPr bwMode="auto">
          <a:xfrm>
            <a:off x="4224339" y="24126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16</a:t>
            </a:r>
            <a:endParaRPr lang="en-US" altLang="en-US" sz="1400"/>
          </a:p>
        </p:txBody>
      </p:sp>
      <p:sp>
        <p:nvSpPr>
          <p:cNvPr id="17420" name="Text Box 14">
            <a:extLst>
              <a:ext uri="{FF2B5EF4-FFF2-40B4-BE49-F238E27FC236}">
                <a16:creationId xmlns:a16="http://schemas.microsoft.com/office/drawing/2014/main" id="{39F6F968-8A66-40A6-B67F-5F5C0D60FAD5}"/>
              </a:ext>
            </a:extLst>
          </p:cNvPr>
          <p:cNvSpPr txBox="1">
            <a:spLocks noChangeArrowheads="1"/>
          </p:cNvSpPr>
          <p:nvPr/>
        </p:nvSpPr>
        <p:spPr bwMode="auto">
          <a:xfrm>
            <a:off x="4943476" y="24126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endParaRPr lang="en-US" altLang="en-US" sz="1400"/>
          </a:p>
        </p:txBody>
      </p:sp>
      <p:sp>
        <p:nvSpPr>
          <p:cNvPr id="17421" name="Text Box 15">
            <a:extLst>
              <a:ext uri="{FF2B5EF4-FFF2-40B4-BE49-F238E27FC236}">
                <a16:creationId xmlns:a16="http://schemas.microsoft.com/office/drawing/2014/main" id="{EEC4C0AD-1CA1-4F3E-A197-DDB2DD10278E}"/>
              </a:ext>
            </a:extLst>
          </p:cNvPr>
          <p:cNvSpPr txBox="1">
            <a:spLocks noChangeArrowheads="1"/>
          </p:cNvSpPr>
          <p:nvPr/>
        </p:nvSpPr>
        <p:spPr bwMode="auto">
          <a:xfrm>
            <a:off x="3503614" y="28444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5</a:t>
            </a:r>
            <a:endParaRPr lang="en-US" altLang="en-US" sz="1400"/>
          </a:p>
        </p:txBody>
      </p:sp>
      <p:sp>
        <p:nvSpPr>
          <p:cNvPr id="17422" name="Text Box 16">
            <a:extLst>
              <a:ext uri="{FF2B5EF4-FFF2-40B4-BE49-F238E27FC236}">
                <a16:creationId xmlns:a16="http://schemas.microsoft.com/office/drawing/2014/main" id="{87E0C405-C92F-4AF4-AB47-AD4765640D3B}"/>
              </a:ext>
            </a:extLst>
          </p:cNvPr>
          <p:cNvSpPr txBox="1">
            <a:spLocks noChangeArrowheads="1"/>
          </p:cNvSpPr>
          <p:nvPr/>
        </p:nvSpPr>
        <p:spPr bwMode="auto">
          <a:xfrm>
            <a:off x="4224339" y="28444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17423" name="Text Box 17">
            <a:extLst>
              <a:ext uri="{FF2B5EF4-FFF2-40B4-BE49-F238E27FC236}">
                <a16:creationId xmlns:a16="http://schemas.microsoft.com/office/drawing/2014/main" id="{D54B5BA5-0A5A-4673-B204-021404473E56}"/>
              </a:ext>
            </a:extLst>
          </p:cNvPr>
          <p:cNvSpPr txBox="1">
            <a:spLocks noChangeArrowheads="1"/>
          </p:cNvSpPr>
          <p:nvPr/>
        </p:nvSpPr>
        <p:spPr bwMode="auto">
          <a:xfrm>
            <a:off x="4943476" y="28444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17424" name="Text Box 18">
            <a:extLst>
              <a:ext uri="{FF2B5EF4-FFF2-40B4-BE49-F238E27FC236}">
                <a16:creationId xmlns:a16="http://schemas.microsoft.com/office/drawing/2014/main" id="{0A6970D4-0BF0-475C-ADA6-57FD0512153F}"/>
              </a:ext>
            </a:extLst>
          </p:cNvPr>
          <p:cNvSpPr txBox="1">
            <a:spLocks noChangeArrowheads="1"/>
          </p:cNvSpPr>
          <p:nvPr/>
        </p:nvSpPr>
        <p:spPr bwMode="auto">
          <a:xfrm>
            <a:off x="3503614" y="32762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a:t>
            </a:r>
            <a:endParaRPr lang="en-US" altLang="en-US" sz="1400"/>
          </a:p>
        </p:txBody>
      </p:sp>
      <p:sp>
        <p:nvSpPr>
          <p:cNvPr id="17425" name="Text Box 19">
            <a:extLst>
              <a:ext uri="{FF2B5EF4-FFF2-40B4-BE49-F238E27FC236}">
                <a16:creationId xmlns:a16="http://schemas.microsoft.com/office/drawing/2014/main" id="{1204067C-D00F-4E9B-A436-5DE43CF3B19D}"/>
              </a:ext>
            </a:extLst>
          </p:cNvPr>
          <p:cNvSpPr txBox="1">
            <a:spLocks noChangeArrowheads="1"/>
          </p:cNvSpPr>
          <p:nvPr/>
        </p:nvSpPr>
        <p:spPr bwMode="auto">
          <a:xfrm>
            <a:off x="4224339" y="32762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7426" name="Text Box 20">
            <a:extLst>
              <a:ext uri="{FF2B5EF4-FFF2-40B4-BE49-F238E27FC236}">
                <a16:creationId xmlns:a16="http://schemas.microsoft.com/office/drawing/2014/main" id="{D2565D33-662C-4208-855A-47254AD4B9B5}"/>
              </a:ext>
            </a:extLst>
          </p:cNvPr>
          <p:cNvSpPr txBox="1">
            <a:spLocks noChangeArrowheads="1"/>
          </p:cNvSpPr>
          <p:nvPr/>
        </p:nvSpPr>
        <p:spPr bwMode="auto">
          <a:xfrm>
            <a:off x="4943476" y="32762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15</a:t>
            </a:r>
            <a:endParaRPr lang="en-US" altLang="en-US" sz="1400"/>
          </a:p>
        </p:txBody>
      </p:sp>
      <p:sp>
        <p:nvSpPr>
          <p:cNvPr id="17427" name="Text Box 21">
            <a:extLst>
              <a:ext uri="{FF2B5EF4-FFF2-40B4-BE49-F238E27FC236}">
                <a16:creationId xmlns:a16="http://schemas.microsoft.com/office/drawing/2014/main" id="{4FE19936-58A0-4752-A286-AFE895C305D2}"/>
              </a:ext>
            </a:extLst>
          </p:cNvPr>
          <p:cNvSpPr txBox="1">
            <a:spLocks noChangeArrowheads="1"/>
          </p:cNvSpPr>
          <p:nvPr/>
        </p:nvSpPr>
        <p:spPr bwMode="auto">
          <a:xfrm>
            <a:off x="2782889" y="24126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A</a:t>
            </a:r>
          </a:p>
        </p:txBody>
      </p:sp>
      <p:sp>
        <p:nvSpPr>
          <p:cNvPr id="17428" name="Text Box 22">
            <a:extLst>
              <a:ext uri="{FF2B5EF4-FFF2-40B4-BE49-F238E27FC236}">
                <a16:creationId xmlns:a16="http://schemas.microsoft.com/office/drawing/2014/main" id="{FC3340AD-81DD-4F3C-BCE5-901508ED2C5D}"/>
              </a:ext>
            </a:extLst>
          </p:cNvPr>
          <p:cNvSpPr txBox="1">
            <a:spLocks noChangeArrowheads="1"/>
          </p:cNvSpPr>
          <p:nvPr/>
        </p:nvSpPr>
        <p:spPr bwMode="auto">
          <a:xfrm>
            <a:off x="2782889" y="28444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17429" name="Text Box 23">
            <a:extLst>
              <a:ext uri="{FF2B5EF4-FFF2-40B4-BE49-F238E27FC236}">
                <a16:creationId xmlns:a16="http://schemas.microsoft.com/office/drawing/2014/main" id="{6745DA81-867F-4405-BFC0-A1B5C7C7BB33}"/>
              </a:ext>
            </a:extLst>
          </p:cNvPr>
          <p:cNvSpPr txBox="1">
            <a:spLocks noChangeArrowheads="1"/>
          </p:cNvSpPr>
          <p:nvPr/>
        </p:nvSpPr>
        <p:spPr bwMode="auto">
          <a:xfrm>
            <a:off x="2782889" y="32762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C</a:t>
            </a:r>
          </a:p>
        </p:txBody>
      </p:sp>
      <p:sp>
        <p:nvSpPr>
          <p:cNvPr id="17430" name="Text Box 24">
            <a:extLst>
              <a:ext uri="{FF2B5EF4-FFF2-40B4-BE49-F238E27FC236}">
                <a16:creationId xmlns:a16="http://schemas.microsoft.com/office/drawing/2014/main" id="{79F21B2F-9872-46AF-8D4D-FDBB1755D092}"/>
              </a:ext>
            </a:extLst>
          </p:cNvPr>
          <p:cNvSpPr txBox="1">
            <a:spLocks noChangeArrowheads="1"/>
          </p:cNvSpPr>
          <p:nvPr/>
        </p:nvSpPr>
        <p:spPr bwMode="auto">
          <a:xfrm>
            <a:off x="3503614" y="190941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S1</a:t>
            </a:r>
          </a:p>
        </p:txBody>
      </p:sp>
      <p:sp>
        <p:nvSpPr>
          <p:cNvPr id="17431" name="Text Box 25">
            <a:extLst>
              <a:ext uri="{FF2B5EF4-FFF2-40B4-BE49-F238E27FC236}">
                <a16:creationId xmlns:a16="http://schemas.microsoft.com/office/drawing/2014/main" id="{06D8D59D-C05A-422E-B2ED-59858426A71C}"/>
              </a:ext>
            </a:extLst>
          </p:cNvPr>
          <p:cNvSpPr txBox="1">
            <a:spLocks noChangeArrowheads="1"/>
          </p:cNvSpPr>
          <p:nvPr/>
        </p:nvSpPr>
        <p:spPr bwMode="auto">
          <a:xfrm>
            <a:off x="4224339" y="190941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S2</a:t>
            </a:r>
          </a:p>
        </p:txBody>
      </p:sp>
      <p:sp>
        <p:nvSpPr>
          <p:cNvPr id="17432" name="Text Box 26">
            <a:extLst>
              <a:ext uri="{FF2B5EF4-FFF2-40B4-BE49-F238E27FC236}">
                <a16:creationId xmlns:a16="http://schemas.microsoft.com/office/drawing/2014/main" id="{F95460D5-5D30-4E50-80B9-5E80E47F6C7F}"/>
              </a:ext>
            </a:extLst>
          </p:cNvPr>
          <p:cNvSpPr txBox="1">
            <a:spLocks noChangeArrowheads="1"/>
          </p:cNvSpPr>
          <p:nvPr/>
        </p:nvSpPr>
        <p:spPr bwMode="auto">
          <a:xfrm>
            <a:off x="4943476" y="190941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S3</a:t>
            </a:r>
          </a:p>
        </p:txBody>
      </p:sp>
      <p:sp>
        <p:nvSpPr>
          <p:cNvPr id="17433" name="Text Box 27">
            <a:extLst>
              <a:ext uri="{FF2B5EF4-FFF2-40B4-BE49-F238E27FC236}">
                <a16:creationId xmlns:a16="http://schemas.microsoft.com/office/drawing/2014/main" id="{A506140D-E16A-4D20-B53A-9CCDF146647F}"/>
              </a:ext>
            </a:extLst>
          </p:cNvPr>
          <p:cNvSpPr txBox="1">
            <a:spLocks noChangeArrowheads="1"/>
          </p:cNvSpPr>
          <p:nvPr/>
        </p:nvSpPr>
        <p:spPr bwMode="auto">
          <a:xfrm>
            <a:off x="5880100" y="1909416"/>
            <a:ext cx="424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Worst payoff                     Best payoff</a:t>
            </a:r>
          </a:p>
        </p:txBody>
      </p:sp>
      <p:sp>
        <p:nvSpPr>
          <p:cNvPr id="17434" name="Text Box 28">
            <a:extLst>
              <a:ext uri="{FF2B5EF4-FFF2-40B4-BE49-F238E27FC236}">
                <a16:creationId xmlns:a16="http://schemas.microsoft.com/office/drawing/2014/main" id="{732B8389-451E-440E-98AE-EEC658083689}"/>
              </a:ext>
            </a:extLst>
          </p:cNvPr>
          <p:cNvSpPr txBox="1">
            <a:spLocks noChangeArrowheads="1"/>
          </p:cNvSpPr>
          <p:nvPr/>
        </p:nvSpPr>
        <p:spPr bwMode="auto">
          <a:xfrm>
            <a:off x="5808663" y="2453232"/>
            <a:ext cx="424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         4                                       16</a:t>
            </a:r>
          </a:p>
        </p:txBody>
      </p:sp>
      <p:sp>
        <p:nvSpPr>
          <p:cNvPr id="17435" name="Text Box 29">
            <a:extLst>
              <a:ext uri="{FF2B5EF4-FFF2-40B4-BE49-F238E27FC236}">
                <a16:creationId xmlns:a16="http://schemas.microsoft.com/office/drawing/2014/main" id="{E374507B-1F21-4E00-97B0-67D34336AAB0}"/>
              </a:ext>
            </a:extLst>
          </p:cNvPr>
          <p:cNvSpPr txBox="1">
            <a:spLocks noChangeArrowheads="1"/>
          </p:cNvSpPr>
          <p:nvPr/>
        </p:nvSpPr>
        <p:spPr bwMode="auto">
          <a:xfrm>
            <a:off x="5808663" y="2846041"/>
            <a:ext cx="424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         5                                       10</a:t>
            </a:r>
          </a:p>
        </p:txBody>
      </p:sp>
      <p:sp>
        <p:nvSpPr>
          <p:cNvPr id="17436" name="Text Box 30">
            <a:extLst>
              <a:ext uri="{FF2B5EF4-FFF2-40B4-BE49-F238E27FC236}">
                <a16:creationId xmlns:a16="http://schemas.microsoft.com/office/drawing/2014/main" id="{CCC713E4-47B0-478D-A966-ED90230E64AE}"/>
              </a:ext>
            </a:extLst>
          </p:cNvPr>
          <p:cNvSpPr txBox="1">
            <a:spLocks noChangeArrowheads="1"/>
          </p:cNvSpPr>
          <p:nvPr/>
        </p:nvSpPr>
        <p:spPr bwMode="auto">
          <a:xfrm>
            <a:off x="5735638" y="3277841"/>
            <a:ext cx="424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         -1                                       15</a:t>
            </a:r>
          </a:p>
        </p:txBody>
      </p:sp>
      <p:sp>
        <p:nvSpPr>
          <p:cNvPr id="17437" name="Text Box 31">
            <a:extLst>
              <a:ext uri="{FF2B5EF4-FFF2-40B4-BE49-F238E27FC236}">
                <a16:creationId xmlns:a16="http://schemas.microsoft.com/office/drawing/2014/main" id="{A2679D49-3040-44FC-88AC-11D28CB20EC9}"/>
              </a:ext>
            </a:extLst>
          </p:cNvPr>
          <p:cNvSpPr txBox="1">
            <a:spLocks noChangeArrowheads="1"/>
          </p:cNvSpPr>
          <p:nvPr/>
        </p:nvSpPr>
        <p:spPr bwMode="auto">
          <a:xfrm>
            <a:off x="2784724" y="4214466"/>
            <a:ext cx="83518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A  =  4 ( .40 ) + 16 ( .60 )  =  11.2                   maximum </a:t>
            </a:r>
          </a:p>
        </p:txBody>
      </p:sp>
      <p:sp>
        <p:nvSpPr>
          <p:cNvPr id="17438" name="Text Box 32">
            <a:extLst>
              <a:ext uri="{FF2B5EF4-FFF2-40B4-BE49-F238E27FC236}">
                <a16:creationId xmlns:a16="http://schemas.microsoft.com/office/drawing/2014/main" id="{58800ADF-C828-4D02-9F8E-CB4DCAA5CB18}"/>
              </a:ext>
            </a:extLst>
          </p:cNvPr>
          <p:cNvSpPr txBox="1">
            <a:spLocks noChangeArrowheads="1"/>
          </p:cNvSpPr>
          <p:nvPr/>
        </p:nvSpPr>
        <p:spPr bwMode="auto">
          <a:xfrm>
            <a:off x="2784724" y="4717703"/>
            <a:ext cx="8351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B  =  5 ( .40 ) + 10 ( .60 )  =  8.0</a:t>
            </a:r>
          </a:p>
        </p:txBody>
      </p:sp>
      <p:sp>
        <p:nvSpPr>
          <p:cNvPr id="17439" name="Text Box 33">
            <a:extLst>
              <a:ext uri="{FF2B5EF4-FFF2-40B4-BE49-F238E27FC236}">
                <a16:creationId xmlns:a16="http://schemas.microsoft.com/office/drawing/2014/main" id="{90A0C090-A790-478C-874F-CD0C4328422B}"/>
              </a:ext>
            </a:extLst>
          </p:cNvPr>
          <p:cNvSpPr txBox="1">
            <a:spLocks noChangeArrowheads="1"/>
          </p:cNvSpPr>
          <p:nvPr/>
        </p:nvSpPr>
        <p:spPr bwMode="auto">
          <a:xfrm>
            <a:off x="2784724" y="5222528"/>
            <a:ext cx="8351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C  = -1 ( .40 ) + 15 ( .60 )  =  8.6</a:t>
            </a:r>
          </a:p>
        </p:txBody>
      </p:sp>
      <p:sp>
        <p:nvSpPr>
          <p:cNvPr id="17440" name="Line 34">
            <a:extLst>
              <a:ext uri="{FF2B5EF4-FFF2-40B4-BE49-F238E27FC236}">
                <a16:creationId xmlns:a16="http://schemas.microsoft.com/office/drawing/2014/main" id="{54D9C040-9E15-4CAA-AC38-37F82EDEB900}"/>
              </a:ext>
            </a:extLst>
          </p:cNvPr>
          <p:cNvSpPr>
            <a:spLocks noChangeShapeType="1"/>
          </p:cNvSpPr>
          <p:nvPr/>
        </p:nvSpPr>
        <p:spPr bwMode="auto">
          <a:xfrm flipH="1">
            <a:off x="5938076" y="4397821"/>
            <a:ext cx="7207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123561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4">
            <a:extLst>
              <a:ext uri="{FF2B5EF4-FFF2-40B4-BE49-F238E27FC236}">
                <a16:creationId xmlns:a16="http://schemas.microsoft.com/office/drawing/2014/main" id="{4753E8A8-356B-4673-8A4F-3802F2CC802A}"/>
              </a:ext>
            </a:extLst>
          </p:cNvPr>
          <p:cNvSpPr txBox="1">
            <a:spLocks noChangeArrowheads="1"/>
          </p:cNvSpPr>
          <p:nvPr/>
        </p:nvSpPr>
        <p:spPr bwMode="auto">
          <a:xfrm>
            <a:off x="2243572" y="980728"/>
            <a:ext cx="7704857" cy="531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en-US" altLang="en-US" dirty="0"/>
              <a:t>5. Mini max regret approach :</a:t>
            </a:r>
          </a:p>
          <a:p>
            <a:pPr algn="just" eaLnBrk="1" hangingPunct="1">
              <a:spcBef>
                <a:spcPct val="50000"/>
              </a:spcBef>
            </a:pPr>
            <a:r>
              <a:rPr lang="en-US" altLang="en-US" dirty="0"/>
              <a:t>In order to use this approach, it is necessary to develop an </a:t>
            </a:r>
            <a:r>
              <a:rPr lang="en-US" altLang="en-US" u="sng" dirty="0"/>
              <a:t>opportunity loss</a:t>
            </a:r>
            <a:r>
              <a:rPr lang="en-US" altLang="en-US" dirty="0"/>
              <a:t>             table.  </a:t>
            </a:r>
          </a:p>
          <a:p>
            <a:pPr algn="just" eaLnBrk="1" hangingPunct="1">
              <a:spcBef>
                <a:spcPct val="50000"/>
              </a:spcBef>
            </a:pPr>
            <a:endParaRPr lang="en-US" altLang="en-US" dirty="0"/>
          </a:p>
          <a:p>
            <a:pPr algn="just" eaLnBrk="1" hangingPunct="1">
              <a:spcBef>
                <a:spcPct val="50000"/>
              </a:spcBef>
            </a:pPr>
            <a:r>
              <a:rPr lang="en-US" altLang="en-US" dirty="0"/>
              <a:t>The opportunity loss reflects the difference between each payoff and the best payoff in the column ( given the state of nature ) .</a:t>
            </a:r>
          </a:p>
          <a:p>
            <a:pPr algn="just" eaLnBrk="1" hangingPunct="1">
              <a:spcBef>
                <a:spcPct val="50000"/>
              </a:spcBef>
            </a:pPr>
            <a:endParaRPr lang="en-US" altLang="en-US" dirty="0"/>
          </a:p>
          <a:p>
            <a:pPr algn="just" eaLnBrk="1" hangingPunct="1">
              <a:spcBef>
                <a:spcPct val="50000"/>
              </a:spcBef>
            </a:pPr>
            <a:endParaRPr lang="en-US" altLang="en-US" dirty="0"/>
          </a:p>
          <a:p>
            <a:pPr algn="just" eaLnBrk="1" hangingPunct="1">
              <a:spcBef>
                <a:spcPct val="50000"/>
              </a:spcBef>
            </a:pPr>
            <a:r>
              <a:rPr lang="en-US" altLang="en-US" dirty="0"/>
              <a:t>Hence, opportunity loss amounts are found by identifying the best payoff in a column and then subtracting each of the other values in the column from that           payoff.</a:t>
            </a:r>
          </a:p>
          <a:p>
            <a:pPr algn="just" eaLnBrk="1" hangingPunct="1">
              <a:spcBef>
                <a:spcPct val="50000"/>
              </a:spcBef>
            </a:pPr>
            <a:endParaRPr lang="en-US" altLang="en-US" dirty="0"/>
          </a:p>
          <a:p>
            <a:pPr algn="just" eaLnBrk="1" hangingPunct="1">
              <a:spcBef>
                <a:spcPct val="50000"/>
              </a:spcBef>
            </a:pPr>
            <a:endParaRPr lang="en-US" altLang="en-US" dirty="0"/>
          </a:p>
          <a:p>
            <a:pPr algn="ctr" eaLnBrk="1" hangingPunct="1">
              <a:spcBef>
                <a:spcPct val="50000"/>
              </a:spcBef>
            </a:pPr>
            <a:r>
              <a:rPr lang="en-US" altLang="en-US" sz="2400" b="1" dirty="0"/>
              <a:t>Go to the example</a:t>
            </a:r>
            <a:r>
              <a:rPr lang="en-US" altLang="en-US" dirty="0"/>
              <a:t> </a:t>
            </a:r>
          </a:p>
        </p:txBody>
      </p:sp>
      <p:sp>
        <p:nvSpPr>
          <p:cNvPr id="18435" name="AutoShape 5">
            <a:extLst>
              <a:ext uri="{FF2B5EF4-FFF2-40B4-BE49-F238E27FC236}">
                <a16:creationId xmlns:a16="http://schemas.microsoft.com/office/drawing/2014/main" id="{13A6607D-D540-43D7-9E3C-E140084295A6}"/>
              </a:ext>
            </a:extLst>
          </p:cNvPr>
          <p:cNvSpPr>
            <a:spLocks noChangeArrowheads="1"/>
          </p:cNvSpPr>
          <p:nvPr/>
        </p:nvSpPr>
        <p:spPr bwMode="auto">
          <a:xfrm>
            <a:off x="5735961" y="3277841"/>
            <a:ext cx="503237" cy="720725"/>
          </a:xfrm>
          <a:prstGeom prst="downArrow">
            <a:avLst>
              <a:gd name="adj1" fmla="val 50000"/>
              <a:gd name="adj2" fmla="val 3580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8436" name="AutoShape 6">
            <a:extLst>
              <a:ext uri="{FF2B5EF4-FFF2-40B4-BE49-F238E27FC236}">
                <a16:creationId xmlns:a16="http://schemas.microsoft.com/office/drawing/2014/main" id="{5EC1FACC-46DA-4A01-A345-EC1F3F003195}"/>
              </a:ext>
            </a:extLst>
          </p:cNvPr>
          <p:cNvSpPr>
            <a:spLocks noChangeArrowheads="1"/>
          </p:cNvSpPr>
          <p:nvPr/>
        </p:nvSpPr>
        <p:spPr bwMode="auto">
          <a:xfrm>
            <a:off x="5735960" y="4786760"/>
            <a:ext cx="503237" cy="720725"/>
          </a:xfrm>
          <a:prstGeom prst="downArrow">
            <a:avLst>
              <a:gd name="adj1" fmla="val 50000"/>
              <a:gd name="adj2" fmla="val 3580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Tree>
    <p:extLst>
      <p:ext uri="{BB962C8B-B14F-4D97-AF65-F5344CB8AC3E}">
        <p14:creationId xmlns:p14="http://schemas.microsoft.com/office/powerpoint/2010/main" val="2656748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4">
            <a:extLst>
              <a:ext uri="{FF2B5EF4-FFF2-40B4-BE49-F238E27FC236}">
                <a16:creationId xmlns:a16="http://schemas.microsoft.com/office/drawing/2014/main" id="{4F327FB4-A6DD-41F9-8C75-97B71D90180A}"/>
              </a:ext>
            </a:extLst>
          </p:cNvPr>
          <p:cNvSpPr txBox="1">
            <a:spLocks noChangeArrowheads="1"/>
          </p:cNvSpPr>
          <p:nvPr/>
        </p:nvSpPr>
        <p:spPr bwMode="auto">
          <a:xfrm>
            <a:off x="2267840" y="423574"/>
            <a:ext cx="813759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Opportunity loss table for investment problem.</a:t>
            </a:r>
          </a:p>
          <a:p>
            <a:pPr eaLnBrk="1" hangingPunct="1">
              <a:spcBef>
                <a:spcPct val="50000"/>
              </a:spcBef>
            </a:pPr>
            <a:r>
              <a:rPr lang="en-US" altLang="en-US" dirty="0"/>
              <a:t>            Original payoff table :</a:t>
            </a:r>
          </a:p>
          <a:p>
            <a:pPr eaLnBrk="1" hangingPunct="1">
              <a:spcBef>
                <a:spcPct val="50000"/>
              </a:spcBef>
            </a:pPr>
            <a:endParaRPr lang="en-US" altLang="en-US" dirty="0"/>
          </a:p>
          <a:p>
            <a:pPr eaLnBrk="1" hangingPunct="1">
              <a:spcBef>
                <a:spcPct val="50000"/>
              </a:spcBef>
            </a:pPr>
            <a:endParaRPr lang="en-US" altLang="en-US" dirty="0"/>
          </a:p>
          <a:p>
            <a:pPr eaLnBrk="1" hangingPunct="1">
              <a:spcBef>
                <a:spcPct val="50000"/>
              </a:spcBef>
            </a:pPr>
            <a:endParaRPr lang="en-US" altLang="en-US" dirty="0"/>
          </a:p>
          <a:p>
            <a:pPr eaLnBrk="1" hangingPunct="1">
              <a:spcBef>
                <a:spcPct val="50000"/>
              </a:spcBef>
            </a:pPr>
            <a:endParaRPr lang="en-US" altLang="en-US" dirty="0"/>
          </a:p>
          <a:p>
            <a:pPr eaLnBrk="1" hangingPunct="1">
              <a:spcBef>
                <a:spcPct val="50000"/>
              </a:spcBef>
            </a:pPr>
            <a:endParaRPr lang="en-US" altLang="en-US" dirty="0"/>
          </a:p>
          <a:p>
            <a:pPr eaLnBrk="1" hangingPunct="1">
              <a:spcBef>
                <a:spcPct val="50000"/>
              </a:spcBef>
            </a:pPr>
            <a:endParaRPr lang="en-US" altLang="en-US" dirty="0"/>
          </a:p>
          <a:p>
            <a:pPr eaLnBrk="1" hangingPunct="1">
              <a:spcBef>
                <a:spcPct val="50000"/>
              </a:spcBef>
            </a:pPr>
            <a:r>
              <a:rPr lang="en-US" altLang="en-US" dirty="0"/>
              <a:t>           Opportunity loss table :</a:t>
            </a:r>
          </a:p>
        </p:txBody>
      </p:sp>
      <p:sp>
        <p:nvSpPr>
          <p:cNvPr id="19459" name="Rectangle 5">
            <a:extLst>
              <a:ext uri="{FF2B5EF4-FFF2-40B4-BE49-F238E27FC236}">
                <a16:creationId xmlns:a16="http://schemas.microsoft.com/office/drawing/2014/main" id="{D8F021F8-F1B1-49FD-B5F7-B464848A368D}"/>
              </a:ext>
            </a:extLst>
          </p:cNvPr>
          <p:cNvSpPr>
            <a:spLocks noChangeArrowheads="1"/>
          </p:cNvSpPr>
          <p:nvPr/>
        </p:nvSpPr>
        <p:spPr bwMode="auto">
          <a:xfrm>
            <a:off x="4295378" y="1773362"/>
            <a:ext cx="2952750" cy="18716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9460" name="Line 6">
            <a:extLst>
              <a:ext uri="{FF2B5EF4-FFF2-40B4-BE49-F238E27FC236}">
                <a16:creationId xmlns:a16="http://schemas.microsoft.com/office/drawing/2014/main" id="{13B22FA5-4048-4202-AFC5-59FBFBCBC41B}"/>
              </a:ext>
            </a:extLst>
          </p:cNvPr>
          <p:cNvSpPr>
            <a:spLocks noChangeShapeType="1"/>
          </p:cNvSpPr>
          <p:nvPr/>
        </p:nvSpPr>
        <p:spPr bwMode="auto">
          <a:xfrm>
            <a:off x="5016103" y="1773362"/>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1" name="Line 7">
            <a:extLst>
              <a:ext uri="{FF2B5EF4-FFF2-40B4-BE49-F238E27FC236}">
                <a16:creationId xmlns:a16="http://schemas.microsoft.com/office/drawing/2014/main" id="{FBAB62D4-3060-4FB1-AB95-D6E6DD76F6B6}"/>
              </a:ext>
            </a:extLst>
          </p:cNvPr>
          <p:cNvSpPr>
            <a:spLocks noChangeShapeType="1"/>
          </p:cNvSpPr>
          <p:nvPr/>
        </p:nvSpPr>
        <p:spPr bwMode="auto">
          <a:xfrm>
            <a:off x="5736828" y="1773362"/>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2" name="Line 8">
            <a:extLst>
              <a:ext uri="{FF2B5EF4-FFF2-40B4-BE49-F238E27FC236}">
                <a16:creationId xmlns:a16="http://schemas.microsoft.com/office/drawing/2014/main" id="{2A51CD18-DE02-49E6-8D58-D213ADB6B4CD}"/>
              </a:ext>
            </a:extLst>
          </p:cNvPr>
          <p:cNvSpPr>
            <a:spLocks noChangeShapeType="1"/>
          </p:cNvSpPr>
          <p:nvPr/>
        </p:nvSpPr>
        <p:spPr bwMode="auto">
          <a:xfrm>
            <a:off x="6455965" y="1773362"/>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3" name="Line 9">
            <a:extLst>
              <a:ext uri="{FF2B5EF4-FFF2-40B4-BE49-F238E27FC236}">
                <a16:creationId xmlns:a16="http://schemas.microsoft.com/office/drawing/2014/main" id="{BFAABC6A-3817-4256-A9ED-DB95E965FD07}"/>
              </a:ext>
            </a:extLst>
          </p:cNvPr>
          <p:cNvSpPr>
            <a:spLocks noChangeShapeType="1"/>
          </p:cNvSpPr>
          <p:nvPr/>
        </p:nvSpPr>
        <p:spPr bwMode="auto">
          <a:xfrm>
            <a:off x="4295378" y="2278186"/>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4" name="Line 10">
            <a:extLst>
              <a:ext uri="{FF2B5EF4-FFF2-40B4-BE49-F238E27FC236}">
                <a16:creationId xmlns:a16="http://schemas.microsoft.com/office/drawing/2014/main" id="{C67A42A4-8CBD-406B-8FEE-98ED5DFB99E4}"/>
              </a:ext>
            </a:extLst>
          </p:cNvPr>
          <p:cNvSpPr>
            <a:spLocks noChangeShapeType="1"/>
          </p:cNvSpPr>
          <p:nvPr/>
        </p:nvSpPr>
        <p:spPr bwMode="auto">
          <a:xfrm>
            <a:off x="4295378" y="2781424"/>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5" name="Line 11">
            <a:extLst>
              <a:ext uri="{FF2B5EF4-FFF2-40B4-BE49-F238E27FC236}">
                <a16:creationId xmlns:a16="http://schemas.microsoft.com/office/drawing/2014/main" id="{69786141-5B61-4696-9F25-AD1832861E3E}"/>
              </a:ext>
            </a:extLst>
          </p:cNvPr>
          <p:cNvSpPr>
            <a:spLocks noChangeShapeType="1"/>
          </p:cNvSpPr>
          <p:nvPr/>
        </p:nvSpPr>
        <p:spPr bwMode="auto">
          <a:xfrm>
            <a:off x="4295378" y="3213224"/>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6" name="Text Box 12">
            <a:extLst>
              <a:ext uri="{FF2B5EF4-FFF2-40B4-BE49-F238E27FC236}">
                <a16:creationId xmlns:a16="http://schemas.microsoft.com/office/drawing/2014/main" id="{518E6533-2DEA-4969-BAA9-ECD3010FEBD2}"/>
              </a:ext>
            </a:extLst>
          </p:cNvPr>
          <p:cNvSpPr txBox="1">
            <a:spLocks noChangeArrowheads="1"/>
          </p:cNvSpPr>
          <p:nvPr/>
        </p:nvSpPr>
        <p:spPr bwMode="auto">
          <a:xfrm>
            <a:off x="5015360" y="23496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9467" name="Text Box 13">
            <a:extLst>
              <a:ext uri="{FF2B5EF4-FFF2-40B4-BE49-F238E27FC236}">
                <a16:creationId xmlns:a16="http://schemas.microsoft.com/office/drawing/2014/main" id="{AD275F99-1C72-4216-8498-AED8EA1AAB0D}"/>
              </a:ext>
            </a:extLst>
          </p:cNvPr>
          <p:cNvSpPr txBox="1">
            <a:spLocks noChangeArrowheads="1"/>
          </p:cNvSpPr>
          <p:nvPr/>
        </p:nvSpPr>
        <p:spPr bwMode="auto">
          <a:xfrm>
            <a:off x="5736085" y="23496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16</a:t>
            </a:r>
            <a:endParaRPr lang="en-US" altLang="en-US" sz="1400"/>
          </a:p>
        </p:txBody>
      </p:sp>
      <p:sp>
        <p:nvSpPr>
          <p:cNvPr id="19468" name="Text Box 14">
            <a:extLst>
              <a:ext uri="{FF2B5EF4-FFF2-40B4-BE49-F238E27FC236}">
                <a16:creationId xmlns:a16="http://schemas.microsoft.com/office/drawing/2014/main" id="{B18EE8E6-1A4A-4D8A-BC15-A15BA0370744}"/>
              </a:ext>
            </a:extLst>
          </p:cNvPr>
          <p:cNvSpPr txBox="1">
            <a:spLocks noChangeArrowheads="1"/>
          </p:cNvSpPr>
          <p:nvPr/>
        </p:nvSpPr>
        <p:spPr bwMode="auto">
          <a:xfrm>
            <a:off x="6455222" y="23496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endParaRPr lang="en-US" altLang="en-US" sz="1400"/>
          </a:p>
        </p:txBody>
      </p:sp>
      <p:sp>
        <p:nvSpPr>
          <p:cNvPr id="19469" name="Text Box 15">
            <a:extLst>
              <a:ext uri="{FF2B5EF4-FFF2-40B4-BE49-F238E27FC236}">
                <a16:creationId xmlns:a16="http://schemas.microsoft.com/office/drawing/2014/main" id="{C6E10D33-6350-4D6E-BD94-9C03CD7AD500}"/>
              </a:ext>
            </a:extLst>
          </p:cNvPr>
          <p:cNvSpPr txBox="1">
            <a:spLocks noChangeArrowheads="1"/>
          </p:cNvSpPr>
          <p:nvPr/>
        </p:nvSpPr>
        <p:spPr bwMode="auto">
          <a:xfrm>
            <a:off x="5015360" y="27814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5</a:t>
            </a:r>
            <a:endParaRPr lang="en-US" altLang="en-US" sz="1400"/>
          </a:p>
        </p:txBody>
      </p:sp>
      <p:sp>
        <p:nvSpPr>
          <p:cNvPr id="19470" name="Text Box 16">
            <a:extLst>
              <a:ext uri="{FF2B5EF4-FFF2-40B4-BE49-F238E27FC236}">
                <a16:creationId xmlns:a16="http://schemas.microsoft.com/office/drawing/2014/main" id="{CE9604EB-B13D-4A0C-900A-091CF5AEBD7B}"/>
              </a:ext>
            </a:extLst>
          </p:cNvPr>
          <p:cNvSpPr txBox="1">
            <a:spLocks noChangeArrowheads="1"/>
          </p:cNvSpPr>
          <p:nvPr/>
        </p:nvSpPr>
        <p:spPr bwMode="auto">
          <a:xfrm>
            <a:off x="5736085" y="27814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19471" name="Text Box 17">
            <a:extLst>
              <a:ext uri="{FF2B5EF4-FFF2-40B4-BE49-F238E27FC236}">
                <a16:creationId xmlns:a16="http://schemas.microsoft.com/office/drawing/2014/main" id="{9738DC31-5133-4671-9CF9-C8327656D9CC}"/>
              </a:ext>
            </a:extLst>
          </p:cNvPr>
          <p:cNvSpPr txBox="1">
            <a:spLocks noChangeArrowheads="1"/>
          </p:cNvSpPr>
          <p:nvPr/>
        </p:nvSpPr>
        <p:spPr bwMode="auto">
          <a:xfrm>
            <a:off x="6455222" y="27814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19472" name="Text Box 18">
            <a:extLst>
              <a:ext uri="{FF2B5EF4-FFF2-40B4-BE49-F238E27FC236}">
                <a16:creationId xmlns:a16="http://schemas.microsoft.com/office/drawing/2014/main" id="{E073E0B7-F1AD-4B1A-BD6A-61FF8CCF8AB8}"/>
              </a:ext>
            </a:extLst>
          </p:cNvPr>
          <p:cNvSpPr txBox="1">
            <a:spLocks noChangeArrowheads="1"/>
          </p:cNvSpPr>
          <p:nvPr/>
        </p:nvSpPr>
        <p:spPr bwMode="auto">
          <a:xfrm>
            <a:off x="5015360" y="32132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a:t>
            </a:r>
            <a:endParaRPr lang="en-US" altLang="en-US" sz="1400"/>
          </a:p>
        </p:txBody>
      </p:sp>
      <p:sp>
        <p:nvSpPr>
          <p:cNvPr id="19473" name="Text Box 19">
            <a:extLst>
              <a:ext uri="{FF2B5EF4-FFF2-40B4-BE49-F238E27FC236}">
                <a16:creationId xmlns:a16="http://schemas.microsoft.com/office/drawing/2014/main" id="{90B325F5-D09C-4D72-888B-89BF2CA41B0B}"/>
              </a:ext>
            </a:extLst>
          </p:cNvPr>
          <p:cNvSpPr txBox="1">
            <a:spLocks noChangeArrowheads="1"/>
          </p:cNvSpPr>
          <p:nvPr/>
        </p:nvSpPr>
        <p:spPr bwMode="auto">
          <a:xfrm>
            <a:off x="5736085" y="32132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19474" name="Text Box 20">
            <a:extLst>
              <a:ext uri="{FF2B5EF4-FFF2-40B4-BE49-F238E27FC236}">
                <a16:creationId xmlns:a16="http://schemas.microsoft.com/office/drawing/2014/main" id="{D37F5BB2-CD15-4D35-83D9-F2028C7474D7}"/>
              </a:ext>
            </a:extLst>
          </p:cNvPr>
          <p:cNvSpPr txBox="1">
            <a:spLocks noChangeArrowheads="1"/>
          </p:cNvSpPr>
          <p:nvPr/>
        </p:nvSpPr>
        <p:spPr bwMode="auto">
          <a:xfrm>
            <a:off x="6455222" y="32132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15</a:t>
            </a:r>
            <a:endParaRPr lang="en-US" altLang="en-US" sz="1400"/>
          </a:p>
        </p:txBody>
      </p:sp>
      <p:sp>
        <p:nvSpPr>
          <p:cNvPr id="19475" name="Text Box 21">
            <a:extLst>
              <a:ext uri="{FF2B5EF4-FFF2-40B4-BE49-F238E27FC236}">
                <a16:creationId xmlns:a16="http://schemas.microsoft.com/office/drawing/2014/main" id="{B70D86E5-6DC4-408E-8755-A606828A810F}"/>
              </a:ext>
            </a:extLst>
          </p:cNvPr>
          <p:cNvSpPr txBox="1">
            <a:spLocks noChangeArrowheads="1"/>
          </p:cNvSpPr>
          <p:nvPr/>
        </p:nvSpPr>
        <p:spPr bwMode="auto">
          <a:xfrm>
            <a:off x="4294635" y="23496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A</a:t>
            </a:r>
          </a:p>
        </p:txBody>
      </p:sp>
      <p:sp>
        <p:nvSpPr>
          <p:cNvPr id="19476" name="Text Box 22">
            <a:extLst>
              <a:ext uri="{FF2B5EF4-FFF2-40B4-BE49-F238E27FC236}">
                <a16:creationId xmlns:a16="http://schemas.microsoft.com/office/drawing/2014/main" id="{2BEADD89-EF24-4F35-92EB-76CDD0D71418}"/>
              </a:ext>
            </a:extLst>
          </p:cNvPr>
          <p:cNvSpPr txBox="1">
            <a:spLocks noChangeArrowheads="1"/>
          </p:cNvSpPr>
          <p:nvPr/>
        </p:nvSpPr>
        <p:spPr bwMode="auto">
          <a:xfrm>
            <a:off x="4294635" y="27814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19477" name="Text Box 23">
            <a:extLst>
              <a:ext uri="{FF2B5EF4-FFF2-40B4-BE49-F238E27FC236}">
                <a16:creationId xmlns:a16="http://schemas.microsoft.com/office/drawing/2014/main" id="{F536E62F-EDBC-4CFA-AE97-061509DA3A44}"/>
              </a:ext>
            </a:extLst>
          </p:cNvPr>
          <p:cNvSpPr txBox="1">
            <a:spLocks noChangeArrowheads="1"/>
          </p:cNvSpPr>
          <p:nvPr/>
        </p:nvSpPr>
        <p:spPr bwMode="auto">
          <a:xfrm>
            <a:off x="4294635" y="3213224"/>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C</a:t>
            </a:r>
          </a:p>
        </p:txBody>
      </p:sp>
      <p:sp>
        <p:nvSpPr>
          <p:cNvPr id="19478" name="Text Box 24">
            <a:extLst>
              <a:ext uri="{FF2B5EF4-FFF2-40B4-BE49-F238E27FC236}">
                <a16:creationId xmlns:a16="http://schemas.microsoft.com/office/drawing/2014/main" id="{1E53E281-510E-486B-A59E-899CA850C66C}"/>
              </a:ext>
            </a:extLst>
          </p:cNvPr>
          <p:cNvSpPr txBox="1">
            <a:spLocks noChangeArrowheads="1"/>
          </p:cNvSpPr>
          <p:nvPr/>
        </p:nvSpPr>
        <p:spPr bwMode="auto">
          <a:xfrm>
            <a:off x="5015360" y="1846387"/>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S1</a:t>
            </a:r>
          </a:p>
        </p:txBody>
      </p:sp>
      <p:sp>
        <p:nvSpPr>
          <p:cNvPr id="19479" name="Text Box 25">
            <a:extLst>
              <a:ext uri="{FF2B5EF4-FFF2-40B4-BE49-F238E27FC236}">
                <a16:creationId xmlns:a16="http://schemas.microsoft.com/office/drawing/2014/main" id="{0D40B257-0C4C-452E-A713-E88629E7D75C}"/>
              </a:ext>
            </a:extLst>
          </p:cNvPr>
          <p:cNvSpPr txBox="1">
            <a:spLocks noChangeArrowheads="1"/>
          </p:cNvSpPr>
          <p:nvPr/>
        </p:nvSpPr>
        <p:spPr bwMode="auto">
          <a:xfrm>
            <a:off x="5736085" y="1846387"/>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S2</a:t>
            </a:r>
          </a:p>
        </p:txBody>
      </p:sp>
      <p:sp>
        <p:nvSpPr>
          <p:cNvPr id="19480" name="Text Box 26">
            <a:extLst>
              <a:ext uri="{FF2B5EF4-FFF2-40B4-BE49-F238E27FC236}">
                <a16:creationId xmlns:a16="http://schemas.microsoft.com/office/drawing/2014/main" id="{CC8FD183-35C5-4FC4-BB8F-E807185DE357}"/>
              </a:ext>
            </a:extLst>
          </p:cNvPr>
          <p:cNvSpPr txBox="1">
            <a:spLocks noChangeArrowheads="1"/>
          </p:cNvSpPr>
          <p:nvPr/>
        </p:nvSpPr>
        <p:spPr bwMode="auto">
          <a:xfrm>
            <a:off x="6455222" y="1846387"/>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S3</a:t>
            </a:r>
          </a:p>
        </p:txBody>
      </p:sp>
      <p:sp>
        <p:nvSpPr>
          <p:cNvPr id="19481" name="Rectangle 27">
            <a:extLst>
              <a:ext uri="{FF2B5EF4-FFF2-40B4-BE49-F238E27FC236}">
                <a16:creationId xmlns:a16="http://schemas.microsoft.com/office/drawing/2014/main" id="{172CC400-BD4B-4753-958F-F6EC4C8161B6}"/>
              </a:ext>
            </a:extLst>
          </p:cNvPr>
          <p:cNvSpPr>
            <a:spLocks noChangeArrowheads="1"/>
          </p:cNvSpPr>
          <p:nvPr/>
        </p:nvSpPr>
        <p:spPr bwMode="auto">
          <a:xfrm>
            <a:off x="2277990" y="4219576"/>
            <a:ext cx="3746003" cy="18716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9482" name="Line 28">
            <a:extLst>
              <a:ext uri="{FF2B5EF4-FFF2-40B4-BE49-F238E27FC236}">
                <a16:creationId xmlns:a16="http://schemas.microsoft.com/office/drawing/2014/main" id="{5D3F368A-C824-4C17-9E6D-267FC452D842}"/>
              </a:ext>
            </a:extLst>
          </p:cNvPr>
          <p:cNvSpPr>
            <a:spLocks noChangeShapeType="1"/>
          </p:cNvSpPr>
          <p:nvPr/>
        </p:nvSpPr>
        <p:spPr bwMode="auto">
          <a:xfrm>
            <a:off x="2783632" y="4219576"/>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3" name="Line 29">
            <a:extLst>
              <a:ext uri="{FF2B5EF4-FFF2-40B4-BE49-F238E27FC236}">
                <a16:creationId xmlns:a16="http://schemas.microsoft.com/office/drawing/2014/main" id="{E71C0677-846F-46B0-9A25-13CD82FAF380}"/>
              </a:ext>
            </a:extLst>
          </p:cNvPr>
          <p:cNvSpPr>
            <a:spLocks noChangeShapeType="1"/>
          </p:cNvSpPr>
          <p:nvPr/>
        </p:nvSpPr>
        <p:spPr bwMode="auto">
          <a:xfrm>
            <a:off x="3647728" y="4219576"/>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4" name="Line 30">
            <a:extLst>
              <a:ext uri="{FF2B5EF4-FFF2-40B4-BE49-F238E27FC236}">
                <a16:creationId xmlns:a16="http://schemas.microsoft.com/office/drawing/2014/main" id="{B122AE5B-3ABA-4853-9E81-CD474F195403}"/>
              </a:ext>
            </a:extLst>
          </p:cNvPr>
          <p:cNvSpPr>
            <a:spLocks noChangeShapeType="1"/>
          </p:cNvSpPr>
          <p:nvPr/>
        </p:nvSpPr>
        <p:spPr bwMode="auto">
          <a:xfrm>
            <a:off x="4872038" y="4219576"/>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5" name="Line 31">
            <a:extLst>
              <a:ext uri="{FF2B5EF4-FFF2-40B4-BE49-F238E27FC236}">
                <a16:creationId xmlns:a16="http://schemas.microsoft.com/office/drawing/2014/main" id="{CB304AFC-87A4-402E-93BC-271AC3819E3F}"/>
              </a:ext>
            </a:extLst>
          </p:cNvPr>
          <p:cNvSpPr>
            <a:spLocks noChangeShapeType="1"/>
          </p:cNvSpPr>
          <p:nvPr/>
        </p:nvSpPr>
        <p:spPr bwMode="auto">
          <a:xfrm>
            <a:off x="2277990" y="4724400"/>
            <a:ext cx="374600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6" name="Line 32">
            <a:extLst>
              <a:ext uri="{FF2B5EF4-FFF2-40B4-BE49-F238E27FC236}">
                <a16:creationId xmlns:a16="http://schemas.microsoft.com/office/drawing/2014/main" id="{F47FE4F9-5CE1-4112-B1C1-A688E84F8762}"/>
              </a:ext>
            </a:extLst>
          </p:cNvPr>
          <p:cNvSpPr>
            <a:spLocks noChangeShapeType="1"/>
          </p:cNvSpPr>
          <p:nvPr/>
        </p:nvSpPr>
        <p:spPr bwMode="auto">
          <a:xfrm flipV="1">
            <a:off x="2277990" y="5206797"/>
            <a:ext cx="3746003" cy="218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7" name="Line 33">
            <a:extLst>
              <a:ext uri="{FF2B5EF4-FFF2-40B4-BE49-F238E27FC236}">
                <a16:creationId xmlns:a16="http://schemas.microsoft.com/office/drawing/2014/main" id="{673C29B9-8382-49A1-A0DE-1802F1518DA2}"/>
              </a:ext>
            </a:extLst>
          </p:cNvPr>
          <p:cNvSpPr>
            <a:spLocks noChangeShapeType="1"/>
          </p:cNvSpPr>
          <p:nvPr/>
        </p:nvSpPr>
        <p:spPr bwMode="auto">
          <a:xfrm flipV="1">
            <a:off x="2277990" y="5659438"/>
            <a:ext cx="3746003" cy="150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8" name="Text Box 34">
            <a:extLst>
              <a:ext uri="{FF2B5EF4-FFF2-40B4-BE49-F238E27FC236}">
                <a16:creationId xmlns:a16="http://schemas.microsoft.com/office/drawing/2014/main" id="{36B6FA9A-418F-4DFA-9DDA-339C8FA4A36B}"/>
              </a:ext>
            </a:extLst>
          </p:cNvPr>
          <p:cNvSpPr txBox="1">
            <a:spLocks noChangeArrowheads="1"/>
          </p:cNvSpPr>
          <p:nvPr/>
        </p:nvSpPr>
        <p:spPr bwMode="auto">
          <a:xfrm>
            <a:off x="2713436" y="4818638"/>
            <a:ext cx="93429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b="1" dirty="0"/>
              <a:t>5 – 4 = 1</a:t>
            </a:r>
          </a:p>
        </p:txBody>
      </p:sp>
      <p:sp>
        <p:nvSpPr>
          <p:cNvPr id="19489" name="Text Box 43">
            <a:extLst>
              <a:ext uri="{FF2B5EF4-FFF2-40B4-BE49-F238E27FC236}">
                <a16:creationId xmlns:a16="http://schemas.microsoft.com/office/drawing/2014/main" id="{585FD19D-5B9F-4EC5-87F8-8B1ADFA32B59}"/>
              </a:ext>
            </a:extLst>
          </p:cNvPr>
          <p:cNvSpPr txBox="1">
            <a:spLocks noChangeArrowheads="1"/>
          </p:cNvSpPr>
          <p:nvPr/>
        </p:nvSpPr>
        <p:spPr bwMode="auto">
          <a:xfrm>
            <a:off x="2135561" y="47958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dirty="0"/>
              <a:t>A</a:t>
            </a:r>
          </a:p>
        </p:txBody>
      </p:sp>
      <p:sp>
        <p:nvSpPr>
          <p:cNvPr id="19490" name="Text Box 44">
            <a:extLst>
              <a:ext uri="{FF2B5EF4-FFF2-40B4-BE49-F238E27FC236}">
                <a16:creationId xmlns:a16="http://schemas.microsoft.com/office/drawing/2014/main" id="{AFDE80FF-928E-4750-A8B3-DCD3702CBE81}"/>
              </a:ext>
            </a:extLst>
          </p:cNvPr>
          <p:cNvSpPr txBox="1">
            <a:spLocks noChangeArrowheads="1"/>
          </p:cNvSpPr>
          <p:nvPr/>
        </p:nvSpPr>
        <p:spPr bwMode="auto">
          <a:xfrm>
            <a:off x="2135561" y="52276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19491" name="Text Box 45">
            <a:extLst>
              <a:ext uri="{FF2B5EF4-FFF2-40B4-BE49-F238E27FC236}">
                <a16:creationId xmlns:a16="http://schemas.microsoft.com/office/drawing/2014/main" id="{223F6C3A-A653-4F82-96A4-0B77D8FF4461}"/>
              </a:ext>
            </a:extLst>
          </p:cNvPr>
          <p:cNvSpPr txBox="1">
            <a:spLocks noChangeArrowheads="1"/>
          </p:cNvSpPr>
          <p:nvPr/>
        </p:nvSpPr>
        <p:spPr bwMode="auto">
          <a:xfrm>
            <a:off x="2135561" y="56594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dirty="0"/>
              <a:t>C</a:t>
            </a:r>
          </a:p>
        </p:txBody>
      </p:sp>
      <p:sp>
        <p:nvSpPr>
          <p:cNvPr id="19492" name="Text Box 46">
            <a:extLst>
              <a:ext uri="{FF2B5EF4-FFF2-40B4-BE49-F238E27FC236}">
                <a16:creationId xmlns:a16="http://schemas.microsoft.com/office/drawing/2014/main" id="{BFD5B4DC-03F7-4D88-84CC-30DF830A0C1F}"/>
              </a:ext>
            </a:extLst>
          </p:cNvPr>
          <p:cNvSpPr txBox="1">
            <a:spLocks noChangeArrowheads="1"/>
          </p:cNvSpPr>
          <p:nvPr/>
        </p:nvSpPr>
        <p:spPr bwMode="auto">
          <a:xfrm>
            <a:off x="2855641" y="42926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dirty="0"/>
              <a:t>S1</a:t>
            </a:r>
          </a:p>
        </p:txBody>
      </p:sp>
      <p:sp>
        <p:nvSpPr>
          <p:cNvPr id="19493" name="Text Box 47">
            <a:extLst>
              <a:ext uri="{FF2B5EF4-FFF2-40B4-BE49-F238E27FC236}">
                <a16:creationId xmlns:a16="http://schemas.microsoft.com/office/drawing/2014/main" id="{5A9D5FF3-66CC-4BC1-A045-7516A406965B}"/>
              </a:ext>
            </a:extLst>
          </p:cNvPr>
          <p:cNvSpPr txBox="1">
            <a:spLocks noChangeArrowheads="1"/>
          </p:cNvSpPr>
          <p:nvPr/>
        </p:nvSpPr>
        <p:spPr bwMode="auto">
          <a:xfrm>
            <a:off x="3935761" y="42926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S2</a:t>
            </a:r>
          </a:p>
        </p:txBody>
      </p:sp>
      <p:sp>
        <p:nvSpPr>
          <p:cNvPr id="19494" name="Text Box 48">
            <a:extLst>
              <a:ext uri="{FF2B5EF4-FFF2-40B4-BE49-F238E27FC236}">
                <a16:creationId xmlns:a16="http://schemas.microsoft.com/office/drawing/2014/main" id="{DAB5DCB6-138E-44EF-BFC9-0D88B00545A8}"/>
              </a:ext>
            </a:extLst>
          </p:cNvPr>
          <p:cNvSpPr txBox="1">
            <a:spLocks noChangeArrowheads="1"/>
          </p:cNvSpPr>
          <p:nvPr/>
        </p:nvSpPr>
        <p:spPr bwMode="auto">
          <a:xfrm>
            <a:off x="4872039" y="42926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S3</a:t>
            </a:r>
          </a:p>
        </p:txBody>
      </p:sp>
      <p:sp>
        <p:nvSpPr>
          <p:cNvPr id="19495" name="Text Box 49">
            <a:extLst>
              <a:ext uri="{FF2B5EF4-FFF2-40B4-BE49-F238E27FC236}">
                <a16:creationId xmlns:a16="http://schemas.microsoft.com/office/drawing/2014/main" id="{700440CF-24DB-473D-9A4A-49D5C4E734D4}"/>
              </a:ext>
            </a:extLst>
          </p:cNvPr>
          <p:cNvSpPr txBox="1">
            <a:spLocks noChangeArrowheads="1"/>
          </p:cNvSpPr>
          <p:nvPr/>
        </p:nvSpPr>
        <p:spPr bwMode="auto">
          <a:xfrm>
            <a:off x="3610164" y="4797152"/>
            <a:ext cx="12617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b="1" dirty="0"/>
              <a:t>16 – 16 = 0</a:t>
            </a:r>
          </a:p>
        </p:txBody>
      </p:sp>
      <p:sp>
        <p:nvSpPr>
          <p:cNvPr id="19496" name="Text Box 50">
            <a:extLst>
              <a:ext uri="{FF2B5EF4-FFF2-40B4-BE49-F238E27FC236}">
                <a16:creationId xmlns:a16="http://schemas.microsoft.com/office/drawing/2014/main" id="{D61D2E7C-BA2D-4EAE-BE1C-C6C40DC57035}"/>
              </a:ext>
            </a:extLst>
          </p:cNvPr>
          <p:cNvSpPr txBox="1">
            <a:spLocks noChangeArrowheads="1"/>
          </p:cNvSpPr>
          <p:nvPr/>
        </p:nvSpPr>
        <p:spPr bwMode="auto">
          <a:xfrm>
            <a:off x="4727575" y="4797152"/>
            <a:ext cx="134012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b="1" dirty="0"/>
              <a:t>15 – 12   = 3</a:t>
            </a:r>
          </a:p>
        </p:txBody>
      </p:sp>
      <p:sp>
        <p:nvSpPr>
          <p:cNvPr id="19497" name="Text Box 51">
            <a:extLst>
              <a:ext uri="{FF2B5EF4-FFF2-40B4-BE49-F238E27FC236}">
                <a16:creationId xmlns:a16="http://schemas.microsoft.com/office/drawing/2014/main" id="{D5D1FE8B-03E5-40F4-AECC-0F244D79D251}"/>
              </a:ext>
            </a:extLst>
          </p:cNvPr>
          <p:cNvSpPr txBox="1">
            <a:spLocks noChangeArrowheads="1"/>
          </p:cNvSpPr>
          <p:nvPr/>
        </p:nvSpPr>
        <p:spPr bwMode="auto">
          <a:xfrm>
            <a:off x="2602450" y="5250686"/>
            <a:ext cx="115235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b="1" dirty="0"/>
              <a:t>5 – 5 = 0</a:t>
            </a:r>
          </a:p>
        </p:txBody>
      </p:sp>
      <p:sp>
        <p:nvSpPr>
          <p:cNvPr id="19498" name="Text Box 52">
            <a:extLst>
              <a:ext uri="{FF2B5EF4-FFF2-40B4-BE49-F238E27FC236}">
                <a16:creationId xmlns:a16="http://schemas.microsoft.com/office/drawing/2014/main" id="{4F2DCB60-E058-4F7F-96CB-100DAB78BAA6}"/>
              </a:ext>
            </a:extLst>
          </p:cNvPr>
          <p:cNvSpPr txBox="1">
            <a:spLocks noChangeArrowheads="1"/>
          </p:cNvSpPr>
          <p:nvPr/>
        </p:nvSpPr>
        <p:spPr bwMode="auto">
          <a:xfrm>
            <a:off x="3573290" y="5241457"/>
            <a:ext cx="129857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b="1" dirty="0"/>
              <a:t>16 –6 = 10</a:t>
            </a:r>
          </a:p>
        </p:txBody>
      </p:sp>
      <p:sp>
        <p:nvSpPr>
          <p:cNvPr id="19499" name="Text Box 53">
            <a:extLst>
              <a:ext uri="{FF2B5EF4-FFF2-40B4-BE49-F238E27FC236}">
                <a16:creationId xmlns:a16="http://schemas.microsoft.com/office/drawing/2014/main" id="{02384F5D-C9E8-48DC-B9CC-A8E92FAAED94}"/>
              </a:ext>
            </a:extLst>
          </p:cNvPr>
          <p:cNvSpPr txBox="1">
            <a:spLocks noChangeArrowheads="1"/>
          </p:cNvSpPr>
          <p:nvPr/>
        </p:nvSpPr>
        <p:spPr bwMode="auto">
          <a:xfrm>
            <a:off x="4809193" y="5301208"/>
            <a:ext cx="12585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b="1" dirty="0"/>
              <a:t>15 – 10   = 5</a:t>
            </a:r>
          </a:p>
        </p:txBody>
      </p:sp>
      <p:sp>
        <p:nvSpPr>
          <p:cNvPr id="19500" name="Text Box 54">
            <a:extLst>
              <a:ext uri="{FF2B5EF4-FFF2-40B4-BE49-F238E27FC236}">
                <a16:creationId xmlns:a16="http://schemas.microsoft.com/office/drawing/2014/main" id="{E2F3EC31-5420-47BE-8BB4-9B25D39DF893}"/>
              </a:ext>
            </a:extLst>
          </p:cNvPr>
          <p:cNvSpPr txBox="1">
            <a:spLocks noChangeArrowheads="1"/>
          </p:cNvSpPr>
          <p:nvPr/>
        </p:nvSpPr>
        <p:spPr bwMode="auto">
          <a:xfrm>
            <a:off x="2567608" y="5661248"/>
            <a:ext cx="12585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b="1" dirty="0"/>
              <a:t>5 – -1 = 6</a:t>
            </a:r>
          </a:p>
        </p:txBody>
      </p:sp>
      <p:sp>
        <p:nvSpPr>
          <p:cNvPr id="19501" name="Text Box 55">
            <a:extLst>
              <a:ext uri="{FF2B5EF4-FFF2-40B4-BE49-F238E27FC236}">
                <a16:creationId xmlns:a16="http://schemas.microsoft.com/office/drawing/2014/main" id="{AA409073-8759-49C5-BCE7-394EBA5ADD97}"/>
              </a:ext>
            </a:extLst>
          </p:cNvPr>
          <p:cNvSpPr txBox="1">
            <a:spLocks noChangeArrowheads="1"/>
          </p:cNvSpPr>
          <p:nvPr/>
        </p:nvSpPr>
        <p:spPr bwMode="auto">
          <a:xfrm>
            <a:off x="3610164" y="5682734"/>
            <a:ext cx="12617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b="1" dirty="0"/>
              <a:t>16 – 4= 12</a:t>
            </a:r>
          </a:p>
        </p:txBody>
      </p:sp>
      <p:sp>
        <p:nvSpPr>
          <p:cNvPr id="19502" name="Text Box 56">
            <a:extLst>
              <a:ext uri="{FF2B5EF4-FFF2-40B4-BE49-F238E27FC236}">
                <a16:creationId xmlns:a16="http://schemas.microsoft.com/office/drawing/2014/main" id="{E8C06121-5509-46D4-A60B-F3F7213FDC7B}"/>
              </a:ext>
            </a:extLst>
          </p:cNvPr>
          <p:cNvSpPr txBox="1">
            <a:spLocks noChangeArrowheads="1"/>
          </p:cNvSpPr>
          <p:nvPr/>
        </p:nvSpPr>
        <p:spPr bwMode="auto">
          <a:xfrm>
            <a:off x="4823126" y="5725838"/>
            <a:ext cx="122271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1600" b="1" dirty="0"/>
              <a:t>15 – 15   = 0</a:t>
            </a:r>
          </a:p>
        </p:txBody>
      </p:sp>
      <p:sp>
        <p:nvSpPr>
          <p:cNvPr id="19503" name="Rectangle 57">
            <a:extLst>
              <a:ext uri="{FF2B5EF4-FFF2-40B4-BE49-F238E27FC236}">
                <a16:creationId xmlns:a16="http://schemas.microsoft.com/office/drawing/2014/main" id="{9DC6A0D8-6C07-4CD1-9161-B9CAB03FDB95}"/>
              </a:ext>
            </a:extLst>
          </p:cNvPr>
          <p:cNvSpPr>
            <a:spLocks noChangeArrowheads="1"/>
          </p:cNvSpPr>
          <p:nvPr/>
        </p:nvSpPr>
        <p:spPr bwMode="auto">
          <a:xfrm>
            <a:off x="6311900" y="4219576"/>
            <a:ext cx="2952750" cy="18716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9504" name="Line 58">
            <a:extLst>
              <a:ext uri="{FF2B5EF4-FFF2-40B4-BE49-F238E27FC236}">
                <a16:creationId xmlns:a16="http://schemas.microsoft.com/office/drawing/2014/main" id="{C2731C93-3D72-4F8D-A144-293E0B8692E0}"/>
              </a:ext>
            </a:extLst>
          </p:cNvPr>
          <p:cNvSpPr>
            <a:spLocks noChangeShapeType="1"/>
          </p:cNvSpPr>
          <p:nvPr/>
        </p:nvSpPr>
        <p:spPr bwMode="auto">
          <a:xfrm>
            <a:off x="7032625" y="4219576"/>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05" name="Line 59">
            <a:extLst>
              <a:ext uri="{FF2B5EF4-FFF2-40B4-BE49-F238E27FC236}">
                <a16:creationId xmlns:a16="http://schemas.microsoft.com/office/drawing/2014/main" id="{406F14CF-DA32-4710-8A09-6FEA0B25B566}"/>
              </a:ext>
            </a:extLst>
          </p:cNvPr>
          <p:cNvSpPr>
            <a:spLocks noChangeShapeType="1"/>
          </p:cNvSpPr>
          <p:nvPr/>
        </p:nvSpPr>
        <p:spPr bwMode="auto">
          <a:xfrm>
            <a:off x="7753350" y="4219576"/>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06" name="Line 60">
            <a:extLst>
              <a:ext uri="{FF2B5EF4-FFF2-40B4-BE49-F238E27FC236}">
                <a16:creationId xmlns:a16="http://schemas.microsoft.com/office/drawing/2014/main" id="{BC22F6EC-CE68-4D8D-8D96-E38EDAE5A68E}"/>
              </a:ext>
            </a:extLst>
          </p:cNvPr>
          <p:cNvSpPr>
            <a:spLocks noChangeShapeType="1"/>
          </p:cNvSpPr>
          <p:nvPr/>
        </p:nvSpPr>
        <p:spPr bwMode="auto">
          <a:xfrm>
            <a:off x="8472488" y="4219576"/>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07" name="Line 61">
            <a:extLst>
              <a:ext uri="{FF2B5EF4-FFF2-40B4-BE49-F238E27FC236}">
                <a16:creationId xmlns:a16="http://schemas.microsoft.com/office/drawing/2014/main" id="{16946CB8-49BE-402D-92FA-60C14B771DEA}"/>
              </a:ext>
            </a:extLst>
          </p:cNvPr>
          <p:cNvSpPr>
            <a:spLocks noChangeShapeType="1"/>
          </p:cNvSpPr>
          <p:nvPr/>
        </p:nvSpPr>
        <p:spPr bwMode="auto">
          <a:xfrm>
            <a:off x="6311900" y="4724400"/>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08" name="Line 62">
            <a:extLst>
              <a:ext uri="{FF2B5EF4-FFF2-40B4-BE49-F238E27FC236}">
                <a16:creationId xmlns:a16="http://schemas.microsoft.com/office/drawing/2014/main" id="{FC5F7DF4-06F8-46D1-8BC9-42350FC7CEEC}"/>
              </a:ext>
            </a:extLst>
          </p:cNvPr>
          <p:cNvSpPr>
            <a:spLocks noChangeShapeType="1"/>
          </p:cNvSpPr>
          <p:nvPr/>
        </p:nvSpPr>
        <p:spPr bwMode="auto">
          <a:xfrm>
            <a:off x="6311900" y="5227638"/>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09" name="Line 63">
            <a:extLst>
              <a:ext uri="{FF2B5EF4-FFF2-40B4-BE49-F238E27FC236}">
                <a16:creationId xmlns:a16="http://schemas.microsoft.com/office/drawing/2014/main" id="{3CD597D6-9308-4849-A215-49CB7910493B}"/>
              </a:ext>
            </a:extLst>
          </p:cNvPr>
          <p:cNvSpPr>
            <a:spLocks noChangeShapeType="1"/>
          </p:cNvSpPr>
          <p:nvPr/>
        </p:nvSpPr>
        <p:spPr bwMode="auto">
          <a:xfrm>
            <a:off x="6311900" y="5659438"/>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10" name="Text Box 64">
            <a:extLst>
              <a:ext uri="{FF2B5EF4-FFF2-40B4-BE49-F238E27FC236}">
                <a16:creationId xmlns:a16="http://schemas.microsoft.com/office/drawing/2014/main" id="{5B7454B8-63D6-49EB-857F-8EDD8948FBA1}"/>
              </a:ext>
            </a:extLst>
          </p:cNvPr>
          <p:cNvSpPr txBox="1">
            <a:spLocks noChangeArrowheads="1"/>
          </p:cNvSpPr>
          <p:nvPr/>
        </p:nvSpPr>
        <p:spPr bwMode="auto">
          <a:xfrm>
            <a:off x="7032626" y="47958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a:t>
            </a:r>
            <a:endParaRPr lang="en-US" altLang="en-US" sz="1400"/>
          </a:p>
        </p:txBody>
      </p:sp>
      <p:sp>
        <p:nvSpPr>
          <p:cNvPr id="19511" name="Text Box 65">
            <a:extLst>
              <a:ext uri="{FF2B5EF4-FFF2-40B4-BE49-F238E27FC236}">
                <a16:creationId xmlns:a16="http://schemas.microsoft.com/office/drawing/2014/main" id="{291EDC4C-6B26-459D-B31A-A3C84EB8FB9E}"/>
              </a:ext>
            </a:extLst>
          </p:cNvPr>
          <p:cNvSpPr txBox="1">
            <a:spLocks noChangeArrowheads="1"/>
          </p:cNvSpPr>
          <p:nvPr/>
        </p:nvSpPr>
        <p:spPr bwMode="auto">
          <a:xfrm>
            <a:off x="7753351" y="47958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0</a:t>
            </a:r>
            <a:endParaRPr lang="en-US" altLang="en-US" sz="1400"/>
          </a:p>
        </p:txBody>
      </p:sp>
      <p:sp>
        <p:nvSpPr>
          <p:cNvPr id="19512" name="Text Box 66">
            <a:extLst>
              <a:ext uri="{FF2B5EF4-FFF2-40B4-BE49-F238E27FC236}">
                <a16:creationId xmlns:a16="http://schemas.microsoft.com/office/drawing/2014/main" id="{4B0424E5-79A4-4462-936A-78A8A7BFF02D}"/>
              </a:ext>
            </a:extLst>
          </p:cNvPr>
          <p:cNvSpPr txBox="1">
            <a:spLocks noChangeArrowheads="1"/>
          </p:cNvSpPr>
          <p:nvPr/>
        </p:nvSpPr>
        <p:spPr bwMode="auto">
          <a:xfrm>
            <a:off x="8472489" y="47958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3</a:t>
            </a:r>
            <a:endParaRPr lang="en-US" altLang="en-US" sz="1400"/>
          </a:p>
        </p:txBody>
      </p:sp>
      <p:sp>
        <p:nvSpPr>
          <p:cNvPr id="19513" name="Text Box 67">
            <a:extLst>
              <a:ext uri="{FF2B5EF4-FFF2-40B4-BE49-F238E27FC236}">
                <a16:creationId xmlns:a16="http://schemas.microsoft.com/office/drawing/2014/main" id="{9A96D2BD-3220-4EF6-B0AE-503721267374}"/>
              </a:ext>
            </a:extLst>
          </p:cNvPr>
          <p:cNvSpPr txBox="1">
            <a:spLocks noChangeArrowheads="1"/>
          </p:cNvSpPr>
          <p:nvPr/>
        </p:nvSpPr>
        <p:spPr bwMode="auto">
          <a:xfrm>
            <a:off x="7032626" y="52276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0</a:t>
            </a:r>
            <a:endParaRPr lang="en-US" altLang="en-US" sz="1400"/>
          </a:p>
        </p:txBody>
      </p:sp>
      <p:sp>
        <p:nvSpPr>
          <p:cNvPr id="19514" name="Text Box 68">
            <a:extLst>
              <a:ext uri="{FF2B5EF4-FFF2-40B4-BE49-F238E27FC236}">
                <a16:creationId xmlns:a16="http://schemas.microsoft.com/office/drawing/2014/main" id="{184DE666-24ED-4AAD-B06D-053106493ED4}"/>
              </a:ext>
            </a:extLst>
          </p:cNvPr>
          <p:cNvSpPr txBox="1">
            <a:spLocks noChangeArrowheads="1"/>
          </p:cNvSpPr>
          <p:nvPr/>
        </p:nvSpPr>
        <p:spPr bwMode="auto">
          <a:xfrm>
            <a:off x="7753351" y="52276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19515" name="Text Box 69">
            <a:extLst>
              <a:ext uri="{FF2B5EF4-FFF2-40B4-BE49-F238E27FC236}">
                <a16:creationId xmlns:a16="http://schemas.microsoft.com/office/drawing/2014/main" id="{A0323FF1-584D-4E86-BCA2-443C367FC408}"/>
              </a:ext>
            </a:extLst>
          </p:cNvPr>
          <p:cNvSpPr txBox="1">
            <a:spLocks noChangeArrowheads="1"/>
          </p:cNvSpPr>
          <p:nvPr/>
        </p:nvSpPr>
        <p:spPr bwMode="auto">
          <a:xfrm>
            <a:off x="8472489" y="52276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19516" name="Text Box 70">
            <a:extLst>
              <a:ext uri="{FF2B5EF4-FFF2-40B4-BE49-F238E27FC236}">
                <a16:creationId xmlns:a16="http://schemas.microsoft.com/office/drawing/2014/main" id="{FEA15611-F783-4CD2-95D1-F914FE01504D}"/>
              </a:ext>
            </a:extLst>
          </p:cNvPr>
          <p:cNvSpPr txBox="1">
            <a:spLocks noChangeArrowheads="1"/>
          </p:cNvSpPr>
          <p:nvPr/>
        </p:nvSpPr>
        <p:spPr bwMode="auto">
          <a:xfrm>
            <a:off x="7032626" y="56594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19517" name="Text Box 71">
            <a:extLst>
              <a:ext uri="{FF2B5EF4-FFF2-40B4-BE49-F238E27FC236}">
                <a16:creationId xmlns:a16="http://schemas.microsoft.com/office/drawing/2014/main" id="{60622972-581A-4598-96BF-708E986B7742}"/>
              </a:ext>
            </a:extLst>
          </p:cNvPr>
          <p:cNvSpPr txBox="1">
            <a:spLocks noChangeArrowheads="1"/>
          </p:cNvSpPr>
          <p:nvPr/>
        </p:nvSpPr>
        <p:spPr bwMode="auto">
          <a:xfrm>
            <a:off x="7753351" y="56594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endParaRPr lang="en-US" altLang="en-US" sz="1400"/>
          </a:p>
        </p:txBody>
      </p:sp>
      <p:sp>
        <p:nvSpPr>
          <p:cNvPr id="19518" name="Text Box 72">
            <a:extLst>
              <a:ext uri="{FF2B5EF4-FFF2-40B4-BE49-F238E27FC236}">
                <a16:creationId xmlns:a16="http://schemas.microsoft.com/office/drawing/2014/main" id="{1AED80CC-D3D6-49D1-91F2-3B6520CCFA50}"/>
              </a:ext>
            </a:extLst>
          </p:cNvPr>
          <p:cNvSpPr txBox="1">
            <a:spLocks noChangeArrowheads="1"/>
          </p:cNvSpPr>
          <p:nvPr/>
        </p:nvSpPr>
        <p:spPr bwMode="auto">
          <a:xfrm>
            <a:off x="8472489" y="56594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0</a:t>
            </a:r>
            <a:endParaRPr lang="en-US" altLang="en-US" sz="1400"/>
          </a:p>
        </p:txBody>
      </p:sp>
      <p:sp>
        <p:nvSpPr>
          <p:cNvPr id="19519" name="Text Box 73">
            <a:extLst>
              <a:ext uri="{FF2B5EF4-FFF2-40B4-BE49-F238E27FC236}">
                <a16:creationId xmlns:a16="http://schemas.microsoft.com/office/drawing/2014/main" id="{3300E974-2645-4E6E-9CD9-A01334DA80AB}"/>
              </a:ext>
            </a:extLst>
          </p:cNvPr>
          <p:cNvSpPr txBox="1">
            <a:spLocks noChangeArrowheads="1"/>
          </p:cNvSpPr>
          <p:nvPr/>
        </p:nvSpPr>
        <p:spPr bwMode="auto">
          <a:xfrm>
            <a:off x="6311901" y="47958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A</a:t>
            </a:r>
          </a:p>
        </p:txBody>
      </p:sp>
      <p:sp>
        <p:nvSpPr>
          <p:cNvPr id="19520" name="Text Box 74">
            <a:extLst>
              <a:ext uri="{FF2B5EF4-FFF2-40B4-BE49-F238E27FC236}">
                <a16:creationId xmlns:a16="http://schemas.microsoft.com/office/drawing/2014/main" id="{7A194043-08AE-4259-BD04-3AC4D18F93E2}"/>
              </a:ext>
            </a:extLst>
          </p:cNvPr>
          <p:cNvSpPr txBox="1">
            <a:spLocks noChangeArrowheads="1"/>
          </p:cNvSpPr>
          <p:nvPr/>
        </p:nvSpPr>
        <p:spPr bwMode="auto">
          <a:xfrm>
            <a:off x="6311901" y="52276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19521" name="Text Box 75">
            <a:extLst>
              <a:ext uri="{FF2B5EF4-FFF2-40B4-BE49-F238E27FC236}">
                <a16:creationId xmlns:a16="http://schemas.microsoft.com/office/drawing/2014/main" id="{6F7911EF-33AD-44BF-A9AD-4BC81BEBDFAA}"/>
              </a:ext>
            </a:extLst>
          </p:cNvPr>
          <p:cNvSpPr txBox="1">
            <a:spLocks noChangeArrowheads="1"/>
          </p:cNvSpPr>
          <p:nvPr/>
        </p:nvSpPr>
        <p:spPr bwMode="auto">
          <a:xfrm>
            <a:off x="6311901" y="5659438"/>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C</a:t>
            </a:r>
          </a:p>
        </p:txBody>
      </p:sp>
      <p:sp>
        <p:nvSpPr>
          <p:cNvPr id="19522" name="Text Box 76">
            <a:extLst>
              <a:ext uri="{FF2B5EF4-FFF2-40B4-BE49-F238E27FC236}">
                <a16:creationId xmlns:a16="http://schemas.microsoft.com/office/drawing/2014/main" id="{B1AF209E-717F-483E-9031-052C0C148BA0}"/>
              </a:ext>
            </a:extLst>
          </p:cNvPr>
          <p:cNvSpPr txBox="1">
            <a:spLocks noChangeArrowheads="1"/>
          </p:cNvSpPr>
          <p:nvPr/>
        </p:nvSpPr>
        <p:spPr bwMode="auto">
          <a:xfrm>
            <a:off x="7032626" y="42926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S1</a:t>
            </a:r>
          </a:p>
        </p:txBody>
      </p:sp>
      <p:sp>
        <p:nvSpPr>
          <p:cNvPr id="19523" name="Text Box 77">
            <a:extLst>
              <a:ext uri="{FF2B5EF4-FFF2-40B4-BE49-F238E27FC236}">
                <a16:creationId xmlns:a16="http://schemas.microsoft.com/office/drawing/2014/main" id="{BB55BF49-C686-49E3-8793-454C68763A6E}"/>
              </a:ext>
            </a:extLst>
          </p:cNvPr>
          <p:cNvSpPr txBox="1">
            <a:spLocks noChangeArrowheads="1"/>
          </p:cNvSpPr>
          <p:nvPr/>
        </p:nvSpPr>
        <p:spPr bwMode="auto">
          <a:xfrm>
            <a:off x="7753351" y="42926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S2</a:t>
            </a:r>
          </a:p>
        </p:txBody>
      </p:sp>
      <p:sp>
        <p:nvSpPr>
          <p:cNvPr id="19524" name="Text Box 78">
            <a:extLst>
              <a:ext uri="{FF2B5EF4-FFF2-40B4-BE49-F238E27FC236}">
                <a16:creationId xmlns:a16="http://schemas.microsoft.com/office/drawing/2014/main" id="{D375BE7C-18BB-40EB-90F8-F5B3B50B48A6}"/>
              </a:ext>
            </a:extLst>
          </p:cNvPr>
          <p:cNvSpPr txBox="1">
            <a:spLocks noChangeArrowheads="1"/>
          </p:cNvSpPr>
          <p:nvPr/>
        </p:nvSpPr>
        <p:spPr bwMode="auto">
          <a:xfrm>
            <a:off x="8472489" y="4292601"/>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S3</a:t>
            </a:r>
          </a:p>
        </p:txBody>
      </p:sp>
      <p:sp>
        <p:nvSpPr>
          <p:cNvPr id="19525" name="AutoShape 80">
            <a:extLst>
              <a:ext uri="{FF2B5EF4-FFF2-40B4-BE49-F238E27FC236}">
                <a16:creationId xmlns:a16="http://schemas.microsoft.com/office/drawing/2014/main" id="{29806FCA-B1BB-46C1-9EDA-DCFB2E5B90F8}"/>
              </a:ext>
            </a:extLst>
          </p:cNvPr>
          <p:cNvSpPr>
            <a:spLocks noChangeArrowheads="1"/>
          </p:cNvSpPr>
          <p:nvPr/>
        </p:nvSpPr>
        <p:spPr bwMode="auto">
          <a:xfrm rot="2806288">
            <a:off x="6006387" y="3860007"/>
            <a:ext cx="431800" cy="433387"/>
          </a:xfrm>
          <a:custGeom>
            <a:avLst/>
            <a:gdLst>
              <a:gd name="T0" fmla="*/ 302380 w 21600"/>
              <a:gd name="T1" fmla="*/ 0 h 21600"/>
              <a:gd name="T2" fmla="*/ 302380 w 21600"/>
              <a:gd name="T3" fmla="*/ 243941 h 21600"/>
              <a:gd name="T4" fmla="*/ 64710 w 21600"/>
              <a:gd name="T5" fmla="*/ 433387 h 21600"/>
              <a:gd name="T6" fmla="*/ 431800 w 21600"/>
              <a:gd name="T7" fmla="*/ 121970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6" name="Text Box 81">
            <a:extLst>
              <a:ext uri="{FF2B5EF4-FFF2-40B4-BE49-F238E27FC236}">
                <a16:creationId xmlns:a16="http://schemas.microsoft.com/office/drawing/2014/main" id="{5289C4E4-94F4-4A8B-B4CA-A41443A3ECB6}"/>
              </a:ext>
            </a:extLst>
          </p:cNvPr>
          <p:cNvSpPr txBox="1">
            <a:spLocks noChangeArrowheads="1"/>
          </p:cNvSpPr>
          <p:nvPr/>
        </p:nvSpPr>
        <p:spPr bwMode="auto">
          <a:xfrm>
            <a:off x="9264651" y="4076700"/>
            <a:ext cx="12239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Maximum loss</a:t>
            </a:r>
          </a:p>
        </p:txBody>
      </p:sp>
      <p:sp>
        <p:nvSpPr>
          <p:cNvPr id="19527" name="Text Box 82">
            <a:extLst>
              <a:ext uri="{FF2B5EF4-FFF2-40B4-BE49-F238E27FC236}">
                <a16:creationId xmlns:a16="http://schemas.microsoft.com/office/drawing/2014/main" id="{09A2A660-B081-412A-97DA-453D07DF570E}"/>
              </a:ext>
            </a:extLst>
          </p:cNvPr>
          <p:cNvSpPr txBox="1">
            <a:spLocks noChangeArrowheads="1"/>
          </p:cNvSpPr>
          <p:nvPr/>
        </p:nvSpPr>
        <p:spPr bwMode="auto">
          <a:xfrm>
            <a:off x="9264651" y="479742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3</a:t>
            </a:r>
            <a:endParaRPr lang="en-US" altLang="en-US" sz="1400"/>
          </a:p>
        </p:txBody>
      </p:sp>
      <p:sp>
        <p:nvSpPr>
          <p:cNvPr id="19528" name="Text Box 83">
            <a:extLst>
              <a:ext uri="{FF2B5EF4-FFF2-40B4-BE49-F238E27FC236}">
                <a16:creationId xmlns:a16="http://schemas.microsoft.com/office/drawing/2014/main" id="{E1A4850F-B374-4EBD-989E-188C4B4BD9B0}"/>
              </a:ext>
            </a:extLst>
          </p:cNvPr>
          <p:cNvSpPr txBox="1">
            <a:spLocks noChangeArrowheads="1"/>
          </p:cNvSpPr>
          <p:nvPr/>
        </p:nvSpPr>
        <p:spPr bwMode="auto">
          <a:xfrm>
            <a:off x="9264651" y="522922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19529" name="Text Box 84">
            <a:extLst>
              <a:ext uri="{FF2B5EF4-FFF2-40B4-BE49-F238E27FC236}">
                <a16:creationId xmlns:a16="http://schemas.microsoft.com/office/drawing/2014/main" id="{C0C26A17-1F50-40B0-A11C-D90FF0C3E17B}"/>
              </a:ext>
            </a:extLst>
          </p:cNvPr>
          <p:cNvSpPr txBox="1">
            <a:spLocks noChangeArrowheads="1"/>
          </p:cNvSpPr>
          <p:nvPr/>
        </p:nvSpPr>
        <p:spPr bwMode="auto">
          <a:xfrm>
            <a:off x="9264651" y="566102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endParaRPr lang="en-US" altLang="en-US" sz="1400"/>
          </a:p>
        </p:txBody>
      </p:sp>
      <p:sp>
        <p:nvSpPr>
          <p:cNvPr id="19530" name="Oval 85">
            <a:extLst>
              <a:ext uri="{FF2B5EF4-FFF2-40B4-BE49-F238E27FC236}">
                <a16:creationId xmlns:a16="http://schemas.microsoft.com/office/drawing/2014/main" id="{B8650EE9-8C48-4D00-8353-FEDD71455BB1}"/>
              </a:ext>
            </a:extLst>
          </p:cNvPr>
          <p:cNvSpPr>
            <a:spLocks noChangeArrowheads="1"/>
          </p:cNvSpPr>
          <p:nvPr/>
        </p:nvSpPr>
        <p:spPr bwMode="auto">
          <a:xfrm>
            <a:off x="9409113" y="4797426"/>
            <a:ext cx="431800" cy="360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19531" name="Line 86">
            <a:extLst>
              <a:ext uri="{FF2B5EF4-FFF2-40B4-BE49-F238E27FC236}">
                <a16:creationId xmlns:a16="http://schemas.microsoft.com/office/drawing/2014/main" id="{7D343995-D1E6-49B8-9AB9-47DFD3E7BB8B}"/>
              </a:ext>
            </a:extLst>
          </p:cNvPr>
          <p:cNvSpPr>
            <a:spLocks noChangeShapeType="1"/>
          </p:cNvSpPr>
          <p:nvPr/>
        </p:nvSpPr>
        <p:spPr bwMode="auto">
          <a:xfrm>
            <a:off x="9840913" y="4941888"/>
            <a:ext cx="431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32" name="Line 87">
            <a:extLst>
              <a:ext uri="{FF2B5EF4-FFF2-40B4-BE49-F238E27FC236}">
                <a16:creationId xmlns:a16="http://schemas.microsoft.com/office/drawing/2014/main" id="{8F47F533-0617-4E27-B04D-4CFAF46928C0}"/>
              </a:ext>
            </a:extLst>
          </p:cNvPr>
          <p:cNvSpPr>
            <a:spLocks noChangeShapeType="1"/>
          </p:cNvSpPr>
          <p:nvPr/>
        </p:nvSpPr>
        <p:spPr bwMode="auto">
          <a:xfrm>
            <a:off x="10272713" y="4941888"/>
            <a:ext cx="0" cy="14398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33" name="Text Box 88">
            <a:extLst>
              <a:ext uri="{FF2B5EF4-FFF2-40B4-BE49-F238E27FC236}">
                <a16:creationId xmlns:a16="http://schemas.microsoft.com/office/drawing/2014/main" id="{9FF22344-E648-476A-BD4C-607B270C1474}"/>
              </a:ext>
            </a:extLst>
          </p:cNvPr>
          <p:cNvSpPr txBox="1">
            <a:spLocks noChangeArrowheads="1"/>
          </p:cNvSpPr>
          <p:nvPr/>
        </p:nvSpPr>
        <p:spPr bwMode="auto">
          <a:xfrm>
            <a:off x="9480376" y="6379154"/>
            <a:ext cx="118762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Minimum </a:t>
            </a:r>
          </a:p>
        </p:txBody>
      </p:sp>
    </p:spTree>
    <p:extLst>
      <p:ext uri="{BB962C8B-B14F-4D97-AF65-F5344CB8AC3E}">
        <p14:creationId xmlns:p14="http://schemas.microsoft.com/office/powerpoint/2010/main" val="31161138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a:extLst>
              <a:ext uri="{FF2B5EF4-FFF2-40B4-BE49-F238E27FC236}">
                <a16:creationId xmlns:a16="http://schemas.microsoft.com/office/drawing/2014/main" id="{25ACD535-836D-42E7-8744-B86E3B88EDC1}"/>
              </a:ext>
            </a:extLst>
          </p:cNvPr>
          <p:cNvSpPr txBox="1">
            <a:spLocks noChangeArrowheads="1"/>
          </p:cNvSpPr>
          <p:nvPr/>
        </p:nvSpPr>
        <p:spPr bwMode="auto">
          <a:xfrm>
            <a:off x="1703389" y="188913"/>
            <a:ext cx="8785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endParaRPr lang="en-US" altLang="en-US"/>
          </a:p>
        </p:txBody>
      </p:sp>
      <p:sp>
        <p:nvSpPr>
          <p:cNvPr id="20483" name="Text Box 5">
            <a:extLst>
              <a:ext uri="{FF2B5EF4-FFF2-40B4-BE49-F238E27FC236}">
                <a16:creationId xmlns:a16="http://schemas.microsoft.com/office/drawing/2014/main" id="{366469F3-B349-445D-B943-4741960B325E}"/>
              </a:ext>
            </a:extLst>
          </p:cNvPr>
          <p:cNvSpPr txBox="1">
            <a:spLocks noChangeArrowheads="1"/>
          </p:cNvSpPr>
          <p:nvPr/>
        </p:nvSpPr>
        <p:spPr bwMode="auto">
          <a:xfrm>
            <a:off x="2207569" y="1037342"/>
            <a:ext cx="8209607"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en-US" altLang="en-US" dirty="0"/>
              <a:t>3. Decision making under risk .</a:t>
            </a:r>
          </a:p>
          <a:p>
            <a:pPr algn="just" eaLnBrk="1" hangingPunct="1">
              <a:spcBef>
                <a:spcPct val="50000"/>
              </a:spcBef>
            </a:pPr>
            <a:r>
              <a:rPr lang="en-US" altLang="en-US" dirty="0"/>
              <a:t>The essential difference between decision making under complete uncertainty and decision making partial uncertainty ( risk ) is the presence of probabilities.</a:t>
            </a:r>
          </a:p>
          <a:p>
            <a:pPr algn="just" eaLnBrk="1" hangingPunct="1">
              <a:spcBef>
                <a:spcPct val="50000"/>
              </a:spcBef>
            </a:pPr>
            <a:endParaRPr lang="en-US" altLang="en-US" dirty="0"/>
          </a:p>
          <a:p>
            <a:pPr algn="just" eaLnBrk="1" hangingPunct="1">
              <a:spcBef>
                <a:spcPct val="50000"/>
              </a:spcBef>
            </a:pPr>
            <a:r>
              <a:rPr lang="en-US" altLang="en-US" dirty="0"/>
              <a:t>Under risk the manager know the probabilities for the occurrence of various state of natures.</a:t>
            </a:r>
          </a:p>
          <a:p>
            <a:pPr algn="just" eaLnBrk="1" hangingPunct="1">
              <a:spcBef>
                <a:spcPct val="50000"/>
              </a:spcBef>
            </a:pPr>
            <a:endParaRPr lang="en-US" altLang="en-US" dirty="0"/>
          </a:p>
          <a:p>
            <a:pPr algn="just" eaLnBrk="1" hangingPunct="1">
              <a:spcBef>
                <a:spcPct val="50000"/>
              </a:spcBef>
            </a:pPr>
            <a:r>
              <a:rPr lang="en-US" altLang="en-US" dirty="0"/>
              <a:t>1. The probabilities may be subjective estimates from manager, or</a:t>
            </a:r>
          </a:p>
          <a:p>
            <a:pPr algn="just" eaLnBrk="1" hangingPunct="1">
              <a:spcBef>
                <a:spcPct val="50000"/>
              </a:spcBef>
            </a:pPr>
            <a:r>
              <a:rPr lang="en-US" altLang="en-US" dirty="0"/>
              <a:t>2. From experts in a particular field , or .</a:t>
            </a:r>
          </a:p>
          <a:p>
            <a:pPr algn="just" eaLnBrk="1" hangingPunct="1">
              <a:spcBef>
                <a:spcPct val="50000"/>
              </a:spcBef>
            </a:pPr>
            <a:r>
              <a:rPr lang="en-US" altLang="en-US" dirty="0"/>
              <a:t>3. They may reflect historical frequencies .</a:t>
            </a:r>
          </a:p>
        </p:txBody>
      </p:sp>
    </p:spTree>
    <p:extLst>
      <p:ext uri="{BB962C8B-B14F-4D97-AF65-F5344CB8AC3E}">
        <p14:creationId xmlns:p14="http://schemas.microsoft.com/office/powerpoint/2010/main" val="10159873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ext Box 5">
            <a:extLst>
              <a:ext uri="{FF2B5EF4-FFF2-40B4-BE49-F238E27FC236}">
                <a16:creationId xmlns:a16="http://schemas.microsoft.com/office/drawing/2014/main" id="{42109E80-241F-4726-8B50-475AFA508E09}"/>
              </a:ext>
            </a:extLst>
          </p:cNvPr>
          <p:cNvSpPr txBox="1">
            <a:spLocks noChangeArrowheads="1"/>
          </p:cNvSpPr>
          <p:nvPr/>
        </p:nvSpPr>
        <p:spPr bwMode="auto">
          <a:xfrm>
            <a:off x="2423592" y="973485"/>
            <a:ext cx="763284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The model to be used for solving decision making problems under risk. Is as follows :</a:t>
            </a:r>
          </a:p>
          <a:p>
            <a:pPr eaLnBrk="1" hangingPunct="1">
              <a:spcBef>
                <a:spcPct val="50000"/>
              </a:spcBef>
            </a:pPr>
            <a:r>
              <a:rPr lang="en-US" altLang="en-US" dirty="0"/>
              <a:t>Expected monetary value :</a:t>
            </a:r>
          </a:p>
          <a:p>
            <a:pPr eaLnBrk="1" hangingPunct="1">
              <a:spcBef>
                <a:spcPct val="50000"/>
              </a:spcBef>
            </a:pPr>
            <a:endParaRPr lang="en-US" altLang="en-US" dirty="0"/>
          </a:p>
          <a:p>
            <a:pPr eaLnBrk="1" hangingPunct="1">
              <a:spcBef>
                <a:spcPct val="50000"/>
              </a:spcBef>
            </a:pPr>
            <a:r>
              <a:rPr lang="en-US" altLang="en-US" dirty="0"/>
              <a:t>	</a:t>
            </a:r>
            <a:r>
              <a:rPr lang="en-US" altLang="en-US" dirty="0" err="1"/>
              <a:t>Emvi</a:t>
            </a:r>
            <a:r>
              <a:rPr lang="en-US" altLang="en-US" dirty="0"/>
              <a:t> =        PJVIJ </a:t>
            </a:r>
          </a:p>
          <a:p>
            <a:pPr eaLnBrk="1" hangingPunct="1">
              <a:spcBef>
                <a:spcPct val="50000"/>
              </a:spcBef>
            </a:pPr>
            <a:endParaRPr lang="en-US" altLang="en-US" dirty="0"/>
          </a:p>
          <a:p>
            <a:pPr eaLnBrk="1" hangingPunct="1">
              <a:spcBef>
                <a:spcPct val="50000"/>
              </a:spcBef>
            </a:pPr>
            <a:r>
              <a:rPr lang="en-US" altLang="en-US" dirty="0"/>
              <a:t>Where :</a:t>
            </a:r>
          </a:p>
          <a:p>
            <a:pPr lvl="1" eaLnBrk="1" hangingPunct="1">
              <a:spcBef>
                <a:spcPct val="50000"/>
              </a:spcBef>
            </a:pPr>
            <a:r>
              <a:rPr lang="en-US" altLang="en-US" dirty="0" err="1"/>
              <a:t>Emvi</a:t>
            </a:r>
            <a:r>
              <a:rPr lang="en-US" altLang="en-US" dirty="0"/>
              <a:t> = The expected monetary value for the i </a:t>
            </a:r>
            <a:r>
              <a:rPr lang="en-US" altLang="en-US" dirty="0" err="1"/>
              <a:t>th</a:t>
            </a:r>
            <a:r>
              <a:rPr lang="en-US" altLang="en-US" dirty="0"/>
              <a:t> alternative .</a:t>
            </a:r>
          </a:p>
          <a:p>
            <a:pPr lvl="1" eaLnBrk="1" hangingPunct="1">
              <a:spcBef>
                <a:spcPct val="50000"/>
              </a:spcBef>
            </a:pPr>
            <a:r>
              <a:rPr lang="en-US" altLang="en-US" dirty="0" err="1"/>
              <a:t>Pj</a:t>
            </a:r>
            <a:r>
              <a:rPr lang="en-US" altLang="en-US" dirty="0"/>
              <a:t>   = The probability of the j </a:t>
            </a:r>
            <a:r>
              <a:rPr lang="en-US" altLang="en-US" dirty="0" err="1"/>
              <a:t>th</a:t>
            </a:r>
            <a:r>
              <a:rPr lang="en-US" altLang="en-US" dirty="0"/>
              <a:t> state of nature .</a:t>
            </a:r>
          </a:p>
          <a:p>
            <a:pPr lvl="1" eaLnBrk="1" hangingPunct="1">
              <a:spcBef>
                <a:spcPct val="50000"/>
              </a:spcBef>
            </a:pPr>
            <a:r>
              <a:rPr lang="en-US" altLang="en-US" dirty="0" err="1"/>
              <a:t>Vij</a:t>
            </a:r>
            <a:r>
              <a:rPr lang="en-US" altLang="en-US" dirty="0"/>
              <a:t>   = The estimated payoff for alternative i under state of nature j .</a:t>
            </a:r>
          </a:p>
          <a:p>
            <a:pPr eaLnBrk="1" hangingPunct="1">
              <a:spcBef>
                <a:spcPct val="50000"/>
              </a:spcBef>
            </a:pPr>
            <a:endParaRPr lang="en-US" altLang="en-US" dirty="0"/>
          </a:p>
          <a:p>
            <a:pPr eaLnBrk="1" hangingPunct="1">
              <a:spcBef>
                <a:spcPct val="50000"/>
              </a:spcBef>
            </a:pPr>
            <a:endParaRPr lang="en-US" altLang="en-US" dirty="0"/>
          </a:p>
          <a:p>
            <a:pPr algn="ctr" eaLnBrk="1" hangingPunct="1">
              <a:spcBef>
                <a:spcPct val="50000"/>
              </a:spcBef>
            </a:pPr>
            <a:r>
              <a:rPr lang="en-US" altLang="en-US" sz="2400" b="1" dirty="0"/>
              <a:t>Go to example</a:t>
            </a:r>
          </a:p>
        </p:txBody>
      </p:sp>
      <p:sp>
        <p:nvSpPr>
          <p:cNvPr id="21508" name="Text Box 12">
            <a:extLst>
              <a:ext uri="{FF2B5EF4-FFF2-40B4-BE49-F238E27FC236}">
                <a16:creationId xmlns:a16="http://schemas.microsoft.com/office/drawing/2014/main" id="{73AA3AEF-0D9A-40EF-80AC-B04011B20780}"/>
              </a:ext>
            </a:extLst>
          </p:cNvPr>
          <p:cNvSpPr txBox="1">
            <a:spLocks noChangeArrowheads="1"/>
          </p:cNvSpPr>
          <p:nvPr/>
        </p:nvSpPr>
        <p:spPr bwMode="auto">
          <a:xfrm rot="16200000">
            <a:off x="4010721" y="2402510"/>
            <a:ext cx="504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M</a:t>
            </a:r>
          </a:p>
        </p:txBody>
      </p:sp>
      <p:sp>
        <p:nvSpPr>
          <p:cNvPr id="21509" name="Text Box 13">
            <a:extLst>
              <a:ext uri="{FF2B5EF4-FFF2-40B4-BE49-F238E27FC236}">
                <a16:creationId xmlns:a16="http://schemas.microsoft.com/office/drawing/2014/main" id="{8D07EDBC-10AD-41BE-82B1-2010B5D100F5}"/>
              </a:ext>
            </a:extLst>
          </p:cNvPr>
          <p:cNvSpPr txBox="1">
            <a:spLocks noChangeArrowheads="1"/>
          </p:cNvSpPr>
          <p:nvPr/>
        </p:nvSpPr>
        <p:spPr bwMode="auto">
          <a:xfrm>
            <a:off x="4079776" y="2759834"/>
            <a:ext cx="7920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1000" b="1" dirty="0"/>
              <a:t>i = 1</a:t>
            </a:r>
          </a:p>
        </p:txBody>
      </p:sp>
      <p:sp>
        <p:nvSpPr>
          <p:cNvPr id="21510" name="Text Box 14">
            <a:extLst>
              <a:ext uri="{FF2B5EF4-FFF2-40B4-BE49-F238E27FC236}">
                <a16:creationId xmlns:a16="http://schemas.microsoft.com/office/drawing/2014/main" id="{F427A3DF-184E-4F51-B551-7C7EAB112C37}"/>
              </a:ext>
            </a:extLst>
          </p:cNvPr>
          <p:cNvSpPr txBox="1">
            <a:spLocks noChangeArrowheads="1"/>
          </p:cNvSpPr>
          <p:nvPr/>
        </p:nvSpPr>
        <p:spPr bwMode="auto">
          <a:xfrm>
            <a:off x="4142226" y="2285366"/>
            <a:ext cx="3603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1000" b="1" dirty="0"/>
              <a:t>K</a:t>
            </a:r>
          </a:p>
        </p:txBody>
      </p:sp>
      <p:sp>
        <p:nvSpPr>
          <p:cNvPr id="21511" name="AutoShape 15">
            <a:extLst>
              <a:ext uri="{FF2B5EF4-FFF2-40B4-BE49-F238E27FC236}">
                <a16:creationId xmlns:a16="http://schemas.microsoft.com/office/drawing/2014/main" id="{8332BB2B-3725-417F-AA74-A7994F510453}"/>
              </a:ext>
            </a:extLst>
          </p:cNvPr>
          <p:cNvSpPr>
            <a:spLocks noChangeArrowheads="1"/>
          </p:cNvSpPr>
          <p:nvPr/>
        </p:nvSpPr>
        <p:spPr bwMode="auto">
          <a:xfrm>
            <a:off x="5951885" y="5157192"/>
            <a:ext cx="576262" cy="647700"/>
          </a:xfrm>
          <a:prstGeom prst="downArrow">
            <a:avLst>
              <a:gd name="adj1" fmla="val 50000"/>
              <a:gd name="adj2" fmla="val 2809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Tree>
    <p:extLst>
      <p:ext uri="{BB962C8B-B14F-4D97-AF65-F5344CB8AC3E}">
        <p14:creationId xmlns:p14="http://schemas.microsoft.com/office/powerpoint/2010/main" val="8543294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4">
            <a:extLst>
              <a:ext uri="{FF2B5EF4-FFF2-40B4-BE49-F238E27FC236}">
                <a16:creationId xmlns:a16="http://schemas.microsoft.com/office/drawing/2014/main" id="{1218AB9F-BAB9-4AC5-A6C0-12C18F136EB2}"/>
              </a:ext>
            </a:extLst>
          </p:cNvPr>
          <p:cNvSpPr>
            <a:spLocks noChangeArrowheads="1"/>
          </p:cNvSpPr>
          <p:nvPr/>
        </p:nvSpPr>
        <p:spPr bwMode="auto">
          <a:xfrm>
            <a:off x="2063553" y="878160"/>
            <a:ext cx="504825" cy="287338"/>
          </a:xfrm>
          <a:prstGeom prst="rightArrow">
            <a:avLst>
              <a:gd name="adj1" fmla="val 50000"/>
              <a:gd name="adj2" fmla="val 4392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22531" name="Text Box 5">
            <a:extLst>
              <a:ext uri="{FF2B5EF4-FFF2-40B4-BE49-F238E27FC236}">
                <a16:creationId xmlns:a16="http://schemas.microsoft.com/office/drawing/2014/main" id="{BE95AB06-5DB9-464E-8557-4F63117CDC88}"/>
              </a:ext>
            </a:extLst>
          </p:cNvPr>
          <p:cNvSpPr txBox="1">
            <a:spLocks noChangeArrowheads="1"/>
          </p:cNvSpPr>
          <p:nvPr/>
        </p:nvSpPr>
        <p:spPr bwMode="auto">
          <a:xfrm>
            <a:off x="2638996" y="806723"/>
            <a:ext cx="8137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Example : decision under risk </a:t>
            </a:r>
          </a:p>
        </p:txBody>
      </p:sp>
      <p:sp>
        <p:nvSpPr>
          <p:cNvPr id="22532" name="Rectangle 6">
            <a:extLst>
              <a:ext uri="{FF2B5EF4-FFF2-40B4-BE49-F238E27FC236}">
                <a16:creationId xmlns:a16="http://schemas.microsoft.com/office/drawing/2014/main" id="{65CC66D0-2345-4A8F-9FCD-EEDFC6A97491}"/>
              </a:ext>
            </a:extLst>
          </p:cNvPr>
          <p:cNvSpPr>
            <a:spLocks noChangeArrowheads="1"/>
          </p:cNvSpPr>
          <p:nvPr/>
        </p:nvSpPr>
        <p:spPr bwMode="auto">
          <a:xfrm>
            <a:off x="3071615" y="1309961"/>
            <a:ext cx="2952750" cy="18716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22533" name="Line 7">
            <a:extLst>
              <a:ext uri="{FF2B5EF4-FFF2-40B4-BE49-F238E27FC236}">
                <a16:creationId xmlns:a16="http://schemas.microsoft.com/office/drawing/2014/main" id="{D8B67202-CC9D-4A1B-A18C-BCC9C40C8C1B}"/>
              </a:ext>
            </a:extLst>
          </p:cNvPr>
          <p:cNvSpPr>
            <a:spLocks noChangeShapeType="1"/>
          </p:cNvSpPr>
          <p:nvPr/>
        </p:nvSpPr>
        <p:spPr bwMode="auto">
          <a:xfrm>
            <a:off x="3792340" y="1309961"/>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4" name="Line 8">
            <a:extLst>
              <a:ext uri="{FF2B5EF4-FFF2-40B4-BE49-F238E27FC236}">
                <a16:creationId xmlns:a16="http://schemas.microsoft.com/office/drawing/2014/main" id="{ED322F26-15FA-4FA4-9D15-B6A3D5CB3628}"/>
              </a:ext>
            </a:extLst>
          </p:cNvPr>
          <p:cNvSpPr>
            <a:spLocks noChangeShapeType="1"/>
          </p:cNvSpPr>
          <p:nvPr/>
        </p:nvSpPr>
        <p:spPr bwMode="auto">
          <a:xfrm>
            <a:off x="4513065" y="1309961"/>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5" name="Line 9">
            <a:extLst>
              <a:ext uri="{FF2B5EF4-FFF2-40B4-BE49-F238E27FC236}">
                <a16:creationId xmlns:a16="http://schemas.microsoft.com/office/drawing/2014/main" id="{C5E3A016-92B4-49C2-BCDE-B3420901E44E}"/>
              </a:ext>
            </a:extLst>
          </p:cNvPr>
          <p:cNvSpPr>
            <a:spLocks noChangeShapeType="1"/>
          </p:cNvSpPr>
          <p:nvPr/>
        </p:nvSpPr>
        <p:spPr bwMode="auto">
          <a:xfrm>
            <a:off x="5232202" y="1309961"/>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6" name="Line 10">
            <a:extLst>
              <a:ext uri="{FF2B5EF4-FFF2-40B4-BE49-F238E27FC236}">
                <a16:creationId xmlns:a16="http://schemas.microsoft.com/office/drawing/2014/main" id="{09A0A60B-8BE4-42B6-B019-47B9531083AB}"/>
              </a:ext>
            </a:extLst>
          </p:cNvPr>
          <p:cNvSpPr>
            <a:spLocks noChangeShapeType="1"/>
          </p:cNvSpPr>
          <p:nvPr/>
        </p:nvSpPr>
        <p:spPr bwMode="auto">
          <a:xfrm>
            <a:off x="3071615" y="1814785"/>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7" name="Line 11">
            <a:extLst>
              <a:ext uri="{FF2B5EF4-FFF2-40B4-BE49-F238E27FC236}">
                <a16:creationId xmlns:a16="http://schemas.microsoft.com/office/drawing/2014/main" id="{38B0C985-ED5C-4330-A94F-313C23E41410}"/>
              </a:ext>
            </a:extLst>
          </p:cNvPr>
          <p:cNvSpPr>
            <a:spLocks noChangeShapeType="1"/>
          </p:cNvSpPr>
          <p:nvPr/>
        </p:nvSpPr>
        <p:spPr bwMode="auto">
          <a:xfrm>
            <a:off x="3071615" y="2318023"/>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8" name="Line 12">
            <a:extLst>
              <a:ext uri="{FF2B5EF4-FFF2-40B4-BE49-F238E27FC236}">
                <a16:creationId xmlns:a16="http://schemas.microsoft.com/office/drawing/2014/main" id="{96266229-F27D-47DE-BDB6-F0E935BA69FE}"/>
              </a:ext>
            </a:extLst>
          </p:cNvPr>
          <p:cNvSpPr>
            <a:spLocks noChangeShapeType="1"/>
          </p:cNvSpPr>
          <p:nvPr/>
        </p:nvSpPr>
        <p:spPr bwMode="auto">
          <a:xfrm>
            <a:off x="3071615" y="2749823"/>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9" name="Text Box 13">
            <a:extLst>
              <a:ext uri="{FF2B5EF4-FFF2-40B4-BE49-F238E27FC236}">
                <a16:creationId xmlns:a16="http://schemas.microsoft.com/office/drawing/2014/main" id="{2AEF3F40-B11D-42AC-B402-0600F677D26C}"/>
              </a:ext>
            </a:extLst>
          </p:cNvPr>
          <p:cNvSpPr txBox="1">
            <a:spLocks noChangeArrowheads="1"/>
          </p:cNvSpPr>
          <p:nvPr/>
        </p:nvSpPr>
        <p:spPr bwMode="auto">
          <a:xfrm>
            <a:off x="3792341" y="18862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22540" name="Text Box 14">
            <a:extLst>
              <a:ext uri="{FF2B5EF4-FFF2-40B4-BE49-F238E27FC236}">
                <a16:creationId xmlns:a16="http://schemas.microsoft.com/office/drawing/2014/main" id="{EA51C6A0-3DF4-4CF4-A44E-CA8B62EC1D5C}"/>
              </a:ext>
            </a:extLst>
          </p:cNvPr>
          <p:cNvSpPr txBox="1">
            <a:spLocks noChangeArrowheads="1"/>
          </p:cNvSpPr>
          <p:nvPr/>
        </p:nvSpPr>
        <p:spPr bwMode="auto">
          <a:xfrm>
            <a:off x="4513066" y="18862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16</a:t>
            </a:r>
            <a:endParaRPr lang="en-US" altLang="en-US" sz="1400"/>
          </a:p>
        </p:txBody>
      </p:sp>
      <p:sp>
        <p:nvSpPr>
          <p:cNvPr id="22541" name="Text Box 15">
            <a:extLst>
              <a:ext uri="{FF2B5EF4-FFF2-40B4-BE49-F238E27FC236}">
                <a16:creationId xmlns:a16="http://schemas.microsoft.com/office/drawing/2014/main" id="{AA519841-F6B3-4240-8DBD-2DF95A413514}"/>
              </a:ext>
            </a:extLst>
          </p:cNvPr>
          <p:cNvSpPr txBox="1">
            <a:spLocks noChangeArrowheads="1"/>
          </p:cNvSpPr>
          <p:nvPr/>
        </p:nvSpPr>
        <p:spPr bwMode="auto">
          <a:xfrm>
            <a:off x="5232203" y="18862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endParaRPr lang="en-US" altLang="en-US" sz="1400"/>
          </a:p>
        </p:txBody>
      </p:sp>
      <p:sp>
        <p:nvSpPr>
          <p:cNvPr id="22542" name="Text Box 16">
            <a:extLst>
              <a:ext uri="{FF2B5EF4-FFF2-40B4-BE49-F238E27FC236}">
                <a16:creationId xmlns:a16="http://schemas.microsoft.com/office/drawing/2014/main" id="{AD209368-B858-4C84-AD9A-3E63E93203C5}"/>
              </a:ext>
            </a:extLst>
          </p:cNvPr>
          <p:cNvSpPr txBox="1">
            <a:spLocks noChangeArrowheads="1"/>
          </p:cNvSpPr>
          <p:nvPr/>
        </p:nvSpPr>
        <p:spPr bwMode="auto">
          <a:xfrm>
            <a:off x="3792341" y="23180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5</a:t>
            </a:r>
            <a:endParaRPr lang="en-US" altLang="en-US" sz="1400"/>
          </a:p>
        </p:txBody>
      </p:sp>
      <p:sp>
        <p:nvSpPr>
          <p:cNvPr id="22543" name="Text Box 17">
            <a:extLst>
              <a:ext uri="{FF2B5EF4-FFF2-40B4-BE49-F238E27FC236}">
                <a16:creationId xmlns:a16="http://schemas.microsoft.com/office/drawing/2014/main" id="{931B0922-6545-420C-8A40-253652107A16}"/>
              </a:ext>
            </a:extLst>
          </p:cNvPr>
          <p:cNvSpPr txBox="1">
            <a:spLocks noChangeArrowheads="1"/>
          </p:cNvSpPr>
          <p:nvPr/>
        </p:nvSpPr>
        <p:spPr bwMode="auto">
          <a:xfrm>
            <a:off x="4513066" y="23180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22544" name="Text Box 18">
            <a:extLst>
              <a:ext uri="{FF2B5EF4-FFF2-40B4-BE49-F238E27FC236}">
                <a16:creationId xmlns:a16="http://schemas.microsoft.com/office/drawing/2014/main" id="{085A3AC6-BAEC-4209-97EB-0A589F331F95}"/>
              </a:ext>
            </a:extLst>
          </p:cNvPr>
          <p:cNvSpPr txBox="1">
            <a:spLocks noChangeArrowheads="1"/>
          </p:cNvSpPr>
          <p:nvPr/>
        </p:nvSpPr>
        <p:spPr bwMode="auto">
          <a:xfrm>
            <a:off x="5232203" y="23180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22545" name="Text Box 19">
            <a:extLst>
              <a:ext uri="{FF2B5EF4-FFF2-40B4-BE49-F238E27FC236}">
                <a16:creationId xmlns:a16="http://schemas.microsoft.com/office/drawing/2014/main" id="{B856B49E-5E56-4221-9095-2B4BE6BD6A58}"/>
              </a:ext>
            </a:extLst>
          </p:cNvPr>
          <p:cNvSpPr txBox="1">
            <a:spLocks noChangeArrowheads="1"/>
          </p:cNvSpPr>
          <p:nvPr/>
        </p:nvSpPr>
        <p:spPr bwMode="auto">
          <a:xfrm>
            <a:off x="3792341" y="27498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a:t>
            </a:r>
            <a:endParaRPr lang="en-US" altLang="en-US" sz="1400"/>
          </a:p>
        </p:txBody>
      </p:sp>
      <p:sp>
        <p:nvSpPr>
          <p:cNvPr id="22546" name="Text Box 20">
            <a:extLst>
              <a:ext uri="{FF2B5EF4-FFF2-40B4-BE49-F238E27FC236}">
                <a16:creationId xmlns:a16="http://schemas.microsoft.com/office/drawing/2014/main" id="{EECAB05A-675E-4489-B29B-F1AF89B3BA80}"/>
              </a:ext>
            </a:extLst>
          </p:cNvPr>
          <p:cNvSpPr txBox="1">
            <a:spLocks noChangeArrowheads="1"/>
          </p:cNvSpPr>
          <p:nvPr/>
        </p:nvSpPr>
        <p:spPr bwMode="auto">
          <a:xfrm>
            <a:off x="4513066" y="27498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4</a:t>
            </a:r>
            <a:endParaRPr lang="en-US" altLang="en-US" sz="1400"/>
          </a:p>
        </p:txBody>
      </p:sp>
      <p:sp>
        <p:nvSpPr>
          <p:cNvPr id="22547" name="Text Box 21">
            <a:extLst>
              <a:ext uri="{FF2B5EF4-FFF2-40B4-BE49-F238E27FC236}">
                <a16:creationId xmlns:a16="http://schemas.microsoft.com/office/drawing/2014/main" id="{A58472F9-882E-4583-8CAE-DC5AA6E0B949}"/>
              </a:ext>
            </a:extLst>
          </p:cNvPr>
          <p:cNvSpPr txBox="1">
            <a:spLocks noChangeArrowheads="1"/>
          </p:cNvSpPr>
          <p:nvPr/>
        </p:nvSpPr>
        <p:spPr bwMode="auto">
          <a:xfrm>
            <a:off x="5232203" y="27498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15</a:t>
            </a:r>
            <a:endParaRPr lang="en-US" altLang="en-US" sz="1400"/>
          </a:p>
        </p:txBody>
      </p:sp>
      <p:sp>
        <p:nvSpPr>
          <p:cNvPr id="22548" name="Text Box 22">
            <a:extLst>
              <a:ext uri="{FF2B5EF4-FFF2-40B4-BE49-F238E27FC236}">
                <a16:creationId xmlns:a16="http://schemas.microsoft.com/office/drawing/2014/main" id="{FC5F0D5A-06E1-4F00-B78F-B9C14062E024}"/>
              </a:ext>
            </a:extLst>
          </p:cNvPr>
          <p:cNvSpPr txBox="1">
            <a:spLocks noChangeArrowheads="1"/>
          </p:cNvSpPr>
          <p:nvPr/>
        </p:nvSpPr>
        <p:spPr bwMode="auto">
          <a:xfrm>
            <a:off x="3071616" y="18862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A</a:t>
            </a:r>
          </a:p>
        </p:txBody>
      </p:sp>
      <p:sp>
        <p:nvSpPr>
          <p:cNvPr id="22549" name="Text Box 23">
            <a:extLst>
              <a:ext uri="{FF2B5EF4-FFF2-40B4-BE49-F238E27FC236}">
                <a16:creationId xmlns:a16="http://schemas.microsoft.com/office/drawing/2014/main" id="{798B2F64-239D-48DF-9CED-8A71B290B104}"/>
              </a:ext>
            </a:extLst>
          </p:cNvPr>
          <p:cNvSpPr txBox="1">
            <a:spLocks noChangeArrowheads="1"/>
          </p:cNvSpPr>
          <p:nvPr/>
        </p:nvSpPr>
        <p:spPr bwMode="auto">
          <a:xfrm>
            <a:off x="3071616" y="23180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22550" name="Text Box 24">
            <a:extLst>
              <a:ext uri="{FF2B5EF4-FFF2-40B4-BE49-F238E27FC236}">
                <a16:creationId xmlns:a16="http://schemas.microsoft.com/office/drawing/2014/main" id="{F0264389-A3E2-498B-ABA3-9C42CC752A14}"/>
              </a:ext>
            </a:extLst>
          </p:cNvPr>
          <p:cNvSpPr txBox="1">
            <a:spLocks noChangeArrowheads="1"/>
          </p:cNvSpPr>
          <p:nvPr/>
        </p:nvSpPr>
        <p:spPr bwMode="auto">
          <a:xfrm>
            <a:off x="3071616" y="274982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C</a:t>
            </a:r>
          </a:p>
        </p:txBody>
      </p:sp>
      <p:sp>
        <p:nvSpPr>
          <p:cNvPr id="22551" name="Text Box 25">
            <a:extLst>
              <a:ext uri="{FF2B5EF4-FFF2-40B4-BE49-F238E27FC236}">
                <a16:creationId xmlns:a16="http://schemas.microsoft.com/office/drawing/2014/main" id="{A2ED4644-8BD5-486D-972B-FA576B1BC74A}"/>
              </a:ext>
            </a:extLst>
          </p:cNvPr>
          <p:cNvSpPr txBox="1">
            <a:spLocks noChangeArrowheads="1"/>
          </p:cNvSpPr>
          <p:nvPr/>
        </p:nvSpPr>
        <p:spPr bwMode="auto">
          <a:xfrm>
            <a:off x="3792341" y="138298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S1</a:t>
            </a:r>
          </a:p>
        </p:txBody>
      </p:sp>
      <p:sp>
        <p:nvSpPr>
          <p:cNvPr id="22552" name="Text Box 26">
            <a:extLst>
              <a:ext uri="{FF2B5EF4-FFF2-40B4-BE49-F238E27FC236}">
                <a16:creationId xmlns:a16="http://schemas.microsoft.com/office/drawing/2014/main" id="{E0A02204-00DD-4BEC-89AB-74B1F4C60350}"/>
              </a:ext>
            </a:extLst>
          </p:cNvPr>
          <p:cNvSpPr txBox="1">
            <a:spLocks noChangeArrowheads="1"/>
          </p:cNvSpPr>
          <p:nvPr/>
        </p:nvSpPr>
        <p:spPr bwMode="auto">
          <a:xfrm>
            <a:off x="4513066" y="138298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S2</a:t>
            </a:r>
          </a:p>
        </p:txBody>
      </p:sp>
      <p:sp>
        <p:nvSpPr>
          <p:cNvPr id="22553" name="Text Box 27">
            <a:extLst>
              <a:ext uri="{FF2B5EF4-FFF2-40B4-BE49-F238E27FC236}">
                <a16:creationId xmlns:a16="http://schemas.microsoft.com/office/drawing/2014/main" id="{ADFE9215-937C-455C-BC34-3DBB763D57F2}"/>
              </a:ext>
            </a:extLst>
          </p:cNvPr>
          <p:cNvSpPr txBox="1">
            <a:spLocks noChangeArrowheads="1"/>
          </p:cNvSpPr>
          <p:nvPr/>
        </p:nvSpPr>
        <p:spPr bwMode="auto">
          <a:xfrm>
            <a:off x="5232203" y="138298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S3</a:t>
            </a:r>
          </a:p>
        </p:txBody>
      </p:sp>
      <p:sp>
        <p:nvSpPr>
          <p:cNvPr id="22554" name="Text Box 28">
            <a:extLst>
              <a:ext uri="{FF2B5EF4-FFF2-40B4-BE49-F238E27FC236}">
                <a16:creationId xmlns:a16="http://schemas.microsoft.com/office/drawing/2014/main" id="{A6FCEED2-3C8F-4B9B-9E2F-9A164650829F}"/>
              </a:ext>
            </a:extLst>
          </p:cNvPr>
          <p:cNvSpPr txBox="1">
            <a:spLocks noChangeArrowheads="1"/>
          </p:cNvSpPr>
          <p:nvPr/>
        </p:nvSpPr>
        <p:spPr bwMode="auto">
          <a:xfrm>
            <a:off x="2135758" y="3254648"/>
            <a:ext cx="8569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Probability           .2         .5          .3         = 1.0</a:t>
            </a:r>
          </a:p>
        </p:txBody>
      </p:sp>
      <p:sp>
        <p:nvSpPr>
          <p:cNvPr id="22555" name="Text Box 29">
            <a:extLst>
              <a:ext uri="{FF2B5EF4-FFF2-40B4-BE49-F238E27FC236}">
                <a16:creationId xmlns:a16="http://schemas.microsoft.com/office/drawing/2014/main" id="{E36150CA-971D-4894-9681-68ADC4CEE8BF}"/>
              </a:ext>
            </a:extLst>
          </p:cNvPr>
          <p:cNvSpPr txBox="1">
            <a:spLocks noChangeArrowheads="1"/>
          </p:cNvSpPr>
          <p:nvPr/>
        </p:nvSpPr>
        <p:spPr bwMode="auto">
          <a:xfrm>
            <a:off x="2712021" y="3830911"/>
            <a:ext cx="7920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b="1"/>
              <a:t>Emv</a:t>
            </a:r>
            <a:r>
              <a:rPr lang="en-US" altLang="en-US" sz="1600"/>
              <a:t>A</a:t>
            </a:r>
            <a:r>
              <a:rPr lang="en-US" altLang="en-US"/>
              <a:t> = .2 ( 4 ) + .5 ( 16 ) + .3 ( 12 ) = 12.40</a:t>
            </a:r>
          </a:p>
        </p:txBody>
      </p:sp>
      <p:sp>
        <p:nvSpPr>
          <p:cNvPr id="22556" name="Text Box 30">
            <a:extLst>
              <a:ext uri="{FF2B5EF4-FFF2-40B4-BE49-F238E27FC236}">
                <a16:creationId xmlns:a16="http://schemas.microsoft.com/office/drawing/2014/main" id="{68F13B18-88B4-403F-BCA1-7EDDDA0BFDFA}"/>
              </a:ext>
            </a:extLst>
          </p:cNvPr>
          <p:cNvSpPr txBox="1">
            <a:spLocks noChangeArrowheads="1"/>
          </p:cNvSpPr>
          <p:nvPr/>
        </p:nvSpPr>
        <p:spPr bwMode="auto">
          <a:xfrm>
            <a:off x="2712021" y="4262711"/>
            <a:ext cx="7920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b="1"/>
              <a:t>Emv</a:t>
            </a:r>
            <a:r>
              <a:rPr lang="en-US" altLang="en-US" sz="1600"/>
              <a:t>B</a:t>
            </a:r>
            <a:r>
              <a:rPr lang="en-US" altLang="en-US"/>
              <a:t> = .2 ( 5 ) +   .5 (6 )  + .3 ( 15 ) = 7.00</a:t>
            </a:r>
          </a:p>
        </p:txBody>
      </p:sp>
      <p:sp>
        <p:nvSpPr>
          <p:cNvPr id="22557" name="Text Box 31">
            <a:extLst>
              <a:ext uri="{FF2B5EF4-FFF2-40B4-BE49-F238E27FC236}">
                <a16:creationId xmlns:a16="http://schemas.microsoft.com/office/drawing/2014/main" id="{2200DBBF-2AB3-4BB6-8A40-6B60A786F8AB}"/>
              </a:ext>
            </a:extLst>
          </p:cNvPr>
          <p:cNvSpPr txBox="1">
            <a:spLocks noChangeArrowheads="1"/>
          </p:cNvSpPr>
          <p:nvPr/>
        </p:nvSpPr>
        <p:spPr bwMode="auto">
          <a:xfrm>
            <a:off x="2712021" y="4694511"/>
            <a:ext cx="7920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b="1"/>
              <a:t>Emv</a:t>
            </a:r>
            <a:r>
              <a:rPr lang="en-US" altLang="en-US" sz="1600"/>
              <a:t>C</a:t>
            </a:r>
            <a:r>
              <a:rPr lang="en-US" altLang="en-US"/>
              <a:t> = .2 ( -1 ) + .5 ( 4 ) + .3 ( 15 ) = 6.30</a:t>
            </a:r>
          </a:p>
        </p:txBody>
      </p:sp>
      <p:sp>
        <p:nvSpPr>
          <p:cNvPr id="22558" name="Text Box 32">
            <a:extLst>
              <a:ext uri="{FF2B5EF4-FFF2-40B4-BE49-F238E27FC236}">
                <a16:creationId xmlns:a16="http://schemas.microsoft.com/office/drawing/2014/main" id="{E4A4F86B-39C7-4505-BDAA-4E54E40D0686}"/>
              </a:ext>
            </a:extLst>
          </p:cNvPr>
          <p:cNvSpPr txBox="1">
            <a:spLocks noChangeArrowheads="1"/>
          </p:cNvSpPr>
          <p:nvPr/>
        </p:nvSpPr>
        <p:spPr bwMode="auto">
          <a:xfrm>
            <a:off x="3505003" y="5342210"/>
            <a:ext cx="6119813" cy="132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If you want to compute Emvi for expected opportunity loss</a:t>
            </a:r>
          </a:p>
          <a:p>
            <a:pPr eaLnBrk="1" hangingPunct="1">
              <a:spcBef>
                <a:spcPct val="50000"/>
              </a:spcBef>
            </a:pPr>
            <a:r>
              <a:rPr lang="en-US" altLang="en-US"/>
              <a:t> </a:t>
            </a:r>
          </a:p>
          <a:p>
            <a:pPr algn="ctr" eaLnBrk="1" hangingPunct="1">
              <a:spcBef>
                <a:spcPct val="50000"/>
              </a:spcBef>
            </a:pPr>
            <a:r>
              <a:rPr lang="en-US" altLang="en-US" sz="2400" b="1"/>
              <a:t>Co to the example</a:t>
            </a:r>
            <a:r>
              <a:rPr lang="en-US" altLang="en-US"/>
              <a:t> </a:t>
            </a:r>
          </a:p>
        </p:txBody>
      </p:sp>
      <p:sp>
        <p:nvSpPr>
          <p:cNvPr id="22559" name="AutoShape 33">
            <a:extLst>
              <a:ext uri="{FF2B5EF4-FFF2-40B4-BE49-F238E27FC236}">
                <a16:creationId xmlns:a16="http://schemas.microsoft.com/office/drawing/2014/main" id="{DE051BA6-6C57-43F0-B397-7455056CE378}"/>
              </a:ext>
            </a:extLst>
          </p:cNvPr>
          <p:cNvSpPr>
            <a:spLocks noChangeArrowheads="1"/>
          </p:cNvSpPr>
          <p:nvPr/>
        </p:nvSpPr>
        <p:spPr bwMode="auto">
          <a:xfrm>
            <a:off x="6168827" y="5775599"/>
            <a:ext cx="503238" cy="503237"/>
          </a:xfrm>
          <a:prstGeom prst="down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22560" name="Text Box 34">
            <a:extLst>
              <a:ext uri="{FF2B5EF4-FFF2-40B4-BE49-F238E27FC236}">
                <a16:creationId xmlns:a16="http://schemas.microsoft.com/office/drawing/2014/main" id="{E360C7FB-6B82-4297-8D07-D728D6DC0AF5}"/>
              </a:ext>
            </a:extLst>
          </p:cNvPr>
          <p:cNvSpPr txBox="1">
            <a:spLocks noChangeArrowheads="1"/>
          </p:cNvSpPr>
          <p:nvPr/>
        </p:nvSpPr>
        <p:spPr bwMode="auto">
          <a:xfrm>
            <a:off x="7444892" y="3816748"/>
            <a:ext cx="1366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Maximum </a:t>
            </a:r>
          </a:p>
        </p:txBody>
      </p:sp>
      <p:sp>
        <p:nvSpPr>
          <p:cNvPr id="22561" name="Line 35">
            <a:extLst>
              <a:ext uri="{FF2B5EF4-FFF2-40B4-BE49-F238E27FC236}">
                <a16:creationId xmlns:a16="http://schemas.microsoft.com/office/drawing/2014/main" id="{C18CCCF3-0B51-4DBF-AC23-4DE93235F7B3}"/>
              </a:ext>
            </a:extLst>
          </p:cNvPr>
          <p:cNvSpPr>
            <a:spLocks noChangeShapeType="1"/>
          </p:cNvSpPr>
          <p:nvPr/>
        </p:nvSpPr>
        <p:spPr bwMode="auto">
          <a:xfrm flipH="1">
            <a:off x="6960916" y="4005064"/>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0910218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AutoShape 4">
            <a:extLst>
              <a:ext uri="{FF2B5EF4-FFF2-40B4-BE49-F238E27FC236}">
                <a16:creationId xmlns:a16="http://schemas.microsoft.com/office/drawing/2014/main" id="{5E05CE88-BDB5-4574-8F86-B80129538DFB}"/>
              </a:ext>
            </a:extLst>
          </p:cNvPr>
          <p:cNvSpPr>
            <a:spLocks noChangeArrowheads="1"/>
          </p:cNvSpPr>
          <p:nvPr/>
        </p:nvSpPr>
        <p:spPr bwMode="auto">
          <a:xfrm>
            <a:off x="2063304" y="810790"/>
            <a:ext cx="504825" cy="287338"/>
          </a:xfrm>
          <a:prstGeom prst="rightArrow">
            <a:avLst>
              <a:gd name="adj1" fmla="val 50000"/>
              <a:gd name="adj2" fmla="val 4392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23555" name="Text Box 5">
            <a:extLst>
              <a:ext uri="{FF2B5EF4-FFF2-40B4-BE49-F238E27FC236}">
                <a16:creationId xmlns:a16="http://schemas.microsoft.com/office/drawing/2014/main" id="{2A70BBA5-30DE-40FC-AE83-957125337675}"/>
              </a:ext>
            </a:extLst>
          </p:cNvPr>
          <p:cNvSpPr txBox="1">
            <a:spLocks noChangeArrowheads="1"/>
          </p:cNvSpPr>
          <p:nvPr/>
        </p:nvSpPr>
        <p:spPr bwMode="auto">
          <a:xfrm>
            <a:off x="2639566" y="739353"/>
            <a:ext cx="8208963" cy="77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Example :</a:t>
            </a:r>
          </a:p>
          <a:p>
            <a:pPr eaLnBrk="1" hangingPunct="1">
              <a:spcBef>
                <a:spcPct val="50000"/>
              </a:spcBef>
            </a:pPr>
            <a:r>
              <a:rPr lang="en-US" altLang="en-US"/>
              <a:t>  Investment problem, opportunity losses .</a:t>
            </a:r>
          </a:p>
        </p:txBody>
      </p:sp>
      <p:sp>
        <p:nvSpPr>
          <p:cNvPr id="23556" name="Rectangle 6">
            <a:extLst>
              <a:ext uri="{FF2B5EF4-FFF2-40B4-BE49-F238E27FC236}">
                <a16:creationId xmlns:a16="http://schemas.microsoft.com/office/drawing/2014/main" id="{451B517F-0B3F-4D90-ACAA-C05321693F2A}"/>
              </a:ext>
            </a:extLst>
          </p:cNvPr>
          <p:cNvSpPr>
            <a:spLocks noChangeArrowheads="1"/>
          </p:cNvSpPr>
          <p:nvPr/>
        </p:nvSpPr>
        <p:spPr bwMode="auto">
          <a:xfrm>
            <a:off x="3431728" y="1674391"/>
            <a:ext cx="2952750" cy="18716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23557" name="Line 7">
            <a:extLst>
              <a:ext uri="{FF2B5EF4-FFF2-40B4-BE49-F238E27FC236}">
                <a16:creationId xmlns:a16="http://schemas.microsoft.com/office/drawing/2014/main" id="{CBCB8857-17AF-43F6-83FE-21EC0F67AC18}"/>
              </a:ext>
            </a:extLst>
          </p:cNvPr>
          <p:cNvSpPr>
            <a:spLocks noChangeShapeType="1"/>
          </p:cNvSpPr>
          <p:nvPr/>
        </p:nvSpPr>
        <p:spPr bwMode="auto">
          <a:xfrm>
            <a:off x="4152453" y="1674391"/>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58" name="Line 8">
            <a:extLst>
              <a:ext uri="{FF2B5EF4-FFF2-40B4-BE49-F238E27FC236}">
                <a16:creationId xmlns:a16="http://schemas.microsoft.com/office/drawing/2014/main" id="{624B4BC6-0228-4E79-B6A5-120C9E59D01F}"/>
              </a:ext>
            </a:extLst>
          </p:cNvPr>
          <p:cNvSpPr>
            <a:spLocks noChangeShapeType="1"/>
          </p:cNvSpPr>
          <p:nvPr/>
        </p:nvSpPr>
        <p:spPr bwMode="auto">
          <a:xfrm>
            <a:off x="4873178" y="1674391"/>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59" name="Line 9">
            <a:extLst>
              <a:ext uri="{FF2B5EF4-FFF2-40B4-BE49-F238E27FC236}">
                <a16:creationId xmlns:a16="http://schemas.microsoft.com/office/drawing/2014/main" id="{5B763836-2DE4-464A-BED0-88DFCF13C395}"/>
              </a:ext>
            </a:extLst>
          </p:cNvPr>
          <p:cNvSpPr>
            <a:spLocks noChangeShapeType="1"/>
          </p:cNvSpPr>
          <p:nvPr/>
        </p:nvSpPr>
        <p:spPr bwMode="auto">
          <a:xfrm>
            <a:off x="5592315" y="1674391"/>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0" name="Line 10">
            <a:extLst>
              <a:ext uri="{FF2B5EF4-FFF2-40B4-BE49-F238E27FC236}">
                <a16:creationId xmlns:a16="http://schemas.microsoft.com/office/drawing/2014/main" id="{8ABDD3F9-A05F-44EB-A4BB-D09C0BD10B61}"/>
              </a:ext>
            </a:extLst>
          </p:cNvPr>
          <p:cNvSpPr>
            <a:spLocks noChangeShapeType="1"/>
          </p:cNvSpPr>
          <p:nvPr/>
        </p:nvSpPr>
        <p:spPr bwMode="auto">
          <a:xfrm>
            <a:off x="3431728" y="2179215"/>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1" name="Line 11">
            <a:extLst>
              <a:ext uri="{FF2B5EF4-FFF2-40B4-BE49-F238E27FC236}">
                <a16:creationId xmlns:a16="http://schemas.microsoft.com/office/drawing/2014/main" id="{ED3B2C53-1B17-412A-B18D-9EC43ECCE630}"/>
              </a:ext>
            </a:extLst>
          </p:cNvPr>
          <p:cNvSpPr>
            <a:spLocks noChangeShapeType="1"/>
          </p:cNvSpPr>
          <p:nvPr/>
        </p:nvSpPr>
        <p:spPr bwMode="auto">
          <a:xfrm>
            <a:off x="3431728" y="2682453"/>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2" name="Line 12">
            <a:extLst>
              <a:ext uri="{FF2B5EF4-FFF2-40B4-BE49-F238E27FC236}">
                <a16:creationId xmlns:a16="http://schemas.microsoft.com/office/drawing/2014/main" id="{84C78F01-0453-440F-BF4F-82F2539A1300}"/>
              </a:ext>
            </a:extLst>
          </p:cNvPr>
          <p:cNvSpPr>
            <a:spLocks noChangeShapeType="1"/>
          </p:cNvSpPr>
          <p:nvPr/>
        </p:nvSpPr>
        <p:spPr bwMode="auto">
          <a:xfrm>
            <a:off x="3431728" y="3114253"/>
            <a:ext cx="295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3" name="Text Box 13">
            <a:extLst>
              <a:ext uri="{FF2B5EF4-FFF2-40B4-BE49-F238E27FC236}">
                <a16:creationId xmlns:a16="http://schemas.microsoft.com/office/drawing/2014/main" id="{AF520436-4361-4D6B-93B3-4504A3EC8259}"/>
              </a:ext>
            </a:extLst>
          </p:cNvPr>
          <p:cNvSpPr txBox="1">
            <a:spLocks noChangeArrowheads="1"/>
          </p:cNvSpPr>
          <p:nvPr/>
        </p:nvSpPr>
        <p:spPr bwMode="auto">
          <a:xfrm>
            <a:off x="4152454" y="22506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a:t>
            </a:r>
            <a:endParaRPr lang="en-US" altLang="en-US" sz="1400"/>
          </a:p>
        </p:txBody>
      </p:sp>
      <p:sp>
        <p:nvSpPr>
          <p:cNvPr id="23564" name="Text Box 14">
            <a:extLst>
              <a:ext uri="{FF2B5EF4-FFF2-40B4-BE49-F238E27FC236}">
                <a16:creationId xmlns:a16="http://schemas.microsoft.com/office/drawing/2014/main" id="{BD1F5D7A-430B-4D76-8255-DEA3FDBD5946}"/>
              </a:ext>
            </a:extLst>
          </p:cNvPr>
          <p:cNvSpPr txBox="1">
            <a:spLocks noChangeArrowheads="1"/>
          </p:cNvSpPr>
          <p:nvPr/>
        </p:nvSpPr>
        <p:spPr bwMode="auto">
          <a:xfrm>
            <a:off x="4873179" y="22506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0</a:t>
            </a:r>
            <a:endParaRPr lang="en-US" altLang="en-US" sz="1400"/>
          </a:p>
        </p:txBody>
      </p:sp>
      <p:sp>
        <p:nvSpPr>
          <p:cNvPr id="23565" name="Text Box 15">
            <a:extLst>
              <a:ext uri="{FF2B5EF4-FFF2-40B4-BE49-F238E27FC236}">
                <a16:creationId xmlns:a16="http://schemas.microsoft.com/office/drawing/2014/main" id="{F14BB67B-E1AA-444C-B7DD-FF2A902C0410}"/>
              </a:ext>
            </a:extLst>
          </p:cNvPr>
          <p:cNvSpPr txBox="1">
            <a:spLocks noChangeArrowheads="1"/>
          </p:cNvSpPr>
          <p:nvPr/>
        </p:nvSpPr>
        <p:spPr bwMode="auto">
          <a:xfrm>
            <a:off x="5592316" y="22506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3</a:t>
            </a:r>
            <a:endParaRPr lang="en-US" altLang="en-US" sz="1400"/>
          </a:p>
        </p:txBody>
      </p:sp>
      <p:sp>
        <p:nvSpPr>
          <p:cNvPr id="23566" name="Text Box 16">
            <a:extLst>
              <a:ext uri="{FF2B5EF4-FFF2-40B4-BE49-F238E27FC236}">
                <a16:creationId xmlns:a16="http://schemas.microsoft.com/office/drawing/2014/main" id="{1B9BBA0D-D248-4759-9E90-A24854286707}"/>
              </a:ext>
            </a:extLst>
          </p:cNvPr>
          <p:cNvSpPr txBox="1">
            <a:spLocks noChangeArrowheads="1"/>
          </p:cNvSpPr>
          <p:nvPr/>
        </p:nvSpPr>
        <p:spPr bwMode="auto">
          <a:xfrm>
            <a:off x="4152454" y="26824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0</a:t>
            </a:r>
            <a:endParaRPr lang="en-US" altLang="en-US" sz="1400"/>
          </a:p>
        </p:txBody>
      </p:sp>
      <p:sp>
        <p:nvSpPr>
          <p:cNvPr id="23567" name="Text Box 17">
            <a:extLst>
              <a:ext uri="{FF2B5EF4-FFF2-40B4-BE49-F238E27FC236}">
                <a16:creationId xmlns:a16="http://schemas.microsoft.com/office/drawing/2014/main" id="{EC84A37F-E725-4CE2-B55E-73D04AB4C8F7}"/>
              </a:ext>
            </a:extLst>
          </p:cNvPr>
          <p:cNvSpPr txBox="1">
            <a:spLocks noChangeArrowheads="1"/>
          </p:cNvSpPr>
          <p:nvPr/>
        </p:nvSpPr>
        <p:spPr bwMode="auto">
          <a:xfrm>
            <a:off x="4873179" y="26824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10</a:t>
            </a:r>
            <a:endParaRPr lang="en-US" altLang="en-US" sz="1400"/>
          </a:p>
        </p:txBody>
      </p:sp>
      <p:sp>
        <p:nvSpPr>
          <p:cNvPr id="23568" name="Text Box 18">
            <a:extLst>
              <a:ext uri="{FF2B5EF4-FFF2-40B4-BE49-F238E27FC236}">
                <a16:creationId xmlns:a16="http://schemas.microsoft.com/office/drawing/2014/main" id="{3DF7B2ED-B852-4AD7-B5D4-B072BD55F908}"/>
              </a:ext>
            </a:extLst>
          </p:cNvPr>
          <p:cNvSpPr txBox="1">
            <a:spLocks noChangeArrowheads="1"/>
          </p:cNvSpPr>
          <p:nvPr/>
        </p:nvSpPr>
        <p:spPr bwMode="auto">
          <a:xfrm>
            <a:off x="5592316" y="26824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5</a:t>
            </a:r>
            <a:endParaRPr lang="en-US" altLang="en-US" sz="1400"/>
          </a:p>
        </p:txBody>
      </p:sp>
      <p:sp>
        <p:nvSpPr>
          <p:cNvPr id="23569" name="Text Box 19">
            <a:extLst>
              <a:ext uri="{FF2B5EF4-FFF2-40B4-BE49-F238E27FC236}">
                <a16:creationId xmlns:a16="http://schemas.microsoft.com/office/drawing/2014/main" id="{A96CC58A-4B58-45DB-AF7A-0B8155858006}"/>
              </a:ext>
            </a:extLst>
          </p:cNvPr>
          <p:cNvSpPr txBox="1">
            <a:spLocks noChangeArrowheads="1"/>
          </p:cNvSpPr>
          <p:nvPr/>
        </p:nvSpPr>
        <p:spPr bwMode="auto">
          <a:xfrm>
            <a:off x="4152454" y="31142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6</a:t>
            </a:r>
            <a:endParaRPr lang="en-US" altLang="en-US" sz="1400"/>
          </a:p>
        </p:txBody>
      </p:sp>
      <p:sp>
        <p:nvSpPr>
          <p:cNvPr id="23570" name="Text Box 20">
            <a:extLst>
              <a:ext uri="{FF2B5EF4-FFF2-40B4-BE49-F238E27FC236}">
                <a16:creationId xmlns:a16="http://schemas.microsoft.com/office/drawing/2014/main" id="{00F48BEC-F992-4906-BBC1-9627EA3E4060}"/>
              </a:ext>
            </a:extLst>
          </p:cNvPr>
          <p:cNvSpPr txBox="1">
            <a:spLocks noChangeArrowheads="1"/>
          </p:cNvSpPr>
          <p:nvPr/>
        </p:nvSpPr>
        <p:spPr bwMode="auto">
          <a:xfrm>
            <a:off x="4873179" y="31142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12</a:t>
            </a:r>
            <a:endParaRPr lang="en-US" altLang="en-US" sz="1400"/>
          </a:p>
        </p:txBody>
      </p:sp>
      <p:sp>
        <p:nvSpPr>
          <p:cNvPr id="23571" name="Text Box 21">
            <a:extLst>
              <a:ext uri="{FF2B5EF4-FFF2-40B4-BE49-F238E27FC236}">
                <a16:creationId xmlns:a16="http://schemas.microsoft.com/office/drawing/2014/main" id="{899BD645-F1F0-444F-B681-CC506C3DB310}"/>
              </a:ext>
            </a:extLst>
          </p:cNvPr>
          <p:cNvSpPr txBox="1">
            <a:spLocks noChangeArrowheads="1"/>
          </p:cNvSpPr>
          <p:nvPr/>
        </p:nvSpPr>
        <p:spPr bwMode="auto">
          <a:xfrm>
            <a:off x="5592316" y="31142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0</a:t>
            </a:r>
            <a:endParaRPr lang="en-US" altLang="en-US" sz="1400"/>
          </a:p>
        </p:txBody>
      </p:sp>
      <p:sp>
        <p:nvSpPr>
          <p:cNvPr id="23572" name="Text Box 22">
            <a:extLst>
              <a:ext uri="{FF2B5EF4-FFF2-40B4-BE49-F238E27FC236}">
                <a16:creationId xmlns:a16="http://schemas.microsoft.com/office/drawing/2014/main" id="{B439FCC0-CD46-47C9-A228-09BA8EC0715C}"/>
              </a:ext>
            </a:extLst>
          </p:cNvPr>
          <p:cNvSpPr txBox="1">
            <a:spLocks noChangeArrowheads="1"/>
          </p:cNvSpPr>
          <p:nvPr/>
        </p:nvSpPr>
        <p:spPr bwMode="auto">
          <a:xfrm>
            <a:off x="3431729" y="22506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A</a:t>
            </a:r>
          </a:p>
        </p:txBody>
      </p:sp>
      <p:sp>
        <p:nvSpPr>
          <p:cNvPr id="23573" name="Text Box 23">
            <a:extLst>
              <a:ext uri="{FF2B5EF4-FFF2-40B4-BE49-F238E27FC236}">
                <a16:creationId xmlns:a16="http://schemas.microsoft.com/office/drawing/2014/main" id="{13526790-3456-486B-8DFA-5445734DE98B}"/>
              </a:ext>
            </a:extLst>
          </p:cNvPr>
          <p:cNvSpPr txBox="1">
            <a:spLocks noChangeArrowheads="1"/>
          </p:cNvSpPr>
          <p:nvPr/>
        </p:nvSpPr>
        <p:spPr bwMode="auto">
          <a:xfrm>
            <a:off x="3431729" y="26824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B</a:t>
            </a:r>
          </a:p>
        </p:txBody>
      </p:sp>
      <p:sp>
        <p:nvSpPr>
          <p:cNvPr id="23574" name="Text Box 24">
            <a:extLst>
              <a:ext uri="{FF2B5EF4-FFF2-40B4-BE49-F238E27FC236}">
                <a16:creationId xmlns:a16="http://schemas.microsoft.com/office/drawing/2014/main" id="{2FF6C104-E31A-452F-815B-7B010D9ACA1F}"/>
              </a:ext>
            </a:extLst>
          </p:cNvPr>
          <p:cNvSpPr txBox="1">
            <a:spLocks noChangeArrowheads="1"/>
          </p:cNvSpPr>
          <p:nvPr/>
        </p:nvSpPr>
        <p:spPr bwMode="auto">
          <a:xfrm>
            <a:off x="3431729" y="3114253"/>
            <a:ext cx="720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C</a:t>
            </a:r>
          </a:p>
        </p:txBody>
      </p:sp>
      <p:sp>
        <p:nvSpPr>
          <p:cNvPr id="23575" name="Text Box 25">
            <a:extLst>
              <a:ext uri="{FF2B5EF4-FFF2-40B4-BE49-F238E27FC236}">
                <a16:creationId xmlns:a16="http://schemas.microsoft.com/office/drawing/2014/main" id="{ADECDF28-1FC4-44B5-8396-BA8A64FD0E8C}"/>
              </a:ext>
            </a:extLst>
          </p:cNvPr>
          <p:cNvSpPr txBox="1">
            <a:spLocks noChangeArrowheads="1"/>
          </p:cNvSpPr>
          <p:nvPr/>
        </p:nvSpPr>
        <p:spPr bwMode="auto">
          <a:xfrm>
            <a:off x="4152454" y="174741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S1</a:t>
            </a:r>
          </a:p>
        </p:txBody>
      </p:sp>
      <p:sp>
        <p:nvSpPr>
          <p:cNvPr id="23576" name="Text Box 26">
            <a:extLst>
              <a:ext uri="{FF2B5EF4-FFF2-40B4-BE49-F238E27FC236}">
                <a16:creationId xmlns:a16="http://schemas.microsoft.com/office/drawing/2014/main" id="{F099024E-EB55-4087-BE98-03F7B25DD253}"/>
              </a:ext>
            </a:extLst>
          </p:cNvPr>
          <p:cNvSpPr txBox="1">
            <a:spLocks noChangeArrowheads="1"/>
          </p:cNvSpPr>
          <p:nvPr/>
        </p:nvSpPr>
        <p:spPr bwMode="auto">
          <a:xfrm>
            <a:off x="4873179" y="174741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S2</a:t>
            </a:r>
          </a:p>
        </p:txBody>
      </p:sp>
      <p:sp>
        <p:nvSpPr>
          <p:cNvPr id="23577" name="Text Box 27">
            <a:extLst>
              <a:ext uri="{FF2B5EF4-FFF2-40B4-BE49-F238E27FC236}">
                <a16:creationId xmlns:a16="http://schemas.microsoft.com/office/drawing/2014/main" id="{1B20A8FD-0101-495B-9B7A-8AD88A3F7C5B}"/>
              </a:ext>
            </a:extLst>
          </p:cNvPr>
          <p:cNvSpPr txBox="1">
            <a:spLocks noChangeArrowheads="1"/>
          </p:cNvSpPr>
          <p:nvPr/>
        </p:nvSpPr>
        <p:spPr bwMode="auto">
          <a:xfrm>
            <a:off x="5592316" y="1747416"/>
            <a:ext cx="720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S3</a:t>
            </a:r>
          </a:p>
        </p:txBody>
      </p:sp>
      <p:sp>
        <p:nvSpPr>
          <p:cNvPr id="23578" name="Text Box 28">
            <a:extLst>
              <a:ext uri="{FF2B5EF4-FFF2-40B4-BE49-F238E27FC236}">
                <a16:creationId xmlns:a16="http://schemas.microsoft.com/office/drawing/2014/main" id="{9D19A8EA-FDCA-490E-86A5-CD7BAABBE40E}"/>
              </a:ext>
            </a:extLst>
          </p:cNvPr>
          <p:cNvSpPr txBox="1">
            <a:spLocks noChangeArrowheads="1"/>
          </p:cNvSpPr>
          <p:nvPr/>
        </p:nvSpPr>
        <p:spPr bwMode="auto">
          <a:xfrm>
            <a:off x="2207765" y="3619078"/>
            <a:ext cx="7200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Probabilities           .2         .5          .3</a:t>
            </a:r>
          </a:p>
        </p:txBody>
      </p:sp>
      <p:sp>
        <p:nvSpPr>
          <p:cNvPr id="23579" name="Text Box 29">
            <a:extLst>
              <a:ext uri="{FF2B5EF4-FFF2-40B4-BE49-F238E27FC236}">
                <a16:creationId xmlns:a16="http://schemas.microsoft.com/office/drawing/2014/main" id="{8A1648C4-0EBD-43EC-A0E3-5671F0124471}"/>
              </a:ext>
            </a:extLst>
          </p:cNvPr>
          <p:cNvSpPr txBox="1">
            <a:spLocks noChangeArrowheads="1"/>
          </p:cNvSpPr>
          <p:nvPr/>
        </p:nvSpPr>
        <p:spPr bwMode="auto">
          <a:xfrm>
            <a:off x="2784029" y="4195341"/>
            <a:ext cx="7920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b="1"/>
              <a:t>Eol</a:t>
            </a:r>
            <a:r>
              <a:rPr lang="en-US" altLang="en-US" sz="1600"/>
              <a:t>A</a:t>
            </a:r>
            <a:r>
              <a:rPr lang="en-US" altLang="en-US"/>
              <a:t> = .2 ( 1 ) +   .5 (0 )  + .3 ( 3 ) = 1.1</a:t>
            </a:r>
          </a:p>
        </p:txBody>
      </p:sp>
      <p:sp>
        <p:nvSpPr>
          <p:cNvPr id="23580" name="Text Box 30">
            <a:extLst>
              <a:ext uri="{FF2B5EF4-FFF2-40B4-BE49-F238E27FC236}">
                <a16:creationId xmlns:a16="http://schemas.microsoft.com/office/drawing/2014/main" id="{326E88FB-8876-4F86-8C15-692BB4F69788}"/>
              </a:ext>
            </a:extLst>
          </p:cNvPr>
          <p:cNvSpPr txBox="1">
            <a:spLocks noChangeArrowheads="1"/>
          </p:cNvSpPr>
          <p:nvPr/>
        </p:nvSpPr>
        <p:spPr bwMode="auto">
          <a:xfrm>
            <a:off x="2784029" y="4627141"/>
            <a:ext cx="7920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b="1"/>
              <a:t>Eol</a:t>
            </a:r>
            <a:r>
              <a:rPr lang="en-US" altLang="en-US" sz="1600"/>
              <a:t>B</a:t>
            </a:r>
            <a:r>
              <a:rPr lang="en-US" altLang="en-US"/>
              <a:t> = .2 ( 0 ) +   .5 (10 )  + .3 ( 5 ) = 6.5</a:t>
            </a:r>
          </a:p>
        </p:txBody>
      </p:sp>
      <p:sp>
        <p:nvSpPr>
          <p:cNvPr id="23581" name="Text Box 31">
            <a:extLst>
              <a:ext uri="{FF2B5EF4-FFF2-40B4-BE49-F238E27FC236}">
                <a16:creationId xmlns:a16="http://schemas.microsoft.com/office/drawing/2014/main" id="{B0F6AC21-7D0B-47CE-855E-83F64A672BBC}"/>
              </a:ext>
            </a:extLst>
          </p:cNvPr>
          <p:cNvSpPr txBox="1">
            <a:spLocks noChangeArrowheads="1"/>
          </p:cNvSpPr>
          <p:nvPr/>
        </p:nvSpPr>
        <p:spPr bwMode="auto">
          <a:xfrm>
            <a:off x="2784029" y="5058941"/>
            <a:ext cx="7920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b="1"/>
              <a:t>Eol</a:t>
            </a:r>
            <a:r>
              <a:rPr lang="en-US" altLang="en-US" sz="1600"/>
              <a:t>C</a:t>
            </a:r>
            <a:r>
              <a:rPr lang="en-US" altLang="en-US"/>
              <a:t> = .2 ( 6 ) +   .5 (12 )  + .3 ( 0 ) = 7.2</a:t>
            </a:r>
          </a:p>
        </p:txBody>
      </p:sp>
      <p:sp>
        <p:nvSpPr>
          <p:cNvPr id="23582" name="Text Box 32">
            <a:extLst>
              <a:ext uri="{FF2B5EF4-FFF2-40B4-BE49-F238E27FC236}">
                <a16:creationId xmlns:a16="http://schemas.microsoft.com/office/drawing/2014/main" id="{52F78C86-7485-469F-A46B-C4BFBD408CBB}"/>
              </a:ext>
            </a:extLst>
          </p:cNvPr>
          <p:cNvSpPr txBox="1">
            <a:spLocks noChangeArrowheads="1"/>
          </p:cNvSpPr>
          <p:nvPr/>
        </p:nvSpPr>
        <p:spPr bwMode="auto">
          <a:xfrm>
            <a:off x="7751316" y="4123903"/>
            <a:ext cx="14398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t>Minimum </a:t>
            </a:r>
          </a:p>
        </p:txBody>
      </p:sp>
      <p:sp>
        <p:nvSpPr>
          <p:cNvPr id="23583" name="Line 33">
            <a:extLst>
              <a:ext uri="{FF2B5EF4-FFF2-40B4-BE49-F238E27FC236}">
                <a16:creationId xmlns:a16="http://schemas.microsoft.com/office/drawing/2014/main" id="{2053E9B8-CFDF-4E62-B54D-54A77FA6444A}"/>
              </a:ext>
            </a:extLst>
          </p:cNvPr>
          <p:cNvSpPr>
            <a:spLocks noChangeShapeType="1"/>
          </p:cNvSpPr>
          <p:nvPr/>
        </p:nvSpPr>
        <p:spPr bwMode="auto">
          <a:xfrm>
            <a:off x="6599931" y="4339480"/>
            <a:ext cx="10810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4" name="Text Box 34">
            <a:extLst>
              <a:ext uri="{FF2B5EF4-FFF2-40B4-BE49-F238E27FC236}">
                <a16:creationId xmlns:a16="http://schemas.microsoft.com/office/drawing/2014/main" id="{06036F03-F291-41FF-9E47-BFADE9C43A6C}"/>
              </a:ext>
            </a:extLst>
          </p:cNvPr>
          <p:cNvSpPr txBox="1">
            <a:spLocks noChangeArrowheads="1"/>
          </p:cNvSpPr>
          <p:nvPr/>
        </p:nvSpPr>
        <p:spPr bwMode="auto">
          <a:xfrm>
            <a:off x="2784029" y="5924128"/>
            <a:ext cx="7559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sz="2400" b="1"/>
              <a:t>Note :-</a:t>
            </a:r>
            <a:r>
              <a:rPr lang="en-US" altLang="en-US"/>
              <a:t>  Eol , expected opportunity loss </a:t>
            </a:r>
          </a:p>
        </p:txBody>
      </p:sp>
    </p:spTree>
    <p:extLst>
      <p:ext uri="{BB962C8B-B14F-4D97-AF65-F5344CB8AC3E}">
        <p14:creationId xmlns:p14="http://schemas.microsoft.com/office/powerpoint/2010/main" val="23962375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a:extLst>
              <a:ext uri="{FF2B5EF4-FFF2-40B4-BE49-F238E27FC236}">
                <a16:creationId xmlns:a16="http://schemas.microsoft.com/office/drawing/2014/main" id="{42C22601-37DE-4DDF-B8DF-E871E78831B7}"/>
              </a:ext>
            </a:extLst>
          </p:cNvPr>
          <p:cNvSpPr txBox="1">
            <a:spLocks noChangeArrowheads="1"/>
          </p:cNvSpPr>
          <p:nvPr/>
        </p:nvSpPr>
        <p:spPr bwMode="auto">
          <a:xfrm>
            <a:off x="2243573" y="588398"/>
            <a:ext cx="7704854"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sz="2400" b="1" dirty="0"/>
              <a:t>Decision tree </a:t>
            </a:r>
            <a:endParaRPr lang="en-US" altLang="en-US" sz="1400" b="1" dirty="0"/>
          </a:p>
          <a:p>
            <a:pPr algn="ctr" eaLnBrk="1" hangingPunct="1">
              <a:spcBef>
                <a:spcPct val="50000"/>
              </a:spcBef>
            </a:pPr>
            <a:r>
              <a:rPr lang="en-US" altLang="en-US" dirty="0"/>
              <a:t>Sometimes are used by decision makers to obtain a visual picture of decision alternatives and their possible consequences.</a:t>
            </a:r>
          </a:p>
          <a:p>
            <a:pPr eaLnBrk="1" hangingPunct="1">
              <a:spcBef>
                <a:spcPct val="50000"/>
              </a:spcBef>
            </a:pPr>
            <a:endParaRPr lang="en-US" altLang="en-US" dirty="0"/>
          </a:p>
          <a:p>
            <a:pPr eaLnBrk="1" hangingPunct="1">
              <a:spcBef>
                <a:spcPct val="50000"/>
              </a:spcBef>
            </a:pPr>
            <a:r>
              <a:rPr lang="en-US" altLang="en-US" dirty="0"/>
              <a:t>            A tree is composed of  </a:t>
            </a:r>
          </a:p>
          <a:p>
            <a:pPr eaLnBrk="1" hangingPunct="1">
              <a:spcBef>
                <a:spcPct val="50000"/>
              </a:spcBef>
            </a:pPr>
            <a:r>
              <a:rPr lang="en-US" altLang="en-US" dirty="0"/>
              <a:t>                    1. Squares                decision point </a:t>
            </a:r>
          </a:p>
          <a:p>
            <a:pPr eaLnBrk="1" hangingPunct="1">
              <a:spcBef>
                <a:spcPct val="50000"/>
              </a:spcBef>
            </a:pPr>
            <a:r>
              <a:rPr lang="en-US" altLang="en-US" dirty="0"/>
              <a:t>                    2.  Circles                 chance events</a:t>
            </a:r>
          </a:p>
          <a:p>
            <a:pPr eaLnBrk="1" hangingPunct="1">
              <a:spcBef>
                <a:spcPct val="50000"/>
              </a:spcBef>
            </a:pPr>
            <a:r>
              <a:rPr lang="en-US" altLang="en-US" dirty="0"/>
              <a:t>                    3.    Lines                 state of natures</a:t>
            </a:r>
          </a:p>
          <a:p>
            <a:pPr eaLnBrk="1" hangingPunct="1">
              <a:spcBef>
                <a:spcPct val="50000"/>
              </a:spcBef>
            </a:pPr>
            <a:endParaRPr lang="en-US" altLang="en-US" dirty="0"/>
          </a:p>
          <a:p>
            <a:pPr eaLnBrk="1" hangingPunct="1">
              <a:spcBef>
                <a:spcPct val="50000"/>
              </a:spcBef>
            </a:pPr>
            <a:r>
              <a:rPr lang="en-US" altLang="en-US" b="1" dirty="0"/>
              <a:t>See the figure</a:t>
            </a:r>
            <a:r>
              <a:rPr lang="en-US" altLang="en-US" dirty="0"/>
              <a:t> :</a:t>
            </a:r>
          </a:p>
          <a:p>
            <a:pPr eaLnBrk="1" hangingPunct="1">
              <a:spcBef>
                <a:spcPct val="50000"/>
              </a:spcBef>
            </a:pPr>
            <a:r>
              <a:rPr lang="en-US" altLang="en-US" dirty="0"/>
              <a:t> </a:t>
            </a:r>
          </a:p>
        </p:txBody>
      </p:sp>
      <p:sp>
        <p:nvSpPr>
          <p:cNvPr id="24579" name="Line 5">
            <a:extLst>
              <a:ext uri="{FF2B5EF4-FFF2-40B4-BE49-F238E27FC236}">
                <a16:creationId xmlns:a16="http://schemas.microsoft.com/office/drawing/2014/main" id="{BC26BA1C-2A47-4472-BE0D-5715F64E8401}"/>
              </a:ext>
            </a:extLst>
          </p:cNvPr>
          <p:cNvSpPr>
            <a:spLocks noChangeShapeType="1"/>
          </p:cNvSpPr>
          <p:nvPr/>
        </p:nvSpPr>
        <p:spPr bwMode="auto">
          <a:xfrm>
            <a:off x="4407911" y="2799400"/>
            <a:ext cx="6492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0" name="Line 6">
            <a:extLst>
              <a:ext uri="{FF2B5EF4-FFF2-40B4-BE49-F238E27FC236}">
                <a16:creationId xmlns:a16="http://schemas.microsoft.com/office/drawing/2014/main" id="{BA99AA12-AE9C-45BF-B10C-F71644E33C91}"/>
              </a:ext>
            </a:extLst>
          </p:cNvPr>
          <p:cNvSpPr>
            <a:spLocks noChangeShapeType="1"/>
          </p:cNvSpPr>
          <p:nvPr/>
        </p:nvSpPr>
        <p:spPr bwMode="auto">
          <a:xfrm>
            <a:off x="4378180" y="3231448"/>
            <a:ext cx="649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1" name="Line 7">
            <a:extLst>
              <a:ext uri="{FF2B5EF4-FFF2-40B4-BE49-F238E27FC236}">
                <a16:creationId xmlns:a16="http://schemas.microsoft.com/office/drawing/2014/main" id="{F59ADCC7-7039-4487-BBAE-B19291F01FAE}"/>
              </a:ext>
            </a:extLst>
          </p:cNvPr>
          <p:cNvSpPr>
            <a:spLocks noChangeShapeType="1"/>
          </p:cNvSpPr>
          <p:nvPr/>
        </p:nvSpPr>
        <p:spPr bwMode="auto">
          <a:xfrm>
            <a:off x="4378181" y="3663496"/>
            <a:ext cx="6492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2" name="Rectangle 8">
            <a:extLst>
              <a:ext uri="{FF2B5EF4-FFF2-40B4-BE49-F238E27FC236}">
                <a16:creationId xmlns:a16="http://schemas.microsoft.com/office/drawing/2014/main" id="{B05FD92E-39E6-4500-B3F5-47DB449F5759}"/>
              </a:ext>
            </a:extLst>
          </p:cNvPr>
          <p:cNvSpPr>
            <a:spLocks noChangeArrowheads="1"/>
          </p:cNvSpPr>
          <p:nvPr/>
        </p:nvSpPr>
        <p:spPr bwMode="auto">
          <a:xfrm>
            <a:off x="3000375" y="5366593"/>
            <a:ext cx="719138" cy="431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24583" name="Line 9">
            <a:extLst>
              <a:ext uri="{FF2B5EF4-FFF2-40B4-BE49-F238E27FC236}">
                <a16:creationId xmlns:a16="http://schemas.microsoft.com/office/drawing/2014/main" id="{D5899723-AF4B-4B30-A373-482A776AA4A0}"/>
              </a:ext>
            </a:extLst>
          </p:cNvPr>
          <p:cNvSpPr>
            <a:spLocks noChangeShapeType="1"/>
          </p:cNvSpPr>
          <p:nvPr/>
        </p:nvSpPr>
        <p:spPr bwMode="auto">
          <a:xfrm flipV="1">
            <a:off x="3719513" y="4934793"/>
            <a:ext cx="1655762"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4" name="Line 10">
            <a:extLst>
              <a:ext uri="{FF2B5EF4-FFF2-40B4-BE49-F238E27FC236}">
                <a16:creationId xmlns:a16="http://schemas.microsoft.com/office/drawing/2014/main" id="{B5BDEC4B-2F36-4487-8C2D-3529B3943AAF}"/>
              </a:ext>
            </a:extLst>
          </p:cNvPr>
          <p:cNvSpPr>
            <a:spLocks noChangeShapeType="1"/>
          </p:cNvSpPr>
          <p:nvPr/>
        </p:nvSpPr>
        <p:spPr bwMode="auto">
          <a:xfrm>
            <a:off x="3719514" y="5798394"/>
            <a:ext cx="1728787"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5" name="Oval 11">
            <a:extLst>
              <a:ext uri="{FF2B5EF4-FFF2-40B4-BE49-F238E27FC236}">
                <a16:creationId xmlns:a16="http://schemas.microsoft.com/office/drawing/2014/main" id="{97DA3CA4-A087-4F7A-A912-81C227B9013F}"/>
              </a:ext>
            </a:extLst>
          </p:cNvPr>
          <p:cNvSpPr>
            <a:spLocks noChangeArrowheads="1"/>
          </p:cNvSpPr>
          <p:nvPr/>
        </p:nvSpPr>
        <p:spPr bwMode="auto">
          <a:xfrm>
            <a:off x="5375276" y="4718894"/>
            <a:ext cx="288925"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24586" name="Oval 12">
            <a:extLst>
              <a:ext uri="{FF2B5EF4-FFF2-40B4-BE49-F238E27FC236}">
                <a16:creationId xmlns:a16="http://schemas.microsoft.com/office/drawing/2014/main" id="{7B268698-6180-421E-BF58-B0CE00B7ACB1}"/>
              </a:ext>
            </a:extLst>
          </p:cNvPr>
          <p:cNvSpPr>
            <a:spLocks noChangeArrowheads="1"/>
          </p:cNvSpPr>
          <p:nvPr/>
        </p:nvSpPr>
        <p:spPr bwMode="auto">
          <a:xfrm>
            <a:off x="5448301" y="5942857"/>
            <a:ext cx="288925" cy="2889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a:p>
        </p:txBody>
      </p:sp>
      <p:sp>
        <p:nvSpPr>
          <p:cNvPr id="24587" name="Line 13">
            <a:extLst>
              <a:ext uri="{FF2B5EF4-FFF2-40B4-BE49-F238E27FC236}">
                <a16:creationId xmlns:a16="http://schemas.microsoft.com/office/drawing/2014/main" id="{2F1E6A49-B6C2-45D6-A3DB-56479DFF5AF0}"/>
              </a:ext>
            </a:extLst>
          </p:cNvPr>
          <p:cNvSpPr>
            <a:spLocks noChangeShapeType="1"/>
          </p:cNvSpPr>
          <p:nvPr/>
        </p:nvSpPr>
        <p:spPr bwMode="auto">
          <a:xfrm flipV="1">
            <a:off x="5664200" y="4502993"/>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8" name="Line 14">
            <a:extLst>
              <a:ext uri="{FF2B5EF4-FFF2-40B4-BE49-F238E27FC236}">
                <a16:creationId xmlns:a16="http://schemas.microsoft.com/office/drawing/2014/main" id="{0C3A369D-70A4-44CF-AC2F-D4A323D3CE73}"/>
              </a:ext>
            </a:extLst>
          </p:cNvPr>
          <p:cNvSpPr>
            <a:spLocks noChangeShapeType="1"/>
          </p:cNvSpPr>
          <p:nvPr/>
        </p:nvSpPr>
        <p:spPr bwMode="auto">
          <a:xfrm>
            <a:off x="5664201" y="4502993"/>
            <a:ext cx="1368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9" name="Line 15">
            <a:extLst>
              <a:ext uri="{FF2B5EF4-FFF2-40B4-BE49-F238E27FC236}">
                <a16:creationId xmlns:a16="http://schemas.microsoft.com/office/drawing/2014/main" id="{96645FA9-3A34-4616-A014-4498A84987BD}"/>
              </a:ext>
            </a:extLst>
          </p:cNvPr>
          <p:cNvSpPr>
            <a:spLocks noChangeShapeType="1"/>
          </p:cNvSpPr>
          <p:nvPr/>
        </p:nvSpPr>
        <p:spPr bwMode="auto">
          <a:xfrm>
            <a:off x="5664201" y="4790331"/>
            <a:ext cx="1368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0" name="Line 16">
            <a:extLst>
              <a:ext uri="{FF2B5EF4-FFF2-40B4-BE49-F238E27FC236}">
                <a16:creationId xmlns:a16="http://schemas.microsoft.com/office/drawing/2014/main" id="{C15B0B40-2AC6-4C38-9B07-E26BAF1A223C}"/>
              </a:ext>
            </a:extLst>
          </p:cNvPr>
          <p:cNvSpPr>
            <a:spLocks noChangeShapeType="1"/>
          </p:cNvSpPr>
          <p:nvPr/>
        </p:nvSpPr>
        <p:spPr bwMode="auto">
          <a:xfrm>
            <a:off x="5664201" y="5150693"/>
            <a:ext cx="1368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1" name="Line 17">
            <a:extLst>
              <a:ext uri="{FF2B5EF4-FFF2-40B4-BE49-F238E27FC236}">
                <a16:creationId xmlns:a16="http://schemas.microsoft.com/office/drawing/2014/main" id="{9A6F5358-FCB9-4E7E-84EB-29823747BD23}"/>
              </a:ext>
            </a:extLst>
          </p:cNvPr>
          <p:cNvSpPr>
            <a:spLocks noChangeShapeType="1"/>
          </p:cNvSpPr>
          <p:nvPr/>
        </p:nvSpPr>
        <p:spPr bwMode="auto">
          <a:xfrm flipV="1">
            <a:off x="5664200" y="4861768"/>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2" name="Line 18">
            <a:extLst>
              <a:ext uri="{FF2B5EF4-FFF2-40B4-BE49-F238E27FC236}">
                <a16:creationId xmlns:a16="http://schemas.microsoft.com/office/drawing/2014/main" id="{3503F937-567B-4A4F-BD6D-0EB65B3DB7E2}"/>
              </a:ext>
            </a:extLst>
          </p:cNvPr>
          <p:cNvSpPr>
            <a:spLocks noChangeShapeType="1"/>
          </p:cNvSpPr>
          <p:nvPr/>
        </p:nvSpPr>
        <p:spPr bwMode="auto">
          <a:xfrm flipV="1">
            <a:off x="5735638" y="5798393"/>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3" name="Line 19">
            <a:extLst>
              <a:ext uri="{FF2B5EF4-FFF2-40B4-BE49-F238E27FC236}">
                <a16:creationId xmlns:a16="http://schemas.microsoft.com/office/drawing/2014/main" id="{2DF49575-3C34-412E-9C60-980504779EF1}"/>
              </a:ext>
            </a:extLst>
          </p:cNvPr>
          <p:cNvSpPr>
            <a:spLocks noChangeShapeType="1"/>
          </p:cNvSpPr>
          <p:nvPr/>
        </p:nvSpPr>
        <p:spPr bwMode="auto">
          <a:xfrm>
            <a:off x="5735639" y="5798393"/>
            <a:ext cx="1368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4" name="Line 20">
            <a:extLst>
              <a:ext uri="{FF2B5EF4-FFF2-40B4-BE49-F238E27FC236}">
                <a16:creationId xmlns:a16="http://schemas.microsoft.com/office/drawing/2014/main" id="{E5994AC3-AEEC-4028-8372-BB39D5E73083}"/>
              </a:ext>
            </a:extLst>
          </p:cNvPr>
          <p:cNvSpPr>
            <a:spLocks noChangeShapeType="1"/>
          </p:cNvSpPr>
          <p:nvPr/>
        </p:nvSpPr>
        <p:spPr bwMode="auto">
          <a:xfrm>
            <a:off x="5735639" y="6085731"/>
            <a:ext cx="1368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5" name="Line 21">
            <a:extLst>
              <a:ext uri="{FF2B5EF4-FFF2-40B4-BE49-F238E27FC236}">
                <a16:creationId xmlns:a16="http://schemas.microsoft.com/office/drawing/2014/main" id="{72769924-6E5D-4555-BABF-8743CB179992}"/>
              </a:ext>
            </a:extLst>
          </p:cNvPr>
          <p:cNvSpPr>
            <a:spLocks noChangeShapeType="1"/>
          </p:cNvSpPr>
          <p:nvPr/>
        </p:nvSpPr>
        <p:spPr bwMode="auto">
          <a:xfrm>
            <a:off x="5735639" y="6446093"/>
            <a:ext cx="1368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6" name="Line 22">
            <a:extLst>
              <a:ext uri="{FF2B5EF4-FFF2-40B4-BE49-F238E27FC236}">
                <a16:creationId xmlns:a16="http://schemas.microsoft.com/office/drawing/2014/main" id="{436734CD-B7F5-4F05-8957-125B49C9ED43}"/>
              </a:ext>
            </a:extLst>
          </p:cNvPr>
          <p:cNvSpPr>
            <a:spLocks noChangeShapeType="1"/>
          </p:cNvSpPr>
          <p:nvPr/>
        </p:nvSpPr>
        <p:spPr bwMode="auto">
          <a:xfrm flipV="1">
            <a:off x="5735638" y="6157168"/>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7" name="Text Box 23">
            <a:extLst>
              <a:ext uri="{FF2B5EF4-FFF2-40B4-BE49-F238E27FC236}">
                <a16:creationId xmlns:a16="http://schemas.microsoft.com/office/drawing/2014/main" id="{D20F546F-6D9A-4A67-8835-BA053D2BB7D7}"/>
              </a:ext>
            </a:extLst>
          </p:cNvPr>
          <p:cNvSpPr txBox="1">
            <a:spLocks noChangeArrowheads="1"/>
          </p:cNvSpPr>
          <p:nvPr/>
        </p:nvSpPr>
        <p:spPr bwMode="auto">
          <a:xfrm>
            <a:off x="7751763" y="4574456"/>
            <a:ext cx="252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State of nature </a:t>
            </a:r>
          </a:p>
        </p:txBody>
      </p:sp>
      <p:sp>
        <p:nvSpPr>
          <p:cNvPr id="24598" name="Line 24">
            <a:extLst>
              <a:ext uri="{FF2B5EF4-FFF2-40B4-BE49-F238E27FC236}">
                <a16:creationId xmlns:a16="http://schemas.microsoft.com/office/drawing/2014/main" id="{1355BFA2-1417-4EE9-A4BF-09833494A2A6}"/>
              </a:ext>
            </a:extLst>
          </p:cNvPr>
          <p:cNvSpPr>
            <a:spLocks noChangeShapeType="1"/>
          </p:cNvSpPr>
          <p:nvPr/>
        </p:nvSpPr>
        <p:spPr bwMode="auto">
          <a:xfrm flipH="1">
            <a:off x="7104064" y="4645893"/>
            <a:ext cx="720725" cy="144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9" name="Text Box 25">
            <a:extLst>
              <a:ext uri="{FF2B5EF4-FFF2-40B4-BE49-F238E27FC236}">
                <a16:creationId xmlns:a16="http://schemas.microsoft.com/office/drawing/2014/main" id="{3763D71B-B2F2-45F1-89ED-D943F27458BA}"/>
              </a:ext>
            </a:extLst>
          </p:cNvPr>
          <p:cNvSpPr txBox="1">
            <a:spLocks noChangeArrowheads="1"/>
          </p:cNvSpPr>
          <p:nvPr/>
        </p:nvSpPr>
        <p:spPr bwMode="auto">
          <a:xfrm>
            <a:off x="2464810" y="4888756"/>
            <a:ext cx="1943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dirty="0"/>
              <a:t>Alternative </a:t>
            </a:r>
          </a:p>
        </p:txBody>
      </p:sp>
      <p:sp>
        <p:nvSpPr>
          <p:cNvPr id="24600" name="Line 26">
            <a:extLst>
              <a:ext uri="{FF2B5EF4-FFF2-40B4-BE49-F238E27FC236}">
                <a16:creationId xmlns:a16="http://schemas.microsoft.com/office/drawing/2014/main" id="{93020966-2DBE-4C73-8205-37479D22F9C8}"/>
              </a:ext>
            </a:extLst>
          </p:cNvPr>
          <p:cNvSpPr>
            <a:spLocks noChangeShapeType="1"/>
          </p:cNvSpPr>
          <p:nvPr/>
        </p:nvSpPr>
        <p:spPr bwMode="auto">
          <a:xfrm>
            <a:off x="3648075" y="5079256"/>
            <a:ext cx="9350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01" name="Text Box 27">
            <a:extLst>
              <a:ext uri="{FF2B5EF4-FFF2-40B4-BE49-F238E27FC236}">
                <a16:creationId xmlns:a16="http://schemas.microsoft.com/office/drawing/2014/main" id="{2609C43F-D66D-43A8-8899-76FE001E0654}"/>
              </a:ext>
            </a:extLst>
          </p:cNvPr>
          <p:cNvSpPr txBox="1">
            <a:spLocks noChangeArrowheads="1"/>
          </p:cNvSpPr>
          <p:nvPr/>
        </p:nvSpPr>
        <p:spPr bwMode="auto">
          <a:xfrm>
            <a:off x="1992314" y="6374656"/>
            <a:ext cx="22320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spcBef>
                <a:spcPct val="50000"/>
              </a:spcBef>
            </a:pPr>
            <a:r>
              <a:rPr lang="en-US" altLang="en-US"/>
              <a:t>Decision point</a:t>
            </a:r>
          </a:p>
        </p:txBody>
      </p:sp>
      <p:sp>
        <p:nvSpPr>
          <p:cNvPr id="24602" name="Line 28">
            <a:extLst>
              <a:ext uri="{FF2B5EF4-FFF2-40B4-BE49-F238E27FC236}">
                <a16:creationId xmlns:a16="http://schemas.microsoft.com/office/drawing/2014/main" id="{0328DB2D-EAC5-456B-8D64-076FE55F5C7E}"/>
              </a:ext>
            </a:extLst>
          </p:cNvPr>
          <p:cNvSpPr>
            <a:spLocks noChangeShapeType="1"/>
          </p:cNvSpPr>
          <p:nvPr/>
        </p:nvSpPr>
        <p:spPr bwMode="auto">
          <a:xfrm flipV="1">
            <a:off x="3216276" y="5869832"/>
            <a:ext cx="142875"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7373587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643B0D-69B8-AABB-248E-7A5EF5BBE2D5}"/>
              </a:ext>
            </a:extLst>
          </p:cNvPr>
          <p:cNvSpPr>
            <a:spLocks noGrp="1" noChangeArrowheads="1"/>
          </p:cNvSpPr>
          <p:nvPr>
            <p:ph type="title"/>
          </p:nvPr>
        </p:nvSpPr>
        <p:spPr>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Decision Trees</a:t>
            </a:r>
          </a:p>
        </p:txBody>
      </p:sp>
      <p:sp>
        <p:nvSpPr>
          <p:cNvPr id="73731" name="Rectangle 3">
            <a:extLst>
              <a:ext uri="{FF2B5EF4-FFF2-40B4-BE49-F238E27FC236}">
                <a16:creationId xmlns:a16="http://schemas.microsoft.com/office/drawing/2014/main" id="{5041D1B3-3DEC-9D0A-7C2F-1460ACA9E4BA}"/>
              </a:ext>
            </a:extLst>
          </p:cNvPr>
          <p:cNvSpPr>
            <a:spLocks noGrp="1" noChangeArrowheads="1"/>
          </p:cNvSpPr>
          <p:nvPr>
            <p:ph idx="1"/>
          </p:nvPr>
        </p:nvSpPr>
        <p:spPr>
          <a:noFill/>
          <a:ln/>
        </p:spPr>
        <p:txBody>
          <a:bodyPr/>
          <a:lstStyle/>
          <a:p>
            <a:pPr eaLnBrk="0" hangingPunct="0"/>
            <a:r>
              <a:rPr lang="en-US" altLang="zh-TW" dirty="0">
                <a:ea typeface="新細明體" panose="02020500000000000000" pitchFamily="18" charset="-120"/>
              </a:rPr>
              <a:t>The Payoff Table approach is useful for </a:t>
            </a:r>
            <a:r>
              <a:rPr lang="en-US" altLang="zh-TW" b="1" dirty="0">
                <a:solidFill>
                  <a:srgbClr val="FF0000"/>
                </a:solidFill>
                <a:ea typeface="新細明體" panose="02020500000000000000" pitchFamily="18" charset="-120"/>
              </a:rPr>
              <a:t>a non-sequential or single stage</a:t>
            </a:r>
            <a:r>
              <a:rPr lang="en-US" altLang="zh-TW" dirty="0">
                <a:ea typeface="新細明體" panose="02020500000000000000" pitchFamily="18" charset="-120"/>
              </a:rPr>
              <a:t>.</a:t>
            </a:r>
          </a:p>
          <a:p>
            <a:pPr eaLnBrk="0" hangingPunct="0">
              <a:lnSpc>
                <a:spcPct val="50000"/>
              </a:lnSpc>
              <a:buFontTx/>
              <a:buNone/>
            </a:pPr>
            <a:endParaRPr lang="en-US" altLang="zh-TW" dirty="0">
              <a:ea typeface="新細明體" panose="02020500000000000000" pitchFamily="18" charset="-120"/>
            </a:endParaRPr>
          </a:p>
          <a:p>
            <a:pPr eaLnBrk="0" hangingPunct="0"/>
            <a:r>
              <a:rPr lang="en-US" altLang="zh-TW" dirty="0">
                <a:ea typeface="新細明體" panose="02020500000000000000" pitchFamily="18" charset="-120"/>
              </a:rPr>
              <a:t>Many real-world decision problems consists of a sequence of dependent decisions.</a:t>
            </a:r>
          </a:p>
          <a:p>
            <a:pPr eaLnBrk="0" hangingPunct="0">
              <a:lnSpc>
                <a:spcPct val="40000"/>
              </a:lnSpc>
              <a:buFontTx/>
              <a:buNone/>
            </a:pPr>
            <a:endParaRPr lang="en-US" altLang="zh-TW" dirty="0">
              <a:ea typeface="新細明體" panose="02020500000000000000" pitchFamily="18" charset="-120"/>
            </a:endParaRPr>
          </a:p>
          <a:p>
            <a:pPr eaLnBrk="0" hangingPunct="0"/>
            <a:r>
              <a:rPr lang="en-US" altLang="zh-TW" dirty="0">
                <a:ea typeface="新細明體" panose="02020500000000000000" pitchFamily="18" charset="-120"/>
              </a:rPr>
              <a:t>Decision Trees are useful in analyzing multi-stage decision processes.</a:t>
            </a:r>
          </a:p>
          <a:p>
            <a:pPr eaLnBrk="0" hangingPunct="0"/>
            <a:r>
              <a:rPr lang="en-US" altLang="zh-TW" dirty="0">
                <a:ea typeface="新細明體" panose="02020500000000000000" pitchFamily="18" charset="-120"/>
              </a:rPr>
              <a:t> Decision trees can be used to make decisions under different levels of certainty, uncertainty, and risk. Here are examples illustrating decision-making scenarios under each condition:</a:t>
            </a:r>
          </a:p>
        </p:txBody>
      </p:sp>
    </p:spTree>
    <p:extLst>
      <p:ext uri="{BB962C8B-B14F-4D97-AF65-F5344CB8AC3E}">
        <p14:creationId xmlns:p14="http://schemas.microsoft.com/office/powerpoint/2010/main" val="3753772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643B0D-69B8-AABB-248E-7A5EF5BBE2D5}"/>
              </a:ext>
            </a:extLst>
          </p:cNvPr>
          <p:cNvSpPr>
            <a:spLocks noGrp="1" noChangeArrowheads="1"/>
          </p:cNvSpPr>
          <p:nvPr>
            <p:ph type="title"/>
          </p:nvPr>
        </p:nvSpPr>
        <p:spPr>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Decision Trees </a:t>
            </a:r>
            <a:r>
              <a:rPr lang="en-US" b="0" i="0" dirty="0">
                <a:solidFill>
                  <a:srgbClr val="0D0E10"/>
                </a:solidFill>
                <a:effectLst/>
                <a:latin typeface="gordita"/>
              </a:rPr>
              <a:t>symbols</a:t>
            </a:r>
            <a:endParaRPr lang="en-US" altLang="zh-TW" dirty="0">
              <a:ea typeface="新細明體" panose="02020500000000000000" pitchFamily="18" charset="-120"/>
            </a:endParaRPr>
          </a:p>
        </p:txBody>
      </p:sp>
      <p:sp>
        <p:nvSpPr>
          <p:cNvPr id="73731" name="Rectangle 3">
            <a:extLst>
              <a:ext uri="{FF2B5EF4-FFF2-40B4-BE49-F238E27FC236}">
                <a16:creationId xmlns:a16="http://schemas.microsoft.com/office/drawing/2014/main" id="{5041D1B3-3DEC-9D0A-7C2F-1460ACA9E4BA}"/>
              </a:ext>
            </a:extLst>
          </p:cNvPr>
          <p:cNvSpPr>
            <a:spLocks noGrp="1" noChangeArrowheads="1"/>
          </p:cNvSpPr>
          <p:nvPr>
            <p:ph idx="1"/>
          </p:nvPr>
        </p:nvSpPr>
        <p:spPr>
          <a:noFill/>
          <a:ln/>
        </p:spPr>
        <p:txBody>
          <a:bodyPr>
            <a:normAutofit fontScale="70000" lnSpcReduction="20000"/>
          </a:bodyPr>
          <a:lstStyle/>
          <a:p>
            <a:pPr algn="l" fontAlgn="auto"/>
            <a:r>
              <a:rPr lang="en-US" b="0" i="0" dirty="0">
                <a:solidFill>
                  <a:srgbClr val="2A2B2C"/>
                </a:solidFill>
                <a:effectLst/>
                <a:latin typeface="gordita"/>
              </a:rPr>
              <a:t>A decision tree includes the following symbols:</a:t>
            </a:r>
          </a:p>
          <a:p>
            <a:pPr lvl="1"/>
            <a:r>
              <a:rPr lang="en-US" sz="2200" b="1" i="0" dirty="0">
                <a:solidFill>
                  <a:srgbClr val="FF0000"/>
                </a:solidFill>
                <a:effectLst/>
                <a:latin typeface="inherit"/>
              </a:rPr>
              <a:t>Alternative branches</a:t>
            </a:r>
            <a:r>
              <a:rPr lang="en-US" sz="2200" b="0" i="0" dirty="0">
                <a:solidFill>
                  <a:srgbClr val="0D0E10"/>
                </a:solidFill>
                <a:effectLst/>
                <a:latin typeface="inherit"/>
              </a:rPr>
              <a:t>: Alternative branches are two lines that branch out from one decision on your decision tree. These branches show two outcomes or decisions that stem from the initial decision on your tree.</a:t>
            </a:r>
          </a:p>
          <a:p>
            <a:pPr lvl="1"/>
            <a:r>
              <a:rPr lang="en-US" sz="2200" b="1" i="0" dirty="0">
                <a:solidFill>
                  <a:srgbClr val="FF0000"/>
                </a:solidFill>
                <a:effectLst/>
                <a:latin typeface="inherit"/>
              </a:rPr>
              <a:t>Decision nodes</a:t>
            </a:r>
            <a:r>
              <a:rPr lang="en-US" sz="2200" b="0" i="0" dirty="0">
                <a:solidFill>
                  <a:srgbClr val="0D0E10"/>
                </a:solidFill>
                <a:effectLst/>
                <a:latin typeface="inherit"/>
              </a:rPr>
              <a:t>: Decision nodes are squares and represent a decision being made on your tree. Every decision tree starts with a decision node. </a:t>
            </a:r>
          </a:p>
          <a:p>
            <a:pPr lvl="1"/>
            <a:r>
              <a:rPr lang="en-US" sz="2200" b="1" i="0" dirty="0">
                <a:solidFill>
                  <a:srgbClr val="FF0000"/>
                </a:solidFill>
                <a:effectLst/>
                <a:latin typeface="inherit"/>
              </a:rPr>
              <a:t>Chance nodes</a:t>
            </a:r>
            <a:r>
              <a:rPr lang="en-US" sz="2200" b="0" i="0" dirty="0">
                <a:solidFill>
                  <a:srgbClr val="0D0E10"/>
                </a:solidFill>
                <a:effectLst/>
                <a:latin typeface="inherit"/>
              </a:rPr>
              <a:t>: Chance nodes are circles that show multiple possible outcomes.</a:t>
            </a:r>
          </a:p>
          <a:p>
            <a:pPr lvl="1"/>
            <a:r>
              <a:rPr lang="en-US" sz="2200" b="1" i="0" dirty="0">
                <a:solidFill>
                  <a:srgbClr val="FF0000"/>
                </a:solidFill>
                <a:effectLst/>
                <a:latin typeface="inherit"/>
              </a:rPr>
              <a:t>End nodes: </a:t>
            </a:r>
            <a:r>
              <a:rPr lang="en-US" sz="2200" b="0" i="0" dirty="0">
                <a:solidFill>
                  <a:srgbClr val="0D0E10"/>
                </a:solidFill>
                <a:effectLst/>
                <a:latin typeface="inherit"/>
              </a:rPr>
              <a:t>End nodes are triangles that show a final outcome.</a:t>
            </a:r>
          </a:p>
          <a:p>
            <a:pPr lvl="1"/>
            <a:r>
              <a:rPr lang="en-US" sz="2200" b="0" i="0" dirty="0">
                <a:solidFill>
                  <a:srgbClr val="2A2B2C"/>
                </a:solidFill>
                <a:effectLst/>
                <a:latin typeface="gordita"/>
              </a:rPr>
              <a:t>A decision tree analysis combines these symbols with notes explaining your decisions and outcomes, and any relevant values to explain your profits or losses. You can manually draw your decision tree or use a flowchart tool to map out your tree digitally.</a:t>
            </a:r>
          </a:p>
          <a:p>
            <a:r>
              <a:rPr lang="en-US" sz="2800" b="0" i="0" dirty="0">
                <a:solidFill>
                  <a:srgbClr val="00B050"/>
                </a:solidFill>
                <a:effectLst/>
                <a:highlight>
                  <a:srgbClr val="FFFFFF"/>
                </a:highlight>
                <a:latin typeface="Söhne"/>
              </a:rPr>
              <a:t>Decision trees can be used to make decisions under different levels of certainty, uncertainty, and risk. Here are examples illustrating decision-making scenarios under each condition:</a:t>
            </a:r>
            <a:endParaRPr lang="en-US" sz="3450" b="0" i="0" dirty="0">
              <a:solidFill>
                <a:srgbClr val="00B050"/>
              </a:solidFill>
              <a:effectLst/>
              <a:latin typeface="gordita"/>
            </a:endParaRPr>
          </a:p>
        </p:txBody>
      </p:sp>
    </p:spTree>
    <p:extLst>
      <p:ext uri="{BB962C8B-B14F-4D97-AF65-F5344CB8AC3E}">
        <p14:creationId xmlns:p14="http://schemas.microsoft.com/office/powerpoint/2010/main" val="8843900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643B0D-69B8-AABB-248E-7A5EF5BBE2D5}"/>
              </a:ext>
            </a:extLst>
          </p:cNvPr>
          <p:cNvSpPr>
            <a:spLocks noGrp="1" noChangeArrowheads="1"/>
          </p:cNvSpPr>
          <p:nvPr>
            <p:ph type="title"/>
          </p:nvPr>
        </p:nvSpPr>
        <p:spPr>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Decision Trees-</a:t>
            </a:r>
            <a:r>
              <a:rPr lang="en-US" b="1" i="0" dirty="0">
                <a:solidFill>
                  <a:srgbClr val="0D0D0D"/>
                </a:solidFill>
                <a:effectLst/>
                <a:highlight>
                  <a:srgbClr val="FFFFFF"/>
                </a:highlight>
                <a:latin typeface="Söhne"/>
              </a:rPr>
              <a:t> </a:t>
            </a:r>
            <a:r>
              <a:rPr lang="en-US" b="1" i="0" dirty="0">
                <a:solidFill>
                  <a:srgbClr val="FF0000"/>
                </a:solidFill>
                <a:effectLst/>
                <a:highlight>
                  <a:srgbClr val="FFFFFF"/>
                </a:highlight>
                <a:latin typeface="Söhne"/>
              </a:rPr>
              <a:t>Certainty</a:t>
            </a:r>
            <a:endParaRPr lang="en-US" altLang="zh-TW" dirty="0">
              <a:solidFill>
                <a:srgbClr val="FF0000"/>
              </a:solidFill>
              <a:ea typeface="新細明體" panose="02020500000000000000" pitchFamily="18" charset="-120"/>
            </a:endParaRPr>
          </a:p>
        </p:txBody>
      </p:sp>
      <p:sp>
        <p:nvSpPr>
          <p:cNvPr id="73731" name="Rectangle 3">
            <a:extLst>
              <a:ext uri="{FF2B5EF4-FFF2-40B4-BE49-F238E27FC236}">
                <a16:creationId xmlns:a16="http://schemas.microsoft.com/office/drawing/2014/main" id="{5041D1B3-3DEC-9D0A-7C2F-1460ACA9E4BA}"/>
              </a:ext>
            </a:extLst>
          </p:cNvPr>
          <p:cNvSpPr>
            <a:spLocks noGrp="1" noChangeArrowheads="1"/>
          </p:cNvSpPr>
          <p:nvPr>
            <p:ph idx="1"/>
          </p:nvPr>
        </p:nvSpPr>
        <p:spPr>
          <a:noFill/>
          <a:ln/>
        </p:spPr>
        <p:txBody>
          <a:bodyPr>
            <a:normAutofit fontScale="70000" lnSpcReduction="20000"/>
          </a:bodyPr>
          <a:lstStyle/>
          <a:p>
            <a:pPr algn="l"/>
            <a:endParaRPr lang="en-US" b="1"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Example: Buying a Car</a:t>
            </a:r>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Let's say you are planning to buy a car, and you have clear criteria to consider, such as price, fuel efficiency, safety ratings, and brand reputation. You create a decision tree to guide your purchase:</a:t>
            </a:r>
          </a:p>
          <a:p>
            <a:pPr algn="l">
              <a:buFont typeface="+mj-lt"/>
              <a:buAutoNum type="arabicPeriod"/>
            </a:pPr>
            <a:r>
              <a:rPr lang="en-US" b="1" i="0" dirty="0">
                <a:solidFill>
                  <a:srgbClr val="0D0D0D"/>
                </a:solidFill>
                <a:effectLst/>
                <a:highlight>
                  <a:srgbClr val="FFFFFF"/>
                </a:highlight>
                <a:latin typeface="Söhne"/>
              </a:rPr>
              <a:t>Criteria</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sz="1800" b="0" i="0" dirty="0">
                <a:solidFill>
                  <a:srgbClr val="0D0D0D"/>
                </a:solidFill>
                <a:effectLst/>
                <a:highlight>
                  <a:srgbClr val="FFFFFF"/>
                </a:highlight>
                <a:latin typeface="Söhne"/>
              </a:rPr>
              <a:t>Price: Budget &lt; $20,000?</a:t>
            </a:r>
          </a:p>
          <a:p>
            <a:pPr marL="1143000" lvl="2" indent="-228600" algn="l">
              <a:buFont typeface="+mj-lt"/>
              <a:buAutoNum type="arabicPeriod"/>
            </a:pPr>
            <a:r>
              <a:rPr lang="en-US" sz="1800" b="0" i="0" dirty="0">
                <a:solidFill>
                  <a:srgbClr val="0D0D0D"/>
                </a:solidFill>
                <a:effectLst/>
                <a:highlight>
                  <a:srgbClr val="FFFFFF"/>
                </a:highlight>
                <a:latin typeface="Söhne"/>
              </a:rPr>
              <a:t>Yes: Proceed to Step 2.</a:t>
            </a:r>
          </a:p>
          <a:p>
            <a:pPr marL="1143000" lvl="2" indent="-228600" algn="l">
              <a:buFont typeface="+mj-lt"/>
              <a:buAutoNum type="arabicPeriod"/>
            </a:pPr>
            <a:r>
              <a:rPr lang="en-US" sz="1800" b="0" i="0" dirty="0">
                <a:solidFill>
                  <a:srgbClr val="0D0D0D"/>
                </a:solidFill>
                <a:effectLst/>
                <a:highlight>
                  <a:srgbClr val="FFFFFF"/>
                </a:highlight>
                <a:latin typeface="Söhne"/>
              </a:rPr>
              <a:t>No: Do not buy.</a:t>
            </a:r>
          </a:p>
          <a:p>
            <a:pPr marL="742950" lvl="1" indent="-285750" algn="l">
              <a:buFont typeface="+mj-lt"/>
              <a:buAutoNum type="arabicPeriod"/>
            </a:pPr>
            <a:r>
              <a:rPr lang="en-US" sz="1800" b="0" i="0" dirty="0">
                <a:solidFill>
                  <a:srgbClr val="0D0D0D"/>
                </a:solidFill>
                <a:effectLst/>
                <a:highlight>
                  <a:srgbClr val="FFFFFF"/>
                </a:highlight>
                <a:latin typeface="Söhne"/>
              </a:rPr>
              <a:t>Fuel Efficiency: Mileage &gt; 30 MPG?</a:t>
            </a:r>
          </a:p>
          <a:p>
            <a:pPr marL="1143000" lvl="2" indent="-228600" algn="l">
              <a:buFont typeface="+mj-lt"/>
              <a:buAutoNum type="arabicPeriod"/>
            </a:pPr>
            <a:r>
              <a:rPr lang="en-US" sz="1800" b="0" i="0" dirty="0">
                <a:solidFill>
                  <a:srgbClr val="0D0D0D"/>
                </a:solidFill>
                <a:effectLst/>
                <a:highlight>
                  <a:srgbClr val="FFFFFF"/>
                </a:highlight>
                <a:latin typeface="Söhne"/>
              </a:rPr>
              <a:t>Yes: Proceed to Step 3.</a:t>
            </a:r>
          </a:p>
          <a:p>
            <a:pPr marL="1143000" lvl="2" indent="-228600" algn="l">
              <a:buFont typeface="+mj-lt"/>
              <a:buAutoNum type="arabicPeriod"/>
            </a:pPr>
            <a:r>
              <a:rPr lang="en-US" sz="1800" b="0" i="0" dirty="0">
                <a:solidFill>
                  <a:srgbClr val="0D0D0D"/>
                </a:solidFill>
                <a:effectLst/>
                <a:highlight>
                  <a:srgbClr val="FFFFFF"/>
                </a:highlight>
                <a:latin typeface="Söhne"/>
              </a:rPr>
              <a:t>No: Do not buy.</a:t>
            </a:r>
          </a:p>
          <a:p>
            <a:pPr marL="742950" lvl="1" indent="-285750" algn="l">
              <a:buFont typeface="+mj-lt"/>
              <a:buAutoNum type="arabicPeriod"/>
            </a:pPr>
            <a:r>
              <a:rPr lang="en-US" sz="1800" b="0" i="0" dirty="0">
                <a:solidFill>
                  <a:srgbClr val="0D0D0D"/>
                </a:solidFill>
                <a:effectLst/>
                <a:highlight>
                  <a:srgbClr val="FFFFFF"/>
                </a:highlight>
                <a:latin typeface="Söhne"/>
              </a:rPr>
              <a:t>Safety Ratings: Rating &gt; 4 stars?</a:t>
            </a:r>
          </a:p>
          <a:p>
            <a:pPr marL="1143000" lvl="2" indent="-228600" algn="l">
              <a:buFont typeface="+mj-lt"/>
              <a:buAutoNum type="arabicPeriod"/>
            </a:pPr>
            <a:r>
              <a:rPr lang="en-US" sz="1800" b="0" i="0" dirty="0">
                <a:solidFill>
                  <a:srgbClr val="0D0D0D"/>
                </a:solidFill>
                <a:effectLst/>
                <a:highlight>
                  <a:srgbClr val="FFFFFF"/>
                </a:highlight>
                <a:latin typeface="Söhne"/>
              </a:rPr>
              <a:t>Yes: Buy.</a:t>
            </a:r>
          </a:p>
          <a:p>
            <a:pPr marL="1143000" lvl="2" indent="-228600" algn="l">
              <a:buFont typeface="+mj-lt"/>
              <a:buAutoNum type="arabicPeriod"/>
            </a:pPr>
            <a:r>
              <a:rPr lang="en-US" sz="1800" b="0" i="0" dirty="0">
                <a:solidFill>
                  <a:srgbClr val="0D0D0D"/>
                </a:solidFill>
                <a:effectLst/>
                <a:highlight>
                  <a:srgbClr val="FFFFFF"/>
                </a:highlight>
                <a:latin typeface="Söhne"/>
              </a:rPr>
              <a:t>No: Do not buy.</a:t>
            </a:r>
          </a:p>
        </p:txBody>
      </p:sp>
    </p:spTree>
    <p:extLst>
      <p:ext uri="{BB962C8B-B14F-4D97-AF65-F5344CB8AC3E}">
        <p14:creationId xmlns:p14="http://schemas.microsoft.com/office/powerpoint/2010/main" val="19085959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643B0D-69B8-AABB-248E-7A5EF5BBE2D5}"/>
              </a:ext>
            </a:extLst>
          </p:cNvPr>
          <p:cNvSpPr>
            <a:spLocks noGrp="1" noChangeArrowheads="1"/>
          </p:cNvSpPr>
          <p:nvPr>
            <p:ph type="title"/>
          </p:nvPr>
        </p:nvSpPr>
        <p:spPr>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Decision Trees-</a:t>
            </a:r>
            <a:r>
              <a:rPr lang="en-US" b="1" i="0" dirty="0">
                <a:solidFill>
                  <a:srgbClr val="0D0D0D"/>
                </a:solidFill>
                <a:effectLst/>
                <a:highlight>
                  <a:srgbClr val="FFFFFF"/>
                </a:highlight>
                <a:latin typeface="Söhne"/>
              </a:rPr>
              <a:t> </a:t>
            </a:r>
            <a:r>
              <a:rPr lang="en-US" b="1" i="0" dirty="0">
                <a:solidFill>
                  <a:srgbClr val="FF0000"/>
                </a:solidFill>
                <a:effectLst/>
                <a:highlight>
                  <a:srgbClr val="FFFFFF"/>
                </a:highlight>
                <a:latin typeface="Söhne"/>
              </a:rPr>
              <a:t>Certainty</a:t>
            </a:r>
            <a:endParaRPr lang="en-US" altLang="zh-TW" dirty="0">
              <a:ea typeface="新細明體" panose="02020500000000000000" pitchFamily="18" charset="-120"/>
            </a:endParaRPr>
          </a:p>
        </p:txBody>
      </p:sp>
      <p:sp>
        <p:nvSpPr>
          <p:cNvPr id="73731" name="Rectangle 3">
            <a:extLst>
              <a:ext uri="{FF2B5EF4-FFF2-40B4-BE49-F238E27FC236}">
                <a16:creationId xmlns:a16="http://schemas.microsoft.com/office/drawing/2014/main" id="{5041D1B3-3DEC-9D0A-7C2F-1460ACA9E4BA}"/>
              </a:ext>
            </a:extLst>
          </p:cNvPr>
          <p:cNvSpPr>
            <a:spLocks noGrp="1" noChangeArrowheads="1"/>
          </p:cNvSpPr>
          <p:nvPr>
            <p:ph idx="1"/>
          </p:nvPr>
        </p:nvSpPr>
        <p:spPr>
          <a:noFill/>
          <a:ln/>
        </p:spPr>
        <p:txBody>
          <a:bodyPr>
            <a:normAutofit fontScale="92500" lnSpcReduction="20000"/>
          </a:bodyPr>
          <a:lstStyle/>
          <a:p>
            <a:pPr algn="l"/>
            <a:endParaRPr lang="en-US" b="1"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Example: Buying a Car</a:t>
            </a:r>
            <a:endParaRPr lang="en-US" dirty="0">
              <a:solidFill>
                <a:srgbClr val="0D0D0D"/>
              </a:solidFill>
              <a:highlight>
                <a:srgbClr val="FFFFFF"/>
              </a:highlight>
              <a:latin typeface="Söhne"/>
            </a:endParaRPr>
          </a:p>
          <a:p>
            <a:pPr algn="l"/>
            <a:r>
              <a:rPr lang="en-US" b="1" i="0" dirty="0">
                <a:solidFill>
                  <a:srgbClr val="0D0D0D"/>
                </a:solidFill>
                <a:effectLst/>
                <a:highlight>
                  <a:srgbClr val="FFFFFF"/>
                </a:highlight>
                <a:latin typeface="Söhne"/>
              </a:rPr>
              <a:t>Options within Budget</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b="0" i="0" dirty="0">
                <a:solidFill>
                  <a:srgbClr val="0D0D0D"/>
                </a:solidFill>
                <a:effectLst/>
                <a:highlight>
                  <a:srgbClr val="FFFFFF"/>
                </a:highlight>
                <a:latin typeface="Söhne"/>
              </a:rPr>
              <a:t>Brand Reputation:</a:t>
            </a:r>
          </a:p>
          <a:p>
            <a:pPr marL="1143000" lvl="2" indent="-228600" algn="l">
              <a:buFont typeface="+mj-lt"/>
              <a:buAutoNum type="arabicPeriod"/>
            </a:pPr>
            <a:r>
              <a:rPr lang="en-US" b="0" i="0" dirty="0">
                <a:solidFill>
                  <a:srgbClr val="0D0D0D"/>
                </a:solidFill>
                <a:effectLst/>
                <a:highlight>
                  <a:srgbClr val="FFFFFF"/>
                </a:highlight>
                <a:latin typeface="Söhne"/>
              </a:rPr>
              <a:t>Good: Buy.</a:t>
            </a:r>
          </a:p>
          <a:p>
            <a:pPr marL="1143000" lvl="2" indent="-228600" algn="l">
              <a:buFont typeface="+mj-lt"/>
              <a:buAutoNum type="arabicPeriod"/>
            </a:pPr>
            <a:r>
              <a:rPr lang="en-US" b="0" i="0" dirty="0">
                <a:solidFill>
                  <a:srgbClr val="0D0D0D"/>
                </a:solidFill>
                <a:effectLst/>
                <a:highlight>
                  <a:srgbClr val="FFFFFF"/>
                </a:highlight>
                <a:latin typeface="Söhne"/>
              </a:rPr>
              <a:t>Not Good: Do not buy.</a:t>
            </a:r>
          </a:p>
          <a:p>
            <a:pPr marL="0" indent="0" algn="l">
              <a:buNone/>
            </a:pPr>
            <a:r>
              <a:rPr lang="en-US" b="1" i="0" dirty="0">
                <a:solidFill>
                  <a:srgbClr val="0D0D0D"/>
                </a:solidFill>
                <a:effectLst/>
                <a:highlight>
                  <a:srgbClr val="FFFFFF"/>
                </a:highlight>
                <a:latin typeface="Söhne"/>
              </a:rPr>
              <a:t>Options with Good Fuel Efficiency</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b="0" i="0" dirty="0">
                <a:solidFill>
                  <a:srgbClr val="0D0D0D"/>
                </a:solidFill>
                <a:effectLst/>
                <a:highlight>
                  <a:srgbClr val="FFFFFF"/>
                </a:highlight>
                <a:latin typeface="Söhne"/>
              </a:rPr>
              <a:t>Safety Ratings:</a:t>
            </a:r>
          </a:p>
          <a:p>
            <a:pPr marL="1143000" lvl="2" indent="-228600" algn="l">
              <a:buFont typeface="+mj-lt"/>
              <a:buAutoNum type="arabicPeriod"/>
            </a:pPr>
            <a:r>
              <a:rPr lang="en-US" b="0" i="0" dirty="0">
                <a:solidFill>
                  <a:srgbClr val="0D0D0D"/>
                </a:solidFill>
                <a:effectLst/>
                <a:highlight>
                  <a:srgbClr val="FFFFFF"/>
                </a:highlight>
                <a:latin typeface="Söhne"/>
              </a:rPr>
              <a:t>Rating &gt; 3 stars: Buy.</a:t>
            </a:r>
          </a:p>
          <a:p>
            <a:pPr marL="1143000" lvl="2" indent="-228600" algn="l">
              <a:buFont typeface="+mj-lt"/>
              <a:buAutoNum type="arabicPeriod"/>
            </a:pPr>
            <a:r>
              <a:rPr lang="en-US" b="0" i="0" dirty="0">
                <a:solidFill>
                  <a:srgbClr val="0D0D0D"/>
                </a:solidFill>
                <a:effectLst/>
                <a:highlight>
                  <a:srgbClr val="FFFFFF"/>
                </a:highlight>
                <a:latin typeface="Söhne"/>
              </a:rPr>
              <a:t>Rating &lt;= 3 stars: Do not buy.</a:t>
            </a:r>
          </a:p>
          <a:p>
            <a:pPr algn="l"/>
            <a:r>
              <a:rPr lang="en-US" b="0" i="0" dirty="0">
                <a:solidFill>
                  <a:srgbClr val="0D0D0D"/>
                </a:solidFill>
                <a:effectLst/>
                <a:highlight>
                  <a:srgbClr val="FFFFFF"/>
                </a:highlight>
                <a:latin typeface="Söhne"/>
              </a:rPr>
              <a:t>In this scenario, all factors are known, and the decision tree helps you make a clear decision based on predetermined criteria.</a:t>
            </a:r>
          </a:p>
        </p:txBody>
      </p:sp>
    </p:spTree>
    <p:extLst>
      <p:ext uri="{BB962C8B-B14F-4D97-AF65-F5344CB8AC3E}">
        <p14:creationId xmlns:p14="http://schemas.microsoft.com/office/powerpoint/2010/main" val="3557826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643B0D-69B8-AABB-248E-7A5EF5BBE2D5}"/>
              </a:ext>
            </a:extLst>
          </p:cNvPr>
          <p:cNvSpPr>
            <a:spLocks noGrp="1" noChangeArrowheads="1"/>
          </p:cNvSpPr>
          <p:nvPr>
            <p:ph type="title"/>
          </p:nvPr>
        </p:nvSpPr>
        <p:spPr>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Decision Trees-</a:t>
            </a:r>
            <a:r>
              <a:rPr lang="en-US" b="1" i="0" dirty="0">
                <a:solidFill>
                  <a:srgbClr val="0D0D0D"/>
                </a:solidFill>
                <a:effectLst/>
                <a:highlight>
                  <a:srgbClr val="FFFFFF"/>
                </a:highlight>
                <a:latin typeface="Söhne"/>
              </a:rPr>
              <a:t> </a:t>
            </a:r>
            <a:r>
              <a:rPr lang="en-US" b="1" i="0" dirty="0">
                <a:solidFill>
                  <a:srgbClr val="FF0000"/>
                </a:solidFill>
                <a:effectLst/>
                <a:highlight>
                  <a:srgbClr val="FFFFFF"/>
                </a:highlight>
                <a:latin typeface="Söhne"/>
              </a:rPr>
              <a:t>Certainty</a:t>
            </a:r>
            <a:endParaRPr lang="en-US" altLang="zh-TW" dirty="0">
              <a:ea typeface="新細明體" panose="02020500000000000000" pitchFamily="18" charset="-120"/>
            </a:endParaRPr>
          </a:p>
        </p:txBody>
      </p:sp>
      <p:graphicFrame>
        <p:nvGraphicFramePr>
          <p:cNvPr id="5" name="Diagram 4">
            <a:extLst>
              <a:ext uri="{FF2B5EF4-FFF2-40B4-BE49-F238E27FC236}">
                <a16:creationId xmlns:a16="http://schemas.microsoft.com/office/drawing/2014/main" id="{D9B38B99-46F4-8891-C4DA-7BFC0041DA7C}"/>
              </a:ext>
            </a:extLst>
          </p:cNvPr>
          <p:cNvGraphicFramePr/>
          <p:nvPr>
            <p:extLst>
              <p:ext uri="{D42A27DB-BD31-4B8C-83A1-F6EECF244321}">
                <p14:modId xmlns:p14="http://schemas.microsoft.com/office/powerpoint/2010/main" val="992520039"/>
              </p:ext>
            </p:extLst>
          </p:nvPr>
        </p:nvGraphicFramePr>
        <p:xfrm>
          <a:off x="609600" y="365127"/>
          <a:ext cx="10668000" cy="61277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17069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643B0D-69B8-AABB-248E-7A5EF5BBE2D5}"/>
              </a:ext>
            </a:extLst>
          </p:cNvPr>
          <p:cNvSpPr>
            <a:spLocks noGrp="1" noChangeArrowheads="1"/>
          </p:cNvSpPr>
          <p:nvPr>
            <p:ph type="title"/>
          </p:nvPr>
        </p:nvSpPr>
        <p:spPr>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Decision Trees-</a:t>
            </a:r>
            <a:r>
              <a:rPr lang="en-US" b="1" i="0" dirty="0">
                <a:solidFill>
                  <a:srgbClr val="0D0D0D"/>
                </a:solidFill>
                <a:effectLst/>
                <a:highlight>
                  <a:srgbClr val="FFFFFF"/>
                </a:highlight>
                <a:latin typeface="Söhne"/>
              </a:rPr>
              <a:t> </a:t>
            </a:r>
            <a:r>
              <a:rPr lang="en-US" b="1" i="0" dirty="0">
                <a:solidFill>
                  <a:srgbClr val="FF0000"/>
                </a:solidFill>
                <a:effectLst/>
                <a:highlight>
                  <a:srgbClr val="FFFFFF"/>
                </a:highlight>
                <a:latin typeface="Söhne"/>
              </a:rPr>
              <a:t>Uncertainty</a:t>
            </a:r>
            <a:endParaRPr lang="en-US" altLang="zh-TW" dirty="0">
              <a:solidFill>
                <a:srgbClr val="FF0000"/>
              </a:solidFill>
              <a:ea typeface="新細明體" panose="02020500000000000000" pitchFamily="18" charset="-120"/>
            </a:endParaRPr>
          </a:p>
        </p:txBody>
      </p:sp>
      <p:sp>
        <p:nvSpPr>
          <p:cNvPr id="73731" name="Rectangle 3">
            <a:extLst>
              <a:ext uri="{FF2B5EF4-FFF2-40B4-BE49-F238E27FC236}">
                <a16:creationId xmlns:a16="http://schemas.microsoft.com/office/drawing/2014/main" id="{5041D1B3-3DEC-9D0A-7C2F-1460ACA9E4BA}"/>
              </a:ext>
            </a:extLst>
          </p:cNvPr>
          <p:cNvSpPr>
            <a:spLocks noGrp="1" noChangeArrowheads="1"/>
          </p:cNvSpPr>
          <p:nvPr>
            <p:ph idx="1"/>
          </p:nvPr>
        </p:nvSpPr>
        <p:spPr>
          <a:xfrm>
            <a:off x="838200" y="1219200"/>
            <a:ext cx="10744200" cy="5273673"/>
          </a:xfrm>
          <a:noFill/>
          <a:ln/>
        </p:spPr>
        <p:txBody>
          <a:bodyPr>
            <a:normAutofit/>
          </a:bodyPr>
          <a:lstStyle/>
          <a:p>
            <a:pPr algn="l"/>
            <a:endParaRPr lang="en-US" b="1" i="0" dirty="0">
              <a:solidFill>
                <a:srgbClr val="0D0D0D"/>
              </a:solidFill>
              <a:effectLst/>
              <a:highlight>
                <a:srgbClr val="FFFFFF"/>
              </a:highlight>
              <a:latin typeface="Söhne"/>
            </a:endParaRPr>
          </a:p>
          <a:p>
            <a:pPr algn="l"/>
            <a:r>
              <a:rPr lang="en-US" b="1" i="0" dirty="0">
                <a:solidFill>
                  <a:srgbClr val="0D0D0D"/>
                </a:solidFill>
                <a:effectLst/>
                <a:highlight>
                  <a:srgbClr val="FFFFFF"/>
                </a:highlight>
                <a:latin typeface="Söhne"/>
              </a:rPr>
              <a:t>Example: Investment Decision</a:t>
            </a:r>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Imagine you're considering investing in a stock, and the outcome of the investment depends on multiple uncertain factors such as market conditions, company performance, and geopolitical events. You create a decision tree to model the investment decision:</a:t>
            </a:r>
          </a:p>
        </p:txBody>
      </p:sp>
    </p:spTree>
    <p:extLst>
      <p:ext uri="{BB962C8B-B14F-4D97-AF65-F5344CB8AC3E}">
        <p14:creationId xmlns:p14="http://schemas.microsoft.com/office/powerpoint/2010/main" val="41838329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643B0D-69B8-AABB-248E-7A5EF5BBE2D5}"/>
              </a:ext>
            </a:extLst>
          </p:cNvPr>
          <p:cNvSpPr>
            <a:spLocks noGrp="1" noChangeArrowheads="1"/>
          </p:cNvSpPr>
          <p:nvPr>
            <p:ph type="title"/>
          </p:nvPr>
        </p:nvSpPr>
        <p:spPr>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Decision Trees-</a:t>
            </a:r>
            <a:r>
              <a:rPr lang="en-US" b="1" i="0" dirty="0">
                <a:solidFill>
                  <a:srgbClr val="0D0D0D"/>
                </a:solidFill>
                <a:effectLst/>
                <a:highlight>
                  <a:srgbClr val="FFFFFF"/>
                </a:highlight>
                <a:latin typeface="Söhne"/>
              </a:rPr>
              <a:t> </a:t>
            </a:r>
            <a:r>
              <a:rPr lang="en-US" b="1" i="0" dirty="0">
                <a:solidFill>
                  <a:srgbClr val="FF0000"/>
                </a:solidFill>
                <a:effectLst/>
                <a:highlight>
                  <a:srgbClr val="FFFFFF"/>
                </a:highlight>
                <a:latin typeface="Söhne"/>
              </a:rPr>
              <a:t>Uncertainty</a:t>
            </a:r>
            <a:endParaRPr lang="en-US" altLang="zh-TW" dirty="0">
              <a:solidFill>
                <a:srgbClr val="FF0000"/>
              </a:solidFill>
              <a:ea typeface="新細明體" panose="02020500000000000000" pitchFamily="18" charset="-120"/>
            </a:endParaRPr>
          </a:p>
        </p:txBody>
      </p:sp>
      <p:sp>
        <p:nvSpPr>
          <p:cNvPr id="73731" name="Rectangle 3">
            <a:extLst>
              <a:ext uri="{FF2B5EF4-FFF2-40B4-BE49-F238E27FC236}">
                <a16:creationId xmlns:a16="http://schemas.microsoft.com/office/drawing/2014/main" id="{5041D1B3-3DEC-9D0A-7C2F-1460ACA9E4BA}"/>
              </a:ext>
            </a:extLst>
          </p:cNvPr>
          <p:cNvSpPr>
            <a:spLocks noGrp="1" noChangeArrowheads="1"/>
          </p:cNvSpPr>
          <p:nvPr>
            <p:ph idx="1"/>
          </p:nvPr>
        </p:nvSpPr>
        <p:spPr>
          <a:xfrm>
            <a:off x="838200" y="1219200"/>
            <a:ext cx="10744200" cy="5273673"/>
          </a:xfrm>
          <a:noFill/>
          <a:ln/>
        </p:spPr>
        <p:txBody>
          <a:bodyPr>
            <a:normAutofit fontScale="92500" lnSpcReduction="20000"/>
          </a:bodyPr>
          <a:lstStyle/>
          <a:p>
            <a:pPr algn="l"/>
            <a:endParaRPr lang="en-US" b="1" i="0" dirty="0">
              <a:solidFill>
                <a:srgbClr val="0D0D0D"/>
              </a:solidFill>
              <a:effectLst/>
              <a:highlight>
                <a:srgbClr val="FFFFFF"/>
              </a:highlight>
              <a:latin typeface="Söhne"/>
            </a:endParaRPr>
          </a:p>
          <a:p>
            <a:pPr algn="l">
              <a:buFont typeface="+mj-lt"/>
              <a:buAutoNum type="arabicPeriod"/>
            </a:pPr>
            <a:r>
              <a:rPr lang="en-US" sz="2000" b="1" i="0" dirty="0">
                <a:solidFill>
                  <a:srgbClr val="0D0D0D"/>
                </a:solidFill>
                <a:effectLst/>
                <a:highlight>
                  <a:srgbClr val="FFFFFF"/>
                </a:highlight>
                <a:latin typeface="Söhne"/>
              </a:rPr>
              <a:t>Market Conditions</a:t>
            </a:r>
            <a:r>
              <a:rPr lang="en-US" sz="2000" b="0" i="0" dirty="0">
                <a:solidFill>
                  <a:srgbClr val="0D0D0D"/>
                </a:solidFill>
                <a:effectLst/>
                <a:highlight>
                  <a:srgbClr val="FFFFFF"/>
                </a:highlight>
                <a:latin typeface="Söhne"/>
              </a:rPr>
              <a:t>:</a:t>
            </a:r>
          </a:p>
          <a:p>
            <a:pPr marL="742950" lvl="1" indent="-285750" algn="l">
              <a:buFont typeface="+mj-lt"/>
              <a:buAutoNum type="arabicPeriod"/>
            </a:pPr>
            <a:r>
              <a:rPr lang="en-US" sz="2000" b="0" i="0" dirty="0">
                <a:solidFill>
                  <a:srgbClr val="0D0D0D"/>
                </a:solidFill>
                <a:effectLst/>
                <a:highlight>
                  <a:srgbClr val="FFFFFF"/>
                </a:highlight>
                <a:latin typeface="Söhne"/>
              </a:rPr>
              <a:t>Bullish:</a:t>
            </a:r>
          </a:p>
          <a:p>
            <a:pPr marL="1143000" lvl="2" indent="-228600" algn="l">
              <a:buFont typeface="+mj-lt"/>
              <a:buAutoNum type="arabicPeriod"/>
            </a:pPr>
            <a:r>
              <a:rPr lang="en-US" sz="2000" b="0" i="0" dirty="0">
                <a:solidFill>
                  <a:srgbClr val="0D0D0D"/>
                </a:solidFill>
                <a:effectLst/>
                <a:highlight>
                  <a:srgbClr val="FFFFFF"/>
                </a:highlight>
                <a:latin typeface="Söhne"/>
              </a:rPr>
              <a:t>Company Performance:</a:t>
            </a:r>
          </a:p>
          <a:p>
            <a:pPr marL="1600200" lvl="3" indent="-228600" algn="l">
              <a:buFont typeface="+mj-lt"/>
              <a:buAutoNum type="arabicPeriod"/>
            </a:pPr>
            <a:r>
              <a:rPr lang="en-US" sz="2000" b="0" i="0" dirty="0">
                <a:solidFill>
                  <a:srgbClr val="0D0D0D"/>
                </a:solidFill>
                <a:effectLst/>
                <a:highlight>
                  <a:srgbClr val="FFFFFF"/>
                </a:highlight>
                <a:latin typeface="Söhne"/>
              </a:rPr>
              <a:t>Positive: Invest.</a:t>
            </a:r>
          </a:p>
          <a:p>
            <a:pPr marL="1600200" lvl="3" indent="-228600" algn="l">
              <a:buFont typeface="+mj-lt"/>
              <a:buAutoNum type="arabicPeriod"/>
            </a:pPr>
            <a:r>
              <a:rPr lang="en-US" sz="2000" b="0" i="0" dirty="0">
                <a:solidFill>
                  <a:srgbClr val="0D0D0D"/>
                </a:solidFill>
                <a:effectLst/>
                <a:highlight>
                  <a:srgbClr val="FFFFFF"/>
                </a:highlight>
                <a:latin typeface="Söhne"/>
              </a:rPr>
              <a:t>Negative: Do not invest.</a:t>
            </a:r>
          </a:p>
          <a:p>
            <a:pPr marL="742950" lvl="1" indent="-285750" algn="l">
              <a:buFont typeface="+mj-lt"/>
              <a:buAutoNum type="arabicPeriod"/>
            </a:pPr>
            <a:r>
              <a:rPr lang="en-US" sz="2000" b="0" i="0" dirty="0">
                <a:solidFill>
                  <a:srgbClr val="0D0D0D"/>
                </a:solidFill>
                <a:effectLst/>
                <a:highlight>
                  <a:srgbClr val="FFFFFF"/>
                </a:highlight>
                <a:latin typeface="Söhne"/>
              </a:rPr>
              <a:t>Bearish:</a:t>
            </a:r>
          </a:p>
          <a:p>
            <a:pPr marL="1143000" lvl="2" indent="-228600" algn="l">
              <a:buFont typeface="+mj-lt"/>
              <a:buAutoNum type="arabicPeriod"/>
            </a:pPr>
            <a:r>
              <a:rPr lang="en-US" sz="2000" b="0" i="0" dirty="0">
                <a:solidFill>
                  <a:srgbClr val="0D0D0D"/>
                </a:solidFill>
                <a:effectLst/>
                <a:highlight>
                  <a:srgbClr val="FFFFFF"/>
                </a:highlight>
                <a:latin typeface="Söhne"/>
              </a:rPr>
              <a:t>Geopolitical Stability:</a:t>
            </a:r>
          </a:p>
          <a:p>
            <a:pPr marL="1600200" lvl="3" indent="-228600" algn="l">
              <a:buFont typeface="+mj-lt"/>
              <a:buAutoNum type="arabicPeriod"/>
            </a:pPr>
            <a:r>
              <a:rPr lang="en-US" sz="2000" b="0" i="0" dirty="0">
                <a:solidFill>
                  <a:srgbClr val="0D0D0D"/>
                </a:solidFill>
                <a:effectLst/>
                <a:highlight>
                  <a:srgbClr val="FFFFFF"/>
                </a:highlight>
                <a:latin typeface="Söhne"/>
              </a:rPr>
              <a:t>Stable: Invest with caution.</a:t>
            </a:r>
          </a:p>
          <a:p>
            <a:pPr marL="1600200" lvl="3" indent="-228600" algn="l">
              <a:buFont typeface="+mj-lt"/>
              <a:buAutoNum type="arabicPeriod"/>
            </a:pPr>
            <a:r>
              <a:rPr lang="en-US" sz="2000" b="0" i="0" dirty="0">
                <a:solidFill>
                  <a:srgbClr val="0D0D0D"/>
                </a:solidFill>
                <a:effectLst/>
                <a:highlight>
                  <a:srgbClr val="FFFFFF"/>
                </a:highlight>
                <a:latin typeface="Söhne"/>
              </a:rPr>
              <a:t>Unstable: Do not invest.</a:t>
            </a:r>
          </a:p>
          <a:p>
            <a:pPr algn="l">
              <a:buFont typeface="+mj-lt"/>
              <a:buAutoNum type="arabicPeriod"/>
            </a:pPr>
            <a:r>
              <a:rPr lang="en-US" sz="2000" b="1" i="0" dirty="0">
                <a:solidFill>
                  <a:srgbClr val="0D0D0D"/>
                </a:solidFill>
                <a:effectLst/>
                <a:highlight>
                  <a:srgbClr val="FFFFFF"/>
                </a:highlight>
                <a:latin typeface="Söhne"/>
              </a:rPr>
              <a:t>Investment Outcome</a:t>
            </a:r>
            <a:r>
              <a:rPr lang="en-US" sz="2000" b="0" i="0" dirty="0">
                <a:solidFill>
                  <a:srgbClr val="0D0D0D"/>
                </a:solidFill>
                <a:effectLst/>
                <a:highlight>
                  <a:srgbClr val="FFFFFF"/>
                </a:highlight>
                <a:latin typeface="Söhne"/>
              </a:rPr>
              <a:t>:</a:t>
            </a:r>
          </a:p>
          <a:p>
            <a:pPr marL="742950" lvl="1" indent="-285750" algn="l">
              <a:buFont typeface="+mj-lt"/>
              <a:buAutoNum type="arabicPeriod"/>
            </a:pPr>
            <a:r>
              <a:rPr lang="en-US" sz="2000" b="0" i="0" dirty="0">
                <a:solidFill>
                  <a:srgbClr val="0D0D0D"/>
                </a:solidFill>
                <a:effectLst/>
                <a:highlight>
                  <a:srgbClr val="FFFFFF"/>
                </a:highlight>
                <a:latin typeface="Söhne"/>
              </a:rPr>
              <a:t>Positive: Gain profit.</a:t>
            </a:r>
          </a:p>
          <a:p>
            <a:pPr marL="742950" lvl="1" indent="-285750" algn="l">
              <a:buFont typeface="+mj-lt"/>
              <a:buAutoNum type="arabicPeriod"/>
            </a:pPr>
            <a:r>
              <a:rPr lang="en-US" sz="2000" b="0" i="0" dirty="0">
                <a:solidFill>
                  <a:srgbClr val="0D0D0D"/>
                </a:solidFill>
                <a:effectLst/>
                <a:highlight>
                  <a:srgbClr val="FFFFFF"/>
                </a:highlight>
                <a:latin typeface="Söhne"/>
              </a:rPr>
              <a:t>Negative: Incur losses.</a:t>
            </a:r>
          </a:p>
          <a:p>
            <a:pPr algn="l"/>
            <a:r>
              <a:rPr lang="en-US" b="0" i="0" dirty="0">
                <a:solidFill>
                  <a:srgbClr val="0D0D0D"/>
                </a:solidFill>
                <a:effectLst/>
                <a:highlight>
                  <a:srgbClr val="FFFFFF"/>
                </a:highlight>
                <a:latin typeface="Söhne"/>
              </a:rPr>
              <a:t>In this scenario, the decision tree incorporates uncertainty about market conditions and other factors, guiding the investment decision based on potential outcomes.</a:t>
            </a:r>
          </a:p>
        </p:txBody>
      </p:sp>
    </p:spTree>
    <p:extLst>
      <p:ext uri="{BB962C8B-B14F-4D97-AF65-F5344CB8AC3E}">
        <p14:creationId xmlns:p14="http://schemas.microsoft.com/office/powerpoint/2010/main" val="17646510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8C35994-66E1-AE61-233F-E958C9525A02}"/>
              </a:ext>
            </a:extLst>
          </p:cNvPr>
          <p:cNvGraphicFramePr/>
          <p:nvPr>
            <p:extLst>
              <p:ext uri="{D42A27DB-BD31-4B8C-83A1-F6EECF244321}">
                <p14:modId xmlns:p14="http://schemas.microsoft.com/office/powerpoint/2010/main" val="518142879"/>
              </p:ext>
            </p:extLst>
          </p:nvPr>
        </p:nvGraphicFramePr>
        <p:xfrm>
          <a:off x="914400" y="1371600"/>
          <a:ext cx="9144000" cy="49377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77C9ADCE-D0E7-A5C9-8575-F7D304AABFAA}"/>
              </a:ext>
            </a:extLst>
          </p:cNvPr>
          <p:cNvSpPr txBox="1"/>
          <p:nvPr/>
        </p:nvSpPr>
        <p:spPr>
          <a:xfrm>
            <a:off x="3352800" y="528711"/>
            <a:ext cx="6098344" cy="523220"/>
          </a:xfrm>
          <a:prstGeom prst="rect">
            <a:avLst/>
          </a:prstGeom>
          <a:noFill/>
        </p:spPr>
        <p:txBody>
          <a:bodyPr wrap="square">
            <a:spAutoFit/>
          </a:bodyPr>
          <a:lstStyle/>
          <a:p>
            <a:r>
              <a:rPr lang="zh-TW" altLang="en-US" sz="2800" dirty="0">
                <a:ea typeface="新細明體" panose="02020500000000000000" pitchFamily="18" charset="-120"/>
              </a:rPr>
              <a:t> </a:t>
            </a:r>
            <a:r>
              <a:rPr lang="en-US" altLang="zh-TW" sz="2800" dirty="0">
                <a:ea typeface="新細明體" panose="02020500000000000000" pitchFamily="18" charset="-120"/>
              </a:rPr>
              <a:t>Decision Trees-</a:t>
            </a:r>
            <a:r>
              <a:rPr lang="en-US" sz="2800" b="1" i="0" dirty="0">
                <a:solidFill>
                  <a:srgbClr val="0D0D0D"/>
                </a:solidFill>
                <a:effectLst/>
                <a:highlight>
                  <a:srgbClr val="FFFFFF"/>
                </a:highlight>
                <a:latin typeface="Söhne"/>
              </a:rPr>
              <a:t> </a:t>
            </a:r>
            <a:r>
              <a:rPr lang="en-US" sz="2800" b="1" i="0" dirty="0">
                <a:solidFill>
                  <a:srgbClr val="FF0000"/>
                </a:solidFill>
                <a:effectLst/>
                <a:highlight>
                  <a:srgbClr val="FFFFFF"/>
                </a:highlight>
                <a:latin typeface="Söhne"/>
              </a:rPr>
              <a:t>Uncertainty</a:t>
            </a:r>
            <a:endParaRPr lang="en-US" sz="2800" dirty="0"/>
          </a:p>
        </p:txBody>
      </p:sp>
    </p:spTree>
    <p:extLst>
      <p:ext uri="{BB962C8B-B14F-4D97-AF65-F5344CB8AC3E}">
        <p14:creationId xmlns:p14="http://schemas.microsoft.com/office/powerpoint/2010/main" val="31802554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643B0D-69B8-AABB-248E-7A5EF5BBE2D5}"/>
              </a:ext>
            </a:extLst>
          </p:cNvPr>
          <p:cNvSpPr>
            <a:spLocks noGrp="1" noChangeArrowheads="1"/>
          </p:cNvSpPr>
          <p:nvPr>
            <p:ph type="title"/>
          </p:nvPr>
        </p:nvSpPr>
        <p:spPr>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Decision Trees-</a:t>
            </a:r>
            <a:r>
              <a:rPr lang="en-US" b="1" i="0" dirty="0">
                <a:solidFill>
                  <a:srgbClr val="0D0D0D"/>
                </a:solidFill>
                <a:effectLst/>
                <a:highlight>
                  <a:srgbClr val="FFFFFF"/>
                </a:highlight>
                <a:latin typeface="Söhne"/>
              </a:rPr>
              <a:t> </a:t>
            </a:r>
            <a:r>
              <a:rPr lang="en-US" b="1" i="0" dirty="0">
                <a:solidFill>
                  <a:srgbClr val="FF0000"/>
                </a:solidFill>
                <a:effectLst/>
                <a:highlight>
                  <a:srgbClr val="FFFFFF"/>
                </a:highlight>
                <a:latin typeface="Söhne"/>
              </a:rPr>
              <a:t>Risk</a:t>
            </a:r>
            <a:endParaRPr lang="en-US" altLang="zh-TW" dirty="0">
              <a:solidFill>
                <a:srgbClr val="FF0000"/>
              </a:solidFill>
              <a:ea typeface="新細明體" panose="02020500000000000000" pitchFamily="18" charset="-120"/>
            </a:endParaRPr>
          </a:p>
        </p:txBody>
      </p:sp>
      <p:sp>
        <p:nvSpPr>
          <p:cNvPr id="3" name="TextBox 2">
            <a:extLst>
              <a:ext uri="{FF2B5EF4-FFF2-40B4-BE49-F238E27FC236}">
                <a16:creationId xmlns:a16="http://schemas.microsoft.com/office/drawing/2014/main" id="{61E546A7-F628-C79E-3A3E-9FA90685CE90}"/>
              </a:ext>
            </a:extLst>
          </p:cNvPr>
          <p:cNvSpPr txBox="1"/>
          <p:nvPr/>
        </p:nvSpPr>
        <p:spPr>
          <a:xfrm>
            <a:off x="838200" y="1905000"/>
            <a:ext cx="9488658" cy="3139321"/>
          </a:xfrm>
          <a:prstGeom prst="rect">
            <a:avLst/>
          </a:prstGeom>
          <a:noFill/>
        </p:spPr>
        <p:txBody>
          <a:bodyPr wrap="square">
            <a:spAutoFit/>
          </a:bodyPr>
          <a:lstStyle/>
          <a:p>
            <a:pPr marL="285750" indent="-285750">
              <a:buFont typeface="Arial" panose="020B0604020202020204" pitchFamily="34" charset="0"/>
              <a:buChar char="•"/>
            </a:pPr>
            <a:r>
              <a:rPr lang="en-US" dirty="0"/>
              <a:t>Example :your  are planning   to </a:t>
            </a:r>
            <a:r>
              <a:rPr lang="en-US" sz="1800" kern="1200" dirty="0">
                <a:solidFill>
                  <a:srgbClr val="3F3F3F"/>
                </a:solidFill>
                <a:effectLst/>
                <a:latin typeface="Arial" panose="020B0604020202020204" pitchFamily="34" charset="0"/>
                <a:ea typeface="+mn-ea"/>
                <a:cs typeface="+mn-cs"/>
              </a:rPr>
              <a:t>Build new scheduling app or Upgrade existing scheduling app or Build team productivity app.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00B050"/>
                </a:solidFill>
              </a:rPr>
              <a:t>Decision nodes from this example: </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Build new scheduling app: $50K</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Upgrade existing scheduling app: $25K</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Build team productivity app: $75K</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883056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643B0D-69B8-AABB-248E-7A5EF5BBE2D5}"/>
              </a:ext>
            </a:extLst>
          </p:cNvPr>
          <p:cNvSpPr>
            <a:spLocks noGrp="1" noChangeArrowheads="1"/>
          </p:cNvSpPr>
          <p:nvPr>
            <p:ph type="title"/>
          </p:nvPr>
        </p:nvSpPr>
        <p:spPr>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Decision Trees-</a:t>
            </a:r>
            <a:r>
              <a:rPr lang="en-US" b="1" i="0" dirty="0">
                <a:solidFill>
                  <a:srgbClr val="0D0D0D"/>
                </a:solidFill>
                <a:effectLst/>
                <a:highlight>
                  <a:srgbClr val="FFFFFF"/>
                </a:highlight>
                <a:latin typeface="Söhne"/>
              </a:rPr>
              <a:t> </a:t>
            </a:r>
            <a:r>
              <a:rPr lang="en-US" b="1" i="0" dirty="0">
                <a:solidFill>
                  <a:srgbClr val="FF0000"/>
                </a:solidFill>
                <a:effectLst/>
                <a:highlight>
                  <a:srgbClr val="FFFFFF"/>
                </a:highlight>
                <a:latin typeface="Söhne"/>
              </a:rPr>
              <a:t>Risk</a:t>
            </a:r>
            <a:endParaRPr lang="en-US" altLang="zh-TW" dirty="0">
              <a:solidFill>
                <a:srgbClr val="FF0000"/>
              </a:solidFill>
              <a:ea typeface="新細明體" panose="02020500000000000000" pitchFamily="18" charset="-120"/>
            </a:endParaRPr>
          </a:p>
        </p:txBody>
      </p:sp>
      <p:sp>
        <p:nvSpPr>
          <p:cNvPr id="3" name="TextBox 2">
            <a:extLst>
              <a:ext uri="{FF2B5EF4-FFF2-40B4-BE49-F238E27FC236}">
                <a16:creationId xmlns:a16="http://schemas.microsoft.com/office/drawing/2014/main" id="{61E546A7-F628-C79E-3A3E-9FA90685CE90}"/>
              </a:ext>
            </a:extLst>
          </p:cNvPr>
          <p:cNvSpPr txBox="1"/>
          <p:nvPr/>
        </p:nvSpPr>
        <p:spPr>
          <a:xfrm>
            <a:off x="840545" y="1447800"/>
            <a:ext cx="9982200" cy="5355312"/>
          </a:xfrm>
          <a:prstGeom prst="rect">
            <a:avLst/>
          </a:prstGeom>
          <a:noFill/>
        </p:spPr>
        <p:txBody>
          <a:bodyPr wrap="square">
            <a:spAutoFit/>
          </a:bodyPr>
          <a:lstStyle/>
          <a:p>
            <a:endParaRPr lang="en-US" dirty="0"/>
          </a:p>
          <a:p>
            <a:pPr marL="285750" indent="-285750">
              <a:buFont typeface="Arial" panose="020B0604020202020204" pitchFamily="34" charset="0"/>
              <a:buChar char="•"/>
            </a:pPr>
            <a:r>
              <a:rPr lang="en-US" b="1" dirty="0">
                <a:solidFill>
                  <a:srgbClr val="00B050"/>
                </a:solidFill>
              </a:rPr>
              <a:t>Chance nodes from this example:</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Large and small revenue for decision one: 40 and 55%</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Large and small revenue for decision two: 60 and 38%</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Large and small revenue for decision three: 55 and 45%</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00B050"/>
                </a:solidFill>
              </a:rPr>
              <a:t>End nodes from this example:</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Potential profits for decision one: $200K or $150K</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Potential profits for decision two: $100K or $80K</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Potential profits for decision three: $250K or $200K</a:t>
            </a:r>
          </a:p>
          <a:p>
            <a:pPr marL="285750" indent="-285750">
              <a:buFont typeface="Arial" panose="020B0604020202020204" pitchFamily="34" charset="0"/>
              <a:buChar char="•"/>
            </a:pPr>
            <a:r>
              <a:rPr lang="en-US" b="1" i="0" dirty="0">
                <a:solidFill>
                  <a:srgbClr val="00B050"/>
                </a:solidFill>
                <a:effectLst/>
                <a:latin typeface="gordita"/>
              </a:rPr>
              <a:t>Although building a new team productivity app would cost the most money for the team, the decision tree analysis shows that this project would also result in the most expected value for the company. </a:t>
            </a:r>
            <a:endParaRPr lang="en-US" b="1" dirty="0">
              <a:solidFill>
                <a:srgbClr val="00B050"/>
              </a:solidFill>
            </a:endParaRPr>
          </a:p>
        </p:txBody>
      </p:sp>
    </p:spTree>
    <p:extLst>
      <p:ext uri="{BB962C8B-B14F-4D97-AF65-F5344CB8AC3E}">
        <p14:creationId xmlns:p14="http://schemas.microsoft.com/office/powerpoint/2010/main" val="19838218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8643B0D-69B8-AABB-248E-7A5EF5BBE2D5}"/>
              </a:ext>
            </a:extLst>
          </p:cNvPr>
          <p:cNvSpPr>
            <a:spLocks noGrp="1" noChangeArrowheads="1"/>
          </p:cNvSpPr>
          <p:nvPr>
            <p:ph type="title"/>
          </p:nvPr>
        </p:nvSpPr>
        <p:spPr>
          <a:noFill/>
          <a:ln/>
        </p:spPr>
        <p:txBody>
          <a:bodyPr/>
          <a:lstStyle/>
          <a:p>
            <a:pPr eaLnBrk="0" hangingPunct="0"/>
            <a:r>
              <a:rPr lang="zh-TW" altLang="en-US" dirty="0">
                <a:ea typeface="新細明體" panose="02020500000000000000" pitchFamily="18" charset="-120"/>
              </a:rPr>
              <a:t> </a:t>
            </a:r>
            <a:r>
              <a:rPr lang="en-US" altLang="zh-TW" dirty="0">
                <a:ea typeface="新細明體" panose="02020500000000000000" pitchFamily="18" charset="-120"/>
              </a:rPr>
              <a:t>Decision Trees-</a:t>
            </a:r>
            <a:r>
              <a:rPr lang="en-US" b="1" i="0" dirty="0">
                <a:solidFill>
                  <a:srgbClr val="0D0D0D"/>
                </a:solidFill>
                <a:effectLst/>
                <a:highlight>
                  <a:srgbClr val="FFFFFF"/>
                </a:highlight>
                <a:latin typeface="Söhne"/>
              </a:rPr>
              <a:t> </a:t>
            </a:r>
            <a:r>
              <a:rPr lang="en-US" b="1" i="0" dirty="0">
                <a:solidFill>
                  <a:srgbClr val="FF0000"/>
                </a:solidFill>
                <a:effectLst/>
                <a:highlight>
                  <a:srgbClr val="FFFFFF"/>
                </a:highlight>
                <a:latin typeface="Söhne"/>
              </a:rPr>
              <a:t>Risk</a:t>
            </a:r>
            <a:endParaRPr lang="en-US" altLang="zh-TW" dirty="0">
              <a:solidFill>
                <a:srgbClr val="FF0000"/>
              </a:solidFill>
              <a:ea typeface="新細明體" panose="02020500000000000000" pitchFamily="18" charset="-120"/>
            </a:endParaRPr>
          </a:p>
        </p:txBody>
      </p:sp>
      <p:pic>
        <p:nvPicPr>
          <p:cNvPr id="3" name="Picture 2">
            <a:extLst>
              <a:ext uri="{FF2B5EF4-FFF2-40B4-BE49-F238E27FC236}">
                <a16:creationId xmlns:a16="http://schemas.microsoft.com/office/drawing/2014/main" id="{1D6B5C21-A85A-E4F4-FE11-343CDD86E236}"/>
              </a:ext>
            </a:extLst>
          </p:cNvPr>
          <p:cNvPicPr>
            <a:picLocks noChangeAspect="1"/>
          </p:cNvPicPr>
          <p:nvPr/>
        </p:nvPicPr>
        <p:blipFill rotWithShape="1">
          <a:blip r:embed="rId3"/>
          <a:srcRect t="7778" b="8589"/>
          <a:stretch/>
        </p:blipFill>
        <p:spPr>
          <a:xfrm>
            <a:off x="3886200" y="365127"/>
            <a:ext cx="4663440" cy="6340473"/>
          </a:xfrm>
          <a:prstGeom prst="rect">
            <a:avLst/>
          </a:prstGeom>
        </p:spPr>
      </p:pic>
    </p:spTree>
    <p:extLst>
      <p:ext uri="{BB962C8B-B14F-4D97-AF65-F5344CB8AC3E}">
        <p14:creationId xmlns:p14="http://schemas.microsoft.com/office/powerpoint/2010/main" val="614922825"/>
      </p:ext>
    </p:extLst>
  </p:cSld>
  <p:clrMapOvr>
    <a:masterClrMapping/>
  </p:clrMapOvr>
</p:sld>
</file>

<file path=ppt/theme/theme1.xml><?xml version="1.0" encoding="utf-8"?>
<a:theme xmlns:a="http://schemas.openxmlformats.org/drawingml/2006/main" name="CLICK TO ADD TITLE">
  <a:themeElements>
    <a:clrScheme name="MSFT_ELT_Template01">
      <a:dk1>
        <a:srgbClr val="3F3F3F"/>
      </a:dk1>
      <a:lt1>
        <a:srgbClr val="FFFFFF"/>
      </a:lt1>
      <a:dk2>
        <a:srgbClr val="000000"/>
      </a:dk2>
      <a:lt2>
        <a:srgbClr val="A5A5A5"/>
      </a:lt2>
      <a:accent1>
        <a:srgbClr val="5DAAB0"/>
      </a:accent1>
      <a:accent2>
        <a:srgbClr val="DFE3E9"/>
      </a:accent2>
      <a:accent3>
        <a:srgbClr val="BBC3CD"/>
      </a:accent3>
      <a:accent4>
        <a:srgbClr val="484848"/>
      </a:accent4>
      <a:accent5>
        <a:srgbClr val="1F1F26"/>
      </a:accent5>
      <a:accent6>
        <a:srgbClr val="F2CAA2"/>
      </a:accent6>
      <a:hlink>
        <a:srgbClr val="00194C"/>
      </a:hlink>
      <a:folHlink>
        <a:srgbClr val="954F72"/>
      </a:folHlink>
    </a:clrScheme>
    <a:fontScheme name="MSFT_ELT_Template01">
      <a:majorFont>
        <a:latin typeface="Constant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ICK TO ADD TITLE" id="{F1EBDCD4-0DFE-4BFC-B527-76D7C1C6466B}" vid="{B36D0821-FAFD-4A44-B0A3-9261322768BD}"/>
    </a:ext>
  </a:extLst>
</a:theme>
</file>

<file path=ppt/theme/theme2.xml><?xml version="1.0" encoding="utf-8"?>
<a:theme xmlns:a="http://schemas.openxmlformats.org/drawingml/2006/main" name="Default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efault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Default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Default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Default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Default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Default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Default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Default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_Office Theme">
  <a:themeElements>
    <a:clrScheme name="Custom 3">
      <a:dk1>
        <a:srgbClr val="000000"/>
      </a:dk1>
      <a:lt1>
        <a:srgbClr val="FFFFFF"/>
      </a:lt1>
      <a:dk2>
        <a:srgbClr val="718DB2"/>
      </a:dk2>
      <a:lt2>
        <a:srgbClr val="FEFFFF"/>
      </a:lt2>
      <a:accent1>
        <a:srgbClr val="5E5E5E"/>
      </a:accent1>
      <a:accent2>
        <a:srgbClr val="E7E6E6"/>
      </a:accent2>
      <a:accent3>
        <a:srgbClr val="D7CDC8"/>
      </a:accent3>
      <a:accent4>
        <a:srgbClr val="AFA5A0"/>
      </a:accent4>
      <a:accent5>
        <a:srgbClr val="918787"/>
      </a:accent5>
      <a:accent6>
        <a:srgbClr val="556969"/>
      </a:accent6>
      <a:hlink>
        <a:srgbClr val="3758C1"/>
      </a:hlink>
      <a:folHlink>
        <a:srgbClr val="00539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99974F5-F5F4-4EA1-BBA9-712B5ABFFD39}">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Turban1</Template>
  <TotalTime>791</TotalTime>
  <Words>4149</Words>
  <Application>Microsoft Macintosh PowerPoint</Application>
  <PresentationFormat>Widescreen</PresentationFormat>
  <Paragraphs>779</Paragraphs>
  <Slides>67</Slides>
  <Notes>19</Notes>
  <HiddenSlides>0</HiddenSlides>
  <MMClips>0</MMClips>
  <ScaleCrop>false</ScaleCrop>
  <HeadingPairs>
    <vt:vector size="6" baseType="variant">
      <vt:variant>
        <vt:lpstr>Fonts Used</vt:lpstr>
      </vt:variant>
      <vt:variant>
        <vt:i4>20</vt:i4>
      </vt:variant>
      <vt:variant>
        <vt:lpstr>Theme</vt:lpstr>
      </vt:variant>
      <vt:variant>
        <vt:i4>12</vt:i4>
      </vt:variant>
      <vt:variant>
        <vt:lpstr>Slide Titles</vt:lpstr>
      </vt:variant>
      <vt:variant>
        <vt:i4>67</vt:i4>
      </vt:variant>
    </vt:vector>
  </HeadingPairs>
  <TitlesOfParts>
    <vt:vector size="99" baseType="lpstr">
      <vt:lpstr>新細明體</vt:lpstr>
      <vt:lpstr>Aptos</vt:lpstr>
      <vt:lpstr>Arial</vt:lpstr>
      <vt:lpstr>Arial MT</vt:lpstr>
      <vt:lpstr>Arial Narrow</vt:lpstr>
      <vt:lpstr>Calibri</vt:lpstr>
      <vt:lpstr>Calibri Light</vt:lpstr>
      <vt:lpstr>Constantia</vt:lpstr>
      <vt:lpstr>Gill Sans</vt:lpstr>
      <vt:lpstr>gordita</vt:lpstr>
      <vt:lpstr>Helvetica Light</vt:lpstr>
      <vt:lpstr>inherit</vt:lpstr>
      <vt:lpstr>Poppins</vt:lpstr>
      <vt:lpstr>Roboto</vt:lpstr>
      <vt:lpstr>Söhne</vt:lpstr>
      <vt:lpstr>Tahoma</vt:lpstr>
      <vt:lpstr>Times New Roman</vt:lpstr>
      <vt:lpstr>Trebuchet MS</vt:lpstr>
      <vt:lpstr>Wingdings</vt:lpstr>
      <vt:lpstr>Wingdings 3</vt:lpstr>
      <vt:lpstr>CLICK TO ADD TITLE</vt:lpstr>
      <vt:lpstr>Default Design</vt:lpstr>
      <vt:lpstr>1_Default Design</vt:lpstr>
      <vt:lpstr>2_Default Design</vt:lpstr>
      <vt:lpstr>3_Default Design</vt:lpstr>
      <vt:lpstr>4_Default Design</vt:lpstr>
      <vt:lpstr>5_Default Design</vt:lpstr>
      <vt:lpstr>6_Default Design</vt:lpstr>
      <vt:lpstr>7_Default Design</vt:lpstr>
      <vt:lpstr>8_Default Design</vt:lpstr>
      <vt:lpstr>1_Office Theme</vt:lpstr>
      <vt:lpstr>Facet</vt:lpstr>
      <vt:lpstr>PowerPoint Presentation</vt:lpstr>
      <vt:lpstr>Decision Making: Introduction and  Definitions</vt:lpstr>
      <vt:lpstr>Decision Making: Introduction and  Definitions</vt:lpstr>
      <vt:lpstr>Decision Making: Introduction and  Definitions</vt:lpstr>
      <vt:lpstr>Simon’s Decision-Making Process</vt:lpstr>
      <vt:lpstr>Phases of the  Decision‐Making Process</vt:lpstr>
      <vt:lpstr>Phases of the  Decision‐Making Process</vt:lpstr>
      <vt:lpstr>Decision Making:  The Intelligence Phase</vt:lpstr>
      <vt:lpstr>Decision Making:  The Intelligence Phase</vt:lpstr>
      <vt:lpstr>Decision Making:  The Design Phase</vt:lpstr>
      <vt:lpstr>Decision Making:  The Design Phase</vt:lpstr>
      <vt:lpstr>Decision Making:  The Design Phase</vt:lpstr>
      <vt:lpstr>Decision Making:  The Design Phase</vt:lpstr>
      <vt:lpstr>Decision Making:  The Design Phase</vt:lpstr>
      <vt:lpstr>Decision Making:  The Design Phase</vt:lpstr>
      <vt:lpstr>Decision Making:  The Design Phase</vt:lpstr>
      <vt:lpstr>Decision Making:  The Design Phase</vt:lpstr>
      <vt:lpstr>Decision Making:  The Choice Phase</vt:lpstr>
      <vt:lpstr>Decision Making: The Implementation Phase</vt:lpstr>
      <vt:lpstr>DSS Support</vt:lpstr>
      <vt:lpstr>Specific uses for DSSs in business</vt:lpstr>
      <vt:lpstr>DSS Modeling</vt:lpstr>
      <vt:lpstr>DSS Modeling</vt:lpstr>
      <vt:lpstr>   Introduction to Decision Analysis</vt:lpstr>
      <vt:lpstr> Introduction to Decision Analysis</vt:lpstr>
      <vt:lpstr>PowerPoint Presentation</vt:lpstr>
      <vt:lpstr>PowerPoint Presentation</vt:lpstr>
      <vt:lpstr>PowerPoint Presentation</vt:lpstr>
      <vt:lpstr>Modeling and Decision Making -  Under Certainty, Uncertainty, and Risk</vt:lpstr>
      <vt:lpstr>PowerPoint Presentation</vt:lpstr>
      <vt:lpstr>Modeling and Decision Making: Under Certainty, Uncertainty, and Risk</vt:lpstr>
      <vt:lpstr>Decision Tables</vt:lpstr>
      <vt:lpstr>Example</vt:lpstr>
      <vt:lpstr>PowerPoint Presentation</vt:lpstr>
      <vt:lpstr>Treatment the risk</vt:lpstr>
      <vt:lpstr>PowerPoint Presentation</vt:lpstr>
      <vt:lpstr>PowerPoint Presentation</vt:lpstr>
      <vt:lpstr>PowerPoint Presentation</vt:lpstr>
      <vt:lpstr>   Payoff  Table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Decision Trees</vt:lpstr>
      <vt:lpstr> Decision Trees symbols</vt:lpstr>
      <vt:lpstr> Decision Trees- Certainty</vt:lpstr>
      <vt:lpstr> Decision Trees- Certainty</vt:lpstr>
      <vt:lpstr> Decision Trees- Certainty</vt:lpstr>
      <vt:lpstr> Decision Trees- Uncertainty</vt:lpstr>
      <vt:lpstr> Decision Trees- Uncertainty</vt:lpstr>
      <vt:lpstr>PowerPoint Presentation</vt:lpstr>
      <vt:lpstr> Decision Trees- Risk</vt:lpstr>
      <vt:lpstr> Decision Trees- Risk</vt:lpstr>
      <vt:lpstr> Decision Trees- Risk</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Judy</dc:creator>
  <cp:lastModifiedBy>Fayiz Momani</cp:lastModifiedBy>
  <cp:revision>48</cp:revision>
  <dcterms:created xsi:type="dcterms:W3CDTF">2022-09-18T07:18:46Z</dcterms:created>
  <dcterms:modified xsi:type="dcterms:W3CDTF">2025-04-12T08:49:25Z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2009-02-21T00:00:00Z</vt:filetime>
  </property>
  <property fmtid="{D5CDD505-2E9C-101B-9397-08002B2CF9AE}" pid="3" name="Creator">
    <vt:lpwstr>Acrobat PDFMaker 8.1 for PowerPoint</vt:lpwstr>
  </property>
  <property fmtid="{D5CDD505-2E9C-101B-9397-08002B2CF9AE}" pid="4" name="LastSaved">
    <vt:filetime>2022-09-18T00:00:00Z</vt:filetime>
  </property>
</Properties>
</file>