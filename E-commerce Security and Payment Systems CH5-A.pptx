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0"/>
  </p:notesMasterIdLst>
  <p:sldIdLst>
    <p:sldId id="256" r:id="rId4"/>
    <p:sldId id="257" r:id="rId5"/>
    <p:sldId id="259" r:id="rId6"/>
    <p:sldId id="260" r:id="rId7"/>
    <p:sldId id="261" r:id="rId8"/>
    <p:sldId id="262" r:id="rId9"/>
    <p:sldId id="263" r:id="rId10"/>
    <p:sldId id="264" r:id="rId11"/>
    <p:sldId id="265" r:id="rId12"/>
    <p:sldId id="266" r:id="rId13"/>
    <p:sldId id="268" r:id="rId14"/>
    <p:sldId id="269" r:id="rId15"/>
    <p:sldId id="272" r:id="rId16"/>
    <p:sldId id="273" r:id="rId17"/>
    <p:sldId id="277" r:id="rId18"/>
    <p:sldId id="28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59ECEB-6D3F-4CAC-B04F-F09D245F3511}" v="2" dt="2025-05-31T13:52:09.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951" autoAdjust="0"/>
  </p:normalViewPr>
  <p:slideViewPr>
    <p:cSldViewPr snapToGrid="0">
      <p:cViewPr varScale="1">
        <p:scale>
          <a:sx n="82" d="100"/>
          <a:sy n="82" d="100"/>
        </p:scale>
        <p:origin x="9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J.N. Luiz" userId="cbd62b75-e2e8-4b4a-a6ce-757d1053352f" providerId="ADAL" clId="{8279676C-C1FC-4A1F-97F0-EE88C4438CDC}"/>
    <pc:docChg chg="modSld modMainMaster">
      <pc:chgData name="Daniel J.N. Luiz" userId="cbd62b75-e2e8-4b4a-a6ce-757d1053352f" providerId="ADAL" clId="{8279676C-C1FC-4A1F-97F0-EE88C4438CDC}" dt="2023-07-06T15:43:36.963" v="0"/>
      <pc:docMkLst>
        <pc:docMk/>
      </pc:docMkLst>
      <pc:sldChg chg="modSp modNotes">
        <pc:chgData name="Daniel J.N. Luiz" userId="cbd62b75-e2e8-4b4a-a6ce-757d1053352f" providerId="ADAL" clId="{8279676C-C1FC-4A1F-97F0-EE88C4438CDC}" dt="2023-07-06T15:43:36.963" v="0"/>
        <pc:sldMkLst>
          <pc:docMk/>
          <pc:sldMk cId="0" sldId="256"/>
        </pc:sldMkLst>
      </pc:sldChg>
      <pc:sldChg chg="modNotes">
        <pc:chgData name="Daniel J.N. Luiz" userId="cbd62b75-e2e8-4b4a-a6ce-757d1053352f" providerId="ADAL" clId="{8279676C-C1FC-4A1F-97F0-EE88C4438CDC}" dt="2023-07-06T15:43:36.963" v="0"/>
        <pc:sldMkLst>
          <pc:docMk/>
          <pc:sldMk cId="0" sldId="261"/>
        </pc:sldMkLst>
      </pc:sldChg>
      <pc:sldChg chg="modNotes">
        <pc:chgData name="Daniel J.N. Luiz" userId="cbd62b75-e2e8-4b4a-a6ce-757d1053352f" providerId="ADAL" clId="{8279676C-C1FC-4A1F-97F0-EE88C4438CDC}" dt="2023-07-06T15:43:36.963" v="0"/>
        <pc:sldMkLst>
          <pc:docMk/>
          <pc:sldMk cId="0" sldId="263"/>
        </pc:sldMkLst>
      </pc:sldChg>
      <pc:sldChg chg="modNotes">
        <pc:chgData name="Daniel J.N. Luiz" userId="cbd62b75-e2e8-4b4a-a6ce-757d1053352f" providerId="ADAL" clId="{8279676C-C1FC-4A1F-97F0-EE88C4438CDC}" dt="2023-07-06T15:43:36.963" v="0"/>
        <pc:sldMkLst>
          <pc:docMk/>
          <pc:sldMk cId="0" sldId="265"/>
        </pc:sldMkLst>
      </pc:sldChg>
      <pc:sldChg chg="modNotes">
        <pc:chgData name="Daniel J.N. Luiz" userId="cbd62b75-e2e8-4b4a-a6ce-757d1053352f" providerId="ADAL" clId="{8279676C-C1FC-4A1F-97F0-EE88C4438CDC}" dt="2023-07-06T15:43:36.963" v="0"/>
        <pc:sldMkLst>
          <pc:docMk/>
          <pc:sldMk cId="0" sldId="286"/>
        </pc:sldMkLst>
      </pc:sldChg>
      <pc:sldChg chg="modNotes">
        <pc:chgData name="Daniel J.N. Luiz" userId="cbd62b75-e2e8-4b4a-a6ce-757d1053352f" providerId="ADAL" clId="{8279676C-C1FC-4A1F-97F0-EE88C4438CDC}" dt="2023-07-06T15:43:36.963" v="0"/>
        <pc:sldMkLst>
          <pc:docMk/>
          <pc:sldMk cId="0" sldId="290"/>
        </pc:sldMkLst>
      </pc:sldChg>
      <pc:sldChg chg="modNotes">
        <pc:chgData name="Daniel J.N. Luiz" userId="cbd62b75-e2e8-4b4a-a6ce-757d1053352f" providerId="ADAL" clId="{8279676C-C1FC-4A1F-97F0-EE88C4438CDC}" dt="2023-07-06T15:43:36.963" v="0"/>
        <pc:sldMkLst>
          <pc:docMk/>
          <pc:sldMk cId="0" sldId="292"/>
        </pc:sldMkLst>
      </pc:sldChg>
      <pc:sldChg chg="modNotes">
        <pc:chgData name="Daniel J.N. Luiz" userId="cbd62b75-e2e8-4b4a-a6ce-757d1053352f" providerId="ADAL" clId="{8279676C-C1FC-4A1F-97F0-EE88C4438CDC}" dt="2023-07-06T15:43:36.963" v="0"/>
        <pc:sldMkLst>
          <pc:docMk/>
          <pc:sldMk cId="0" sldId="294"/>
        </pc:sldMkLst>
      </pc:sldChg>
      <pc:sldChg chg="modNotes">
        <pc:chgData name="Daniel J.N. Luiz" userId="cbd62b75-e2e8-4b4a-a6ce-757d1053352f" providerId="ADAL" clId="{8279676C-C1FC-4A1F-97F0-EE88C4438CDC}" dt="2023-07-06T15:43:36.963" v="0"/>
        <pc:sldMkLst>
          <pc:docMk/>
          <pc:sldMk cId="0" sldId="297"/>
        </pc:sldMkLst>
      </pc:sldChg>
      <pc:sldChg chg="modNotes">
        <pc:chgData name="Daniel J.N. Luiz" userId="cbd62b75-e2e8-4b4a-a6ce-757d1053352f" providerId="ADAL" clId="{8279676C-C1FC-4A1F-97F0-EE88C4438CDC}" dt="2023-07-06T15:43:36.963" v="0"/>
        <pc:sldMkLst>
          <pc:docMk/>
          <pc:sldMk cId="0" sldId="299"/>
        </pc:sldMkLst>
      </pc:sldChg>
      <pc:sldChg chg="modNotes">
        <pc:chgData name="Daniel J.N. Luiz" userId="cbd62b75-e2e8-4b4a-a6ce-757d1053352f" providerId="ADAL" clId="{8279676C-C1FC-4A1F-97F0-EE88C4438CDC}" dt="2023-07-06T15:43:36.963" v="0"/>
        <pc:sldMkLst>
          <pc:docMk/>
          <pc:sldMk cId="0" sldId="303"/>
        </pc:sldMkLst>
      </pc:sldChg>
      <pc:sldChg chg="modNotes">
        <pc:chgData name="Daniel J.N. Luiz" userId="cbd62b75-e2e8-4b4a-a6ce-757d1053352f" providerId="ADAL" clId="{8279676C-C1FC-4A1F-97F0-EE88C4438CDC}" dt="2023-07-06T15:43:36.963" v="0"/>
        <pc:sldMkLst>
          <pc:docMk/>
          <pc:sldMk cId="0" sldId="307"/>
        </pc:sldMkLst>
      </pc:sldChg>
      <pc:sldChg chg="modNotes">
        <pc:chgData name="Daniel J.N. Luiz" userId="cbd62b75-e2e8-4b4a-a6ce-757d1053352f" providerId="ADAL" clId="{8279676C-C1FC-4A1F-97F0-EE88C4438CDC}" dt="2023-07-06T15:43:36.963" v="0"/>
        <pc:sldMkLst>
          <pc:docMk/>
          <pc:sldMk cId="0" sldId="308"/>
        </pc:sldMkLst>
      </pc:sldChg>
      <pc:sldChg chg="modNotes">
        <pc:chgData name="Daniel J.N. Luiz" userId="cbd62b75-e2e8-4b4a-a6ce-757d1053352f" providerId="ADAL" clId="{8279676C-C1FC-4A1F-97F0-EE88C4438CDC}" dt="2023-07-06T15:43:36.963" v="0"/>
        <pc:sldMkLst>
          <pc:docMk/>
          <pc:sldMk cId="0" sldId="312"/>
        </pc:sldMkLst>
      </pc:sldChg>
      <pc:sldChg chg="modNotes">
        <pc:chgData name="Daniel J.N. Luiz" userId="cbd62b75-e2e8-4b4a-a6ce-757d1053352f" providerId="ADAL" clId="{8279676C-C1FC-4A1F-97F0-EE88C4438CDC}" dt="2023-07-06T15:43:36.963" v="0"/>
        <pc:sldMkLst>
          <pc:docMk/>
          <pc:sldMk cId="0" sldId="313"/>
        </pc:sldMkLst>
      </pc:sldChg>
      <pc:sldChg chg="modNotes">
        <pc:chgData name="Daniel J.N. Luiz" userId="cbd62b75-e2e8-4b4a-a6ce-757d1053352f" providerId="ADAL" clId="{8279676C-C1FC-4A1F-97F0-EE88C4438CDC}" dt="2023-07-06T15:43:36.963" v="0"/>
        <pc:sldMkLst>
          <pc:docMk/>
          <pc:sldMk cId="0" sldId="315"/>
        </pc:sldMkLst>
      </pc:sldChg>
      <pc:sldMasterChg chg="modSp">
        <pc:chgData name="Daniel J.N. Luiz" userId="cbd62b75-e2e8-4b4a-a6ce-757d1053352f" providerId="ADAL" clId="{8279676C-C1FC-4A1F-97F0-EE88C4438CDC}" dt="2023-07-06T15:43:36.963" v="0"/>
        <pc:sldMasterMkLst>
          <pc:docMk/>
          <pc:sldMasterMk cId="0" sldId="2147483661"/>
        </pc:sldMasterMkLst>
      </pc:sldMasterChg>
      <pc:sldMasterChg chg="modSp">
        <pc:chgData name="Daniel J.N. Luiz" userId="cbd62b75-e2e8-4b4a-a6ce-757d1053352f" providerId="ADAL" clId="{8279676C-C1FC-4A1F-97F0-EE88C4438CDC}" dt="2023-07-06T15:43:36.963" v="0"/>
        <pc:sldMasterMkLst>
          <pc:docMk/>
          <pc:sldMasterMk cId="0" sldId="2147483674"/>
        </pc:sldMasterMkLst>
      </pc:sldMasterChg>
      <pc:sldMasterChg chg="modSp">
        <pc:chgData name="Daniel J.N. Luiz" userId="cbd62b75-e2e8-4b4a-a6ce-757d1053352f" providerId="ADAL" clId="{8279676C-C1FC-4A1F-97F0-EE88C4438CDC}" dt="2023-07-06T15:43:36.963" v="0"/>
        <pc:sldMasterMkLst>
          <pc:docMk/>
          <pc:sldMasterMk cId="0" sldId="2147483687"/>
        </pc:sldMasterMkLst>
      </pc:sldMasterChg>
    </pc:docChg>
  </pc:docChgLst>
  <pc:docChgLst>
    <pc:chgData name="Odai Mansour" userId="215aa652-b2d4-40cb-be9f-52ec5f713782" providerId="ADAL" clId="{D759ECEB-6D3F-4CAC-B04F-F09D245F3511}"/>
    <pc:docChg chg="undo custSel addSld delSld modSld">
      <pc:chgData name="Odai Mansour" userId="215aa652-b2d4-40cb-be9f-52ec5f713782" providerId="ADAL" clId="{D759ECEB-6D3F-4CAC-B04F-F09D245F3511}" dt="2025-05-31T19:57:52.293" v="265" actId="47"/>
      <pc:docMkLst>
        <pc:docMk/>
      </pc:docMkLst>
      <pc:sldChg chg="del">
        <pc:chgData name="Odai Mansour" userId="215aa652-b2d4-40cb-be9f-52ec5f713782" providerId="ADAL" clId="{D759ECEB-6D3F-4CAC-B04F-F09D245F3511}" dt="2025-05-31T11:50:16.009" v="0" actId="47"/>
        <pc:sldMkLst>
          <pc:docMk/>
          <pc:sldMk cId="0" sldId="258"/>
        </pc:sldMkLst>
      </pc:sldChg>
      <pc:sldChg chg="modSp mod">
        <pc:chgData name="Odai Mansour" userId="215aa652-b2d4-40cb-be9f-52ec5f713782" providerId="ADAL" clId="{D759ECEB-6D3F-4CAC-B04F-F09D245F3511}" dt="2025-05-31T12:12:59.684" v="33" actId="20577"/>
        <pc:sldMkLst>
          <pc:docMk/>
          <pc:sldMk cId="0" sldId="259"/>
        </pc:sldMkLst>
        <pc:spChg chg="mod">
          <ac:chgData name="Odai Mansour" userId="215aa652-b2d4-40cb-be9f-52ec5f713782" providerId="ADAL" clId="{D759ECEB-6D3F-4CAC-B04F-F09D245F3511}" dt="2025-05-31T11:52:10.886" v="2"/>
          <ac:spMkLst>
            <pc:docMk/>
            <pc:sldMk cId="0" sldId="259"/>
            <ac:spMk id="183" creationId="{00000000-0000-0000-0000-000000000000}"/>
          </ac:spMkLst>
        </pc:spChg>
        <pc:spChg chg="mod">
          <ac:chgData name="Odai Mansour" userId="215aa652-b2d4-40cb-be9f-52ec5f713782" providerId="ADAL" clId="{D759ECEB-6D3F-4CAC-B04F-F09D245F3511}" dt="2025-05-31T12:12:59.684" v="33" actId="20577"/>
          <ac:spMkLst>
            <pc:docMk/>
            <pc:sldMk cId="0" sldId="259"/>
            <ac:spMk id="184" creationId="{00000000-0000-0000-0000-000000000000}"/>
          </ac:spMkLst>
        </pc:spChg>
      </pc:sldChg>
      <pc:sldChg chg="modSp mod">
        <pc:chgData name="Odai Mansour" userId="215aa652-b2d4-40cb-be9f-52ec5f713782" providerId="ADAL" clId="{D759ECEB-6D3F-4CAC-B04F-F09D245F3511}" dt="2025-05-31T13:31:13.253" v="98" actId="20577"/>
        <pc:sldMkLst>
          <pc:docMk/>
          <pc:sldMk cId="0" sldId="260"/>
        </pc:sldMkLst>
        <pc:spChg chg="mod">
          <ac:chgData name="Odai Mansour" userId="215aa652-b2d4-40cb-be9f-52ec5f713782" providerId="ADAL" clId="{D759ECEB-6D3F-4CAC-B04F-F09D245F3511}" dt="2025-05-31T13:31:13.253" v="98" actId="20577"/>
          <ac:spMkLst>
            <pc:docMk/>
            <pc:sldMk cId="0" sldId="260"/>
            <ac:spMk id="186" creationId="{00000000-0000-0000-0000-000000000000}"/>
          </ac:spMkLst>
        </pc:spChg>
      </pc:sldChg>
      <pc:sldChg chg="modSp mod modNotesTx">
        <pc:chgData name="Odai Mansour" userId="215aa652-b2d4-40cb-be9f-52ec5f713782" providerId="ADAL" clId="{D759ECEB-6D3F-4CAC-B04F-F09D245F3511}" dt="2025-05-31T15:52:58.510" v="103" actId="20577"/>
        <pc:sldMkLst>
          <pc:docMk/>
          <pc:sldMk cId="0" sldId="262"/>
        </pc:sldMkLst>
        <pc:graphicFrameChg chg="mod modGraphic">
          <ac:chgData name="Odai Mansour" userId="215aa652-b2d4-40cb-be9f-52ec5f713782" providerId="ADAL" clId="{D759ECEB-6D3F-4CAC-B04F-F09D245F3511}" dt="2025-05-31T15:52:58.510" v="103" actId="20577"/>
          <ac:graphicFrameMkLst>
            <pc:docMk/>
            <pc:sldMk cId="0" sldId="262"/>
            <ac:graphicFrameMk id="190" creationId="{00000000-0000-0000-0000-000000000000}"/>
          </ac:graphicFrameMkLst>
        </pc:graphicFrameChg>
      </pc:sldChg>
      <pc:sldChg chg="modSp mod">
        <pc:chgData name="Odai Mansour" userId="215aa652-b2d4-40cb-be9f-52ec5f713782" providerId="ADAL" clId="{D759ECEB-6D3F-4CAC-B04F-F09D245F3511}" dt="2025-05-31T15:53:06.600" v="104" actId="20577"/>
        <pc:sldMkLst>
          <pc:docMk/>
          <pc:sldMk cId="0" sldId="263"/>
        </pc:sldMkLst>
        <pc:spChg chg="mod">
          <ac:chgData name="Odai Mansour" userId="215aa652-b2d4-40cb-be9f-52ec5f713782" providerId="ADAL" clId="{D759ECEB-6D3F-4CAC-B04F-F09D245F3511}" dt="2025-05-31T15:53:06.600" v="104" actId="20577"/>
          <ac:spMkLst>
            <pc:docMk/>
            <pc:sldMk cId="0" sldId="263"/>
            <ac:spMk id="192" creationId="{00000000-0000-0000-0000-000000000000}"/>
          </ac:spMkLst>
        </pc:spChg>
      </pc:sldChg>
      <pc:sldChg chg="addSp modSp mod">
        <pc:chgData name="Odai Mansour" userId="215aa652-b2d4-40cb-be9f-52ec5f713782" providerId="ADAL" clId="{D759ECEB-6D3F-4CAC-B04F-F09D245F3511}" dt="2025-05-31T17:11:35.025" v="126" actId="1076"/>
        <pc:sldMkLst>
          <pc:docMk/>
          <pc:sldMk cId="0" sldId="265"/>
        </pc:sldMkLst>
        <pc:spChg chg="add mod">
          <ac:chgData name="Odai Mansour" userId="215aa652-b2d4-40cb-be9f-52ec5f713782" providerId="ADAL" clId="{D759ECEB-6D3F-4CAC-B04F-F09D245F3511}" dt="2025-05-31T17:11:35.025" v="126" actId="1076"/>
          <ac:spMkLst>
            <pc:docMk/>
            <pc:sldMk cId="0" sldId="265"/>
            <ac:spMk id="3" creationId="{1FF5C71D-5889-C74D-FDCD-411B942E93D2}"/>
          </ac:spMkLst>
        </pc:spChg>
      </pc:sldChg>
      <pc:sldChg chg="modSp mod modNotesTx">
        <pc:chgData name="Odai Mansour" userId="215aa652-b2d4-40cb-be9f-52ec5f713782" providerId="ADAL" clId="{D759ECEB-6D3F-4CAC-B04F-F09D245F3511}" dt="2025-05-31T18:05:53.732" v="197" actId="20577"/>
        <pc:sldMkLst>
          <pc:docMk/>
          <pc:sldMk cId="0" sldId="266"/>
        </pc:sldMkLst>
        <pc:spChg chg="mod">
          <ac:chgData name="Odai Mansour" userId="215aa652-b2d4-40cb-be9f-52ec5f713782" providerId="ADAL" clId="{D759ECEB-6D3F-4CAC-B04F-F09D245F3511}" dt="2025-05-31T17:42:54.426" v="129" actId="20577"/>
          <ac:spMkLst>
            <pc:docMk/>
            <pc:sldMk cId="0" sldId="266"/>
            <ac:spMk id="197" creationId="{00000000-0000-0000-0000-000000000000}"/>
          </ac:spMkLst>
        </pc:spChg>
        <pc:spChg chg="mod">
          <ac:chgData name="Odai Mansour" userId="215aa652-b2d4-40cb-be9f-52ec5f713782" providerId="ADAL" clId="{D759ECEB-6D3F-4CAC-B04F-F09D245F3511}" dt="2025-05-31T18:05:53.732" v="197" actId="20577"/>
          <ac:spMkLst>
            <pc:docMk/>
            <pc:sldMk cId="0" sldId="266"/>
            <ac:spMk id="198" creationId="{00000000-0000-0000-0000-000000000000}"/>
          </ac:spMkLst>
        </pc:spChg>
      </pc:sldChg>
      <pc:sldChg chg="del">
        <pc:chgData name="Odai Mansour" userId="215aa652-b2d4-40cb-be9f-52ec5f713782" providerId="ADAL" clId="{D759ECEB-6D3F-4CAC-B04F-F09D245F3511}" dt="2025-05-31T18:06:10.159" v="198" actId="47"/>
        <pc:sldMkLst>
          <pc:docMk/>
          <pc:sldMk cId="0" sldId="267"/>
        </pc:sldMkLst>
      </pc:sldChg>
      <pc:sldChg chg="modSp add del mod">
        <pc:chgData name="Odai Mansour" userId="215aa652-b2d4-40cb-be9f-52ec5f713782" providerId="ADAL" clId="{D759ECEB-6D3F-4CAC-B04F-F09D245F3511}" dt="2025-05-31T18:50:28.629" v="258" actId="20577"/>
        <pc:sldMkLst>
          <pc:docMk/>
          <pc:sldMk cId="0" sldId="269"/>
        </pc:sldMkLst>
        <pc:spChg chg="mod">
          <ac:chgData name="Odai Mansour" userId="215aa652-b2d4-40cb-be9f-52ec5f713782" providerId="ADAL" clId="{D759ECEB-6D3F-4CAC-B04F-F09D245F3511}" dt="2025-05-31T18:50:28.629" v="258" actId="20577"/>
          <ac:spMkLst>
            <pc:docMk/>
            <pc:sldMk cId="0" sldId="269"/>
            <ac:spMk id="204" creationId="{00000000-0000-0000-0000-000000000000}"/>
          </ac:spMkLst>
        </pc:spChg>
      </pc:sldChg>
      <pc:sldChg chg="add del">
        <pc:chgData name="Odai Mansour" userId="215aa652-b2d4-40cb-be9f-52ec5f713782" providerId="ADAL" clId="{D759ECEB-6D3F-4CAC-B04F-F09D245F3511}" dt="2025-05-31T18:51:56.442" v="259" actId="47"/>
        <pc:sldMkLst>
          <pc:docMk/>
          <pc:sldMk cId="0" sldId="270"/>
        </pc:sldMkLst>
      </pc:sldChg>
      <pc:sldChg chg="add del">
        <pc:chgData name="Odai Mansour" userId="215aa652-b2d4-40cb-be9f-52ec5f713782" providerId="ADAL" clId="{D759ECEB-6D3F-4CAC-B04F-F09D245F3511}" dt="2025-05-31T18:52:41.045" v="260" actId="47"/>
        <pc:sldMkLst>
          <pc:docMk/>
          <pc:sldMk cId="0" sldId="271"/>
        </pc:sldMkLst>
      </pc:sldChg>
      <pc:sldChg chg="add del">
        <pc:chgData name="Odai Mansour" userId="215aa652-b2d4-40cb-be9f-52ec5f713782" providerId="ADAL" clId="{D759ECEB-6D3F-4CAC-B04F-F09D245F3511}" dt="2025-05-31T18:36:21.219" v="200" actId="47"/>
        <pc:sldMkLst>
          <pc:docMk/>
          <pc:sldMk cId="0" sldId="272"/>
        </pc:sldMkLst>
      </pc:sldChg>
      <pc:sldChg chg="add del">
        <pc:chgData name="Odai Mansour" userId="215aa652-b2d4-40cb-be9f-52ec5f713782" providerId="ADAL" clId="{D759ECEB-6D3F-4CAC-B04F-F09D245F3511}" dt="2025-05-31T18:36:21.219" v="200" actId="47"/>
        <pc:sldMkLst>
          <pc:docMk/>
          <pc:sldMk cId="0" sldId="273"/>
        </pc:sldMkLst>
      </pc:sldChg>
      <pc:sldChg chg="add del">
        <pc:chgData name="Odai Mansour" userId="215aa652-b2d4-40cb-be9f-52ec5f713782" providerId="ADAL" clId="{D759ECEB-6D3F-4CAC-B04F-F09D245F3511}" dt="2025-05-31T19:34:51.801" v="261" actId="47"/>
        <pc:sldMkLst>
          <pc:docMk/>
          <pc:sldMk cId="0" sldId="274"/>
        </pc:sldMkLst>
      </pc:sldChg>
      <pc:sldChg chg="add del">
        <pc:chgData name="Odai Mansour" userId="215aa652-b2d4-40cb-be9f-52ec5f713782" providerId="ADAL" clId="{D759ECEB-6D3F-4CAC-B04F-F09D245F3511}" dt="2025-05-31T19:34:57.714" v="262" actId="47"/>
        <pc:sldMkLst>
          <pc:docMk/>
          <pc:sldMk cId="0" sldId="275"/>
        </pc:sldMkLst>
      </pc:sldChg>
      <pc:sldChg chg="add del">
        <pc:chgData name="Odai Mansour" userId="215aa652-b2d4-40cb-be9f-52ec5f713782" providerId="ADAL" clId="{D759ECEB-6D3F-4CAC-B04F-F09D245F3511}" dt="2025-05-31T19:35:51.674" v="263" actId="47"/>
        <pc:sldMkLst>
          <pc:docMk/>
          <pc:sldMk cId="0" sldId="276"/>
        </pc:sldMkLst>
      </pc:sldChg>
      <pc:sldChg chg="add del">
        <pc:chgData name="Odai Mansour" userId="215aa652-b2d4-40cb-be9f-52ec5f713782" providerId="ADAL" clId="{D759ECEB-6D3F-4CAC-B04F-F09D245F3511}" dt="2025-05-31T18:36:21.219" v="200" actId="47"/>
        <pc:sldMkLst>
          <pc:docMk/>
          <pc:sldMk cId="0" sldId="277"/>
        </pc:sldMkLst>
      </pc:sldChg>
      <pc:sldChg chg="add del">
        <pc:chgData name="Odai Mansour" userId="215aa652-b2d4-40cb-be9f-52ec5f713782" providerId="ADAL" clId="{D759ECEB-6D3F-4CAC-B04F-F09D245F3511}" dt="2025-05-31T19:57:50.657" v="264" actId="47"/>
        <pc:sldMkLst>
          <pc:docMk/>
          <pc:sldMk cId="0" sldId="278"/>
        </pc:sldMkLst>
      </pc:sldChg>
      <pc:sldChg chg="add del">
        <pc:chgData name="Odai Mansour" userId="215aa652-b2d4-40cb-be9f-52ec5f713782" providerId="ADAL" clId="{D759ECEB-6D3F-4CAC-B04F-F09D245F3511}" dt="2025-05-31T19:57:52.293" v="265" actId="47"/>
        <pc:sldMkLst>
          <pc:docMk/>
          <pc:sldMk cId="0" sldId="279"/>
        </pc:sldMkLst>
      </pc:sldChg>
      <pc:sldChg chg="add del">
        <pc:chgData name="Odai Mansour" userId="215aa652-b2d4-40cb-be9f-52ec5f713782" providerId="ADAL" clId="{D759ECEB-6D3F-4CAC-B04F-F09D245F3511}" dt="2025-05-31T18:36:21.219" v="200" actId="47"/>
        <pc:sldMkLst>
          <pc:docMk/>
          <pc:sldMk cId="0" sldId="280"/>
        </pc:sldMkLst>
      </pc:sldChg>
      <pc:sldChg chg="add del">
        <pc:chgData name="Odai Mansour" userId="215aa652-b2d4-40cb-be9f-52ec5f713782" providerId="ADAL" clId="{D759ECEB-6D3F-4CAC-B04F-F09D245F3511}" dt="2025-05-31T18:36:21.219" v="200" actId="47"/>
        <pc:sldMkLst>
          <pc:docMk/>
          <pc:sldMk cId="0" sldId="281"/>
        </pc:sldMkLst>
      </pc:sldChg>
      <pc:sldChg chg="add del">
        <pc:chgData name="Odai Mansour" userId="215aa652-b2d4-40cb-be9f-52ec5f713782" providerId="ADAL" clId="{D759ECEB-6D3F-4CAC-B04F-F09D245F3511}" dt="2025-05-31T18:36:21.219" v="200" actId="47"/>
        <pc:sldMkLst>
          <pc:docMk/>
          <pc:sldMk cId="0" sldId="282"/>
        </pc:sldMkLst>
      </pc:sldChg>
      <pc:sldChg chg="add del">
        <pc:chgData name="Odai Mansour" userId="215aa652-b2d4-40cb-be9f-52ec5f713782" providerId="ADAL" clId="{D759ECEB-6D3F-4CAC-B04F-F09D245F3511}" dt="2025-05-31T18:36:21.219" v="200" actId="47"/>
        <pc:sldMkLst>
          <pc:docMk/>
          <pc:sldMk cId="0" sldId="283"/>
        </pc:sldMkLst>
      </pc:sldChg>
      <pc:sldChg chg="add del">
        <pc:chgData name="Odai Mansour" userId="215aa652-b2d4-40cb-be9f-52ec5f713782" providerId="ADAL" clId="{D759ECEB-6D3F-4CAC-B04F-F09D245F3511}" dt="2025-05-31T18:36:21.219" v="200" actId="47"/>
        <pc:sldMkLst>
          <pc:docMk/>
          <pc:sldMk cId="0" sldId="284"/>
        </pc:sldMkLst>
      </pc:sldChg>
      <pc:sldChg chg="add del">
        <pc:chgData name="Odai Mansour" userId="215aa652-b2d4-40cb-be9f-52ec5f713782" providerId="ADAL" clId="{D759ECEB-6D3F-4CAC-B04F-F09D245F3511}" dt="2025-05-31T18:36:21.219" v="200" actId="47"/>
        <pc:sldMkLst>
          <pc:docMk/>
          <pc:sldMk cId="0" sldId="285"/>
        </pc:sldMkLst>
      </pc:sldChg>
      <pc:sldChg chg="add del">
        <pc:chgData name="Odai Mansour" userId="215aa652-b2d4-40cb-be9f-52ec5f713782" providerId="ADAL" clId="{D759ECEB-6D3F-4CAC-B04F-F09D245F3511}" dt="2025-05-31T18:36:21.219" v="200" actId="47"/>
        <pc:sldMkLst>
          <pc:docMk/>
          <pc:sldMk cId="0" sldId="286"/>
        </pc:sldMkLst>
      </pc:sldChg>
      <pc:sldChg chg="add del">
        <pc:chgData name="Odai Mansour" userId="215aa652-b2d4-40cb-be9f-52ec5f713782" providerId="ADAL" clId="{D759ECEB-6D3F-4CAC-B04F-F09D245F3511}" dt="2025-05-31T18:36:21.219" v="200" actId="47"/>
        <pc:sldMkLst>
          <pc:docMk/>
          <pc:sldMk cId="0" sldId="287"/>
        </pc:sldMkLst>
      </pc:sldChg>
      <pc:sldChg chg="add del">
        <pc:chgData name="Odai Mansour" userId="215aa652-b2d4-40cb-be9f-52ec5f713782" providerId="ADAL" clId="{D759ECEB-6D3F-4CAC-B04F-F09D245F3511}" dt="2025-05-31T18:36:21.219" v="200" actId="47"/>
        <pc:sldMkLst>
          <pc:docMk/>
          <pc:sldMk cId="0" sldId="288"/>
        </pc:sldMkLst>
      </pc:sldChg>
      <pc:sldChg chg="add del">
        <pc:chgData name="Odai Mansour" userId="215aa652-b2d4-40cb-be9f-52ec5f713782" providerId="ADAL" clId="{D759ECEB-6D3F-4CAC-B04F-F09D245F3511}" dt="2025-05-31T18:36:21.219" v="200" actId="47"/>
        <pc:sldMkLst>
          <pc:docMk/>
          <pc:sldMk cId="0" sldId="289"/>
        </pc:sldMkLst>
      </pc:sldChg>
      <pc:sldChg chg="add del">
        <pc:chgData name="Odai Mansour" userId="215aa652-b2d4-40cb-be9f-52ec5f713782" providerId="ADAL" clId="{D759ECEB-6D3F-4CAC-B04F-F09D245F3511}" dt="2025-05-31T18:36:21.219" v="200" actId="47"/>
        <pc:sldMkLst>
          <pc:docMk/>
          <pc:sldMk cId="0" sldId="290"/>
        </pc:sldMkLst>
      </pc:sldChg>
      <pc:sldChg chg="add del">
        <pc:chgData name="Odai Mansour" userId="215aa652-b2d4-40cb-be9f-52ec5f713782" providerId="ADAL" clId="{D759ECEB-6D3F-4CAC-B04F-F09D245F3511}" dt="2025-05-31T18:36:21.219" v="200" actId="47"/>
        <pc:sldMkLst>
          <pc:docMk/>
          <pc:sldMk cId="0" sldId="291"/>
        </pc:sldMkLst>
      </pc:sldChg>
      <pc:sldChg chg="add del">
        <pc:chgData name="Odai Mansour" userId="215aa652-b2d4-40cb-be9f-52ec5f713782" providerId="ADAL" clId="{D759ECEB-6D3F-4CAC-B04F-F09D245F3511}" dt="2025-05-31T18:36:21.219" v="200" actId="47"/>
        <pc:sldMkLst>
          <pc:docMk/>
          <pc:sldMk cId="0" sldId="292"/>
        </pc:sldMkLst>
      </pc:sldChg>
      <pc:sldChg chg="add del">
        <pc:chgData name="Odai Mansour" userId="215aa652-b2d4-40cb-be9f-52ec5f713782" providerId="ADAL" clId="{D759ECEB-6D3F-4CAC-B04F-F09D245F3511}" dt="2025-05-31T18:36:21.219" v="200" actId="47"/>
        <pc:sldMkLst>
          <pc:docMk/>
          <pc:sldMk cId="0" sldId="293"/>
        </pc:sldMkLst>
      </pc:sldChg>
      <pc:sldChg chg="add del">
        <pc:chgData name="Odai Mansour" userId="215aa652-b2d4-40cb-be9f-52ec5f713782" providerId="ADAL" clId="{D759ECEB-6D3F-4CAC-B04F-F09D245F3511}" dt="2025-05-31T18:36:21.219" v="200" actId="47"/>
        <pc:sldMkLst>
          <pc:docMk/>
          <pc:sldMk cId="0" sldId="294"/>
        </pc:sldMkLst>
      </pc:sldChg>
      <pc:sldChg chg="add del">
        <pc:chgData name="Odai Mansour" userId="215aa652-b2d4-40cb-be9f-52ec5f713782" providerId="ADAL" clId="{D759ECEB-6D3F-4CAC-B04F-F09D245F3511}" dt="2025-05-31T18:36:21.219" v="200" actId="47"/>
        <pc:sldMkLst>
          <pc:docMk/>
          <pc:sldMk cId="0" sldId="295"/>
        </pc:sldMkLst>
      </pc:sldChg>
      <pc:sldChg chg="add del">
        <pc:chgData name="Odai Mansour" userId="215aa652-b2d4-40cb-be9f-52ec5f713782" providerId="ADAL" clId="{D759ECEB-6D3F-4CAC-B04F-F09D245F3511}" dt="2025-05-31T18:36:21.219" v="200" actId="47"/>
        <pc:sldMkLst>
          <pc:docMk/>
          <pc:sldMk cId="0" sldId="296"/>
        </pc:sldMkLst>
      </pc:sldChg>
      <pc:sldChg chg="add del">
        <pc:chgData name="Odai Mansour" userId="215aa652-b2d4-40cb-be9f-52ec5f713782" providerId="ADAL" clId="{D759ECEB-6D3F-4CAC-B04F-F09D245F3511}" dt="2025-05-31T18:36:21.219" v="200" actId="47"/>
        <pc:sldMkLst>
          <pc:docMk/>
          <pc:sldMk cId="0" sldId="297"/>
        </pc:sldMkLst>
      </pc:sldChg>
      <pc:sldChg chg="add del">
        <pc:chgData name="Odai Mansour" userId="215aa652-b2d4-40cb-be9f-52ec5f713782" providerId="ADAL" clId="{D759ECEB-6D3F-4CAC-B04F-F09D245F3511}" dt="2025-05-31T18:36:21.219" v="200" actId="47"/>
        <pc:sldMkLst>
          <pc:docMk/>
          <pc:sldMk cId="0" sldId="298"/>
        </pc:sldMkLst>
      </pc:sldChg>
      <pc:sldChg chg="add del">
        <pc:chgData name="Odai Mansour" userId="215aa652-b2d4-40cb-be9f-52ec5f713782" providerId="ADAL" clId="{D759ECEB-6D3F-4CAC-B04F-F09D245F3511}" dt="2025-05-31T18:36:21.219" v="200" actId="47"/>
        <pc:sldMkLst>
          <pc:docMk/>
          <pc:sldMk cId="0" sldId="299"/>
        </pc:sldMkLst>
      </pc:sldChg>
      <pc:sldChg chg="add del">
        <pc:chgData name="Odai Mansour" userId="215aa652-b2d4-40cb-be9f-52ec5f713782" providerId="ADAL" clId="{D759ECEB-6D3F-4CAC-B04F-F09D245F3511}" dt="2025-05-31T18:36:21.219" v="200" actId="47"/>
        <pc:sldMkLst>
          <pc:docMk/>
          <pc:sldMk cId="0" sldId="300"/>
        </pc:sldMkLst>
      </pc:sldChg>
      <pc:sldChg chg="add del">
        <pc:chgData name="Odai Mansour" userId="215aa652-b2d4-40cb-be9f-52ec5f713782" providerId="ADAL" clId="{D759ECEB-6D3F-4CAC-B04F-F09D245F3511}" dt="2025-05-31T18:36:21.219" v="200" actId="47"/>
        <pc:sldMkLst>
          <pc:docMk/>
          <pc:sldMk cId="0" sldId="301"/>
        </pc:sldMkLst>
      </pc:sldChg>
      <pc:sldChg chg="add del">
        <pc:chgData name="Odai Mansour" userId="215aa652-b2d4-40cb-be9f-52ec5f713782" providerId="ADAL" clId="{D759ECEB-6D3F-4CAC-B04F-F09D245F3511}" dt="2025-05-31T18:36:21.219" v="200" actId="47"/>
        <pc:sldMkLst>
          <pc:docMk/>
          <pc:sldMk cId="0" sldId="302"/>
        </pc:sldMkLst>
      </pc:sldChg>
      <pc:sldChg chg="add del">
        <pc:chgData name="Odai Mansour" userId="215aa652-b2d4-40cb-be9f-52ec5f713782" providerId="ADAL" clId="{D759ECEB-6D3F-4CAC-B04F-F09D245F3511}" dt="2025-05-31T18:36:21.219" v="200" actId="47"/>
        <pc:sldMkLst>
          <pc:docMk/>
          <pc:sldMk cId="0" sldId="303"/>
        </pc:sldMkLst>
      </pc:sldChg>
      <pc:sldChg chg="add del">
        <pc:chgData name="Odai Mansour" userId="215aa652-b2d4-40cb-be9f-52ec5f713782" providerId="ADAL" clId="{D759ECEB-6D3F-4CAC-B04F-F09D245F3511}" dt="2025-05-31T18:36:21.219" v="200" actId="47"/>
        <pc:sldMkLst>
          <pc:docMk/>
          <pc:sldMk cId="0" sldId="304"/>
        </pc:sldMkLst>
      </pc:sldChg>
      <pc:sldChg chg="add del">
        <pc:chgData name="Odai Mansour" userId="215aa652-b2d4-40cb-be9f-52ec5f713782" providerId="ADAL" clId="{D759ECEB-6D3F-4CAC-B04F-F09D245F3511}" dt="2025-05-31T18:36:21.219" v="200" actId="47"/>
        <pc:sldMkLst>
          <pc:docMk/>
          <pc:sldMk cId="0" sldId="305"/>
        </pc:sldMkLst>
      </pc:sldChg>
      <pc:sldChg chg="add del">
        <pc:chgData name="Odai Mansour" userId="215aa652-b2d4-40cb-be9f-52ec5f713782" providerId="ADAL" clId="{D759ECEB-6D3F-4CAC-B04F-F09D245F3511}" dt="2025-05-31T18:36:21.219" v="200" actId="47"/>
        <pc:sldMkLst>
          <pc:docMk/>
          <pc:sldMk cId="0"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IN" sz="4400" b="0" strike="noStrike" spc="-1">
                <a:solidFill>
                  <a:srgbClr val="000000"/>
                </a:solidFill>
                <a:latin typeface="Arial"/>
              </a:rPr>
              <a:t>Click to move the slide</a:t>
            </a:r>
          </a:p>
        </p:txBody>
      </p:sp>
      <p:sp>
        <p:nvSpPr>
          <p:cNvPr id="16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IN" sz="2000" b="0" strike="noStrike" spc="-1">
                <a:solidFill>
                  <a:srgbClr val="000000"/>
                </a:solidFill>
                <a:latin typeface="Arial"/>
              </a:rPr>
              <a:t>Click to edit the notes' format</a:t>
            </a:r>
          </a:p>
        </p:txBody>
      </p:sp>
      <p:sp>
        <p:nvSpPr>
          <p:cNvPr id="16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a:rPr>
              <a:t>&lt;header&gt;</a:t>
            </a:r>
          </a:p>
        </p:txBody>
      </p:sp>
      <p:sp>
        <p:nvSpPr>
          <p:cNvPr id="169" name="PlaceHolder 4"/>
          <p:cNvSpPr>
            <a:spLocks noGrp="1"/>
          </p:cNvSpPr>
          <p:nvPr>
            <p:ph type="dt" idx="9"/>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a:defRPr>
            </a:lvl1pPr>
          </a:lstStyle>
          <a:p>
            <a:pPr indent="0" algn="r">
              <a:buNone/>
            </a:pPr>
            <a:r>
              <a:rPr lang="en-IN" sz="1400" b="0" strike="noStrike" spc="-1">
                <a:solidFill>
                  <a:srgbClr val="000000"/>
                </a:solidFill>
                <a:latin typeface="Times New Roman"/>
              </a:rPr>
              <a:t>&lt;date/time&gt;</a:t>
            </a:r>
          </a:p>
        </p:txBody>
      </p:sp>
      <p:sp>
        <p:nvSpPr>
          <p:cNvPr id="170" name="PlaceHolder 5"/>
          <p:cNvSpPr>
            <a:spLocks noGrp="1"/>
          </p:cNvSpPr>
          <p:nvPr>
            <p:ph type="ftr" idx="10"/>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&lt;footer&gt;</a:t>
            </a:r>
          </a:p>
        </p:txBody>
      </p:sp>
      <p:sp>
        <p:nvSpPr>
          <p:cNvPr id="171" name="PlaceHolder 6"/>
          <p:cNvSpPr>
            <a:spLocks noGrp="1"/>
          </p:cNvSpPr>
          <p:nvPr>
            <p:ph type="sldNum" idx="11"/>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a:defRPr>
            </a:lvl1pPr>
          </a:lstStyle>
          <a:p>
            <a:pPr indent="0" algn="r">
              <a:buNone/>
            </a:pPr>
            <a:fld id="{1506B284-34B9-4B51-900A-8C50433FC066}" type="slidenum">
              <a:rPr lang="en-IN" sz="1400" b="0" strike="noStrike" spc="-1">
                <a:solidFill>
                  <a:srgbClr val="000000"/>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noRot="1" noChangeAspect="1"/>
          </p:cNvSpPr>
          <p:nvPr>
            <p:ph type="sldImg"/>
          </p:nvPr>
        </p:nvSpPr>
        <p:spPr>
          <a:xfrm>
            <a:off x="1143000" y="685800"/>
            <a:ext cx="4570413" cy="3427413"/>
          </a:xfrm>
          <a:prstGeom prst="rect">
            <a:avLst/>
          </a:prstGeom>
          <a:ln w="0">
            <a:noFill/>
          </a:ln>
        </p:spPr>
      </p:sp>
      <p:sp>
        <p:nvSpPr>
          <p:cNvPr id="299" name="PlaceHolder 2"/>
          <p:cNvSpPr>
            <a:spLocks noGrp="1"/>
          </p:cNvSpPr>
          <p:nvPr>
            <p:ph type="body"/>
          </p:nvPr>
        </p:nvSpPr>
        <p:spPr>
          <a:xfrm>
            <a:off x="685800" y="4343400"/>
            <a:ext cx="5484960" cy="4113360"/>
          </a:xfrm>
          <a:prstGeom prst="rect">
            <a:avLst/>
          </a:prstGeom>
          <a:noFill/>
          <a:ln w="0">
            <a:noFill/>
          </a:ln>
        </p:spPr>
        <p:txBody>
          <a:bodyPr lIns="0" tIns="91440" rIns="0" bIns="91440" anchor="t">
            <a:noAutofit/>
          </a:bodyPr>
          <a:lstStyle/>
          <a:p>
            <a:pPr marL="216000" indent="0">
              <a:lnSpc>
                <a:spcPct val="100000"/>
              </a:lnSpc>
              <a:buNone/>
              <a:tabLst>
                <a:tab pos="0" algn="l"/>
              </a:tabLst>
            </a:pPr>
            <a:r>
              <a:rPr lang="en-US" sz="1200" b="0" strike="noStrike" spc="-1">
                <a:solidFill>
                  <a:schemeClr val="dk1"/>
                </a:solidFill>
                <a:latin typeface="Arial"/>
                <a:ea typeface="Arial"/>
              </a:rPr>
              <a:t>If this PowerPoint presentation contains mathematical equations, you may need to check that your computer has the following installed:</a:t>
            </a:r>
            <a:endParaRPr lang="en-IN" sz="1200" b="0" strike="noStrike" spc="-1">
              <a:solidFill>
                <a:srgbClr val="000000"/>
              </a:solidFill>
              <a:latin typeface="Arial"/>
            </a:endParaRPr>
          </a:p>
          <a:p>
            <a:pPr marL="216000" indent="0">
              <a:lnSpc>
                <a:spcPct val="100000"/>
              </a:lnSpc>
              <a:buNone/>
              <a:tabLst>
                <a:tab pos="0" algn="l"/>
              </a:tabLst>
            </a:pPr>
            <a:r>
              <a:rPr lang="en-US" sz="1200" b="0" strike="noStrike" spc="-1">
                <a:solidFill>
                  <a:schemeClr val="dk1"/>
                </a:solidFill>
                <a:latin typeface="Arial"/>
                <a:ea typeface="Arial"/>
              </a:rPr>
              <a:t>1) MathType Plugin</a:t>
            </a:r>
            <a:endParaRPr lang="en-IN" sz="1200" b="0" strike="noStrike" spc="-1">
              <a:solidFill>
                <a:srgbClr val="000000"/>
              </a:solidFill>
              <a:latin typeface="Arial"/>
            </a:endParaRPr>
          </a:p>
          <a:p>
            <a:pPr marL="216000" indent="0">
              <a:lnSpc>
                <a:spcPct val="100000"/>
              </a:lnSpc>
              <a:buNone/>
              <a:tabLst>
                <a:tab pos="0" algn="l"/>
              </a:tabLst>
            </a:pPr>
            <a:r>
              <a:rPr lang="en-US" sz="1200" b="0" strike="noStrike" spc="-1">
                <a:solidFill>
                  <a:schemeClr val="dk1"/>
                </a:solidFill>
                <a:latin typeface="Arial"/>
                <a:ea typeface="Arial"/>
              </a:rPr>
              <a:t>2) Math Player (free versions available)</a:t>
            </a:r>
            <a:endParaRPr lang="en-IN" sz="1200" b="0" strike="noStrike" spc="-1">
              <a:solidFill>
                <a:srgbClr val="000000"/>
              </a:solidFill>
              <a:latin typeface="Arial"/>
            </a:endParaRPr>
          </a:p>
          <a:p>
            <a:pPr marL="216000" indent="0">
              <a:lnSpc>
                <a:spcPct val="100000"/>
              </a:lnSpc>
              <a:buNone/>
              <a:tabLst>
                <a:tab pos="0" algn="l"/>
              </a:tabLst>
            </a:pPr>
            <a:r>
              <a:rPr lang="en-US" sz="1200" b="0" strike="noStrike" spc="-1">
                <a:solidFill>
                  <a:schemeClr val="dk1"/>
                </a:solidFill>
                <a:latin typeface="Arial"/>
                <a:ea typeface="Arial"/>
              </a:rPr>
              <a:t>3) NVDA Reader (free versions available)</a:t>
            </a:r>
            <a:endParaRPr lang="en-IN" sz="1200" b="0" strike="noStrike" spc="-1">
              <a:solidFill>
                <a:srgbClr val="000000"/>
              </a:solidFill>
              <a:latin typeface="Arial"/>
            </a:endParaRPr>
          </a:p>
        </p:txBody>
      </p:sp>
      <p:sp>
        <p:nvSpPr>
          <p:cNvPr id="300" name="PlaceHolder 3"/>
          <p:cNvSpPr>
            <a:spLocks noGrp="1"/>
          </p:cNvSpPr>
          <p:nvPr>
            <p:ph type="sldNum" idx="12"/>
          </p:nvPr>
        </p:nvSpPr>
        <p:spPr>
          <a:xfrm>
            <a:off x="3884760" y="8685360"/>
            <a:ext cx="2970360" cy="4557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chemeClr val="dk1"/>
                </a:solidFill>
                <a:latin typeface="Arial"/>
                <a:ea typeface="Arial"/>
              </a:defRPr>
            </a:lvl1pPr>
          </a:lstStyle>
          <a:p>
            <a:pPr indent="0" algn="r">
              <a:lnSpc>
                <a:spcPct val="100000"/>
              </a:lnSpc>
              <a:buNone/>
              <a:tabLst>
                <a:tab pos="0" algn="l"/>
              </a:tabLst>
            </a:pPr>
            <a:fld id="{A2D647F9-CFBE-4FD0-9162-C7B710A969A2}" type="slidenum">
              <a:rPr lang="en-US" sz="1200" b="0" strike="noStrike" spc="-1">
                <a:solidFill>
                  <a:schemeClr val="dk1"/>
                </a:solidFill>
                <a:latin typeface="Arial"/>
                <a:ea typeface="Arial"/>
              </a:rPr>
              <a:t>1</a:t>
            </a:fld>
            <a:endParaRPr lang="en-IN"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1143000" y="685800"/>
            <a:ext cx="4570413" cy="3427413"/>
          </a:xfrm>
          <a:prstGeom prst="rect">
            <a:avLst/>
          </a:prstGeom>
          <a:ln w="0">
            <a:noFill/>
          </a:ln>
        </p:spPr>
      </p:sp>
      <p:sp>
        <p:nvSpPr>
          <p:cNvPr id="302" name="PlaceHolder 2"/>
          <p:cNvSpPr>
            <a:spLocks noGrp="1"/>
          </p:cNvSpPr>
          <p:nvPr>
            <p:ph type="body"/>
          </p:nvPr>
        </p:nvSpPr>
        <p:spPr>
          <a:xfrm>
            <a:off x="685800" y="4343400"/>
            <a:ext cx="5484960" cy="4113360"/>
          </a:xfrm>
          <a:prstGeom prst="rect">
            <a:avLst/>
          </a:prstGeom>
          <a:noFill/>
          <a:ln w="0">
            <a:noFill/>
          </a:ln>
        </p:spPr>
        <p:txBody>
          <a:bodyPr lIns="0" tIns="91440" rIns="0" bIns="91440" anchor="t">
            <a:noAutofit/>
          </a:bodyPr>
          <a:lstStyle/>
          <a:p>
            <a:pPr marL="216000" indent="0">
              <a:lnSpc>
                <a:spcPct val="100000"/>
              </a:lnSpc>
              <a:buNone/>
              <a:tabLst>
                <a:tab pos="0" algn="l"/>
              </a:tabLst>
            </a:pPr>
            <a:r>
              <a:rPr lang="en-US" sz="1200" b="0" i="1" strike="noStrike" spc="-1">
                <a:solidFill>
                  <a:srgbClr val="000000"/>
                </a:solidFill>
                <a:latin typeface="Arial"/>
                <a:ea typeface="Arial"/>
              </a:rPr>
              <a:t>Figure 5.1, Page 245.</a:t>
            </a:r>
            <a:endParaRPr lang="en-IN" sz="1200" b="0" strike="noStrike" spc="-1">
              <a:solidFill>
                <a:srgbClr val="000000"/>
              </a:solidFill>
              <a:latin typeface="Arial"/>
            </a:endParaRPr>
          </a:p>
          <a:p>
            <a:pPr marL="216000" indent="0">
              <a:lnSpc>
                <a:spcPct val="100000"/>
              </a:lnSpc>
              <a:buNone/>
              <a:tabLst>
                <a:tab pos="0" algn="l"/>
              </a:tabLst>
            </a:pPr>
            <a:r>
              <a:rPr lang="en-US" sz="1200" b="0" strike="noStrike" spc="-1">
                <a:solidFill>
                  <a:srgbClr val="000000"/>
                </a:solidFill>
                <a:latin typeface="Arial"/>
                <a:ea typeface="Arial"/>
              </a:rPr>
              <a:t>E-commerce security is multi-layered, and must take into account new technology, policies and procedures, and laws and industry standards.</a:t>
            </a:r>
            <a:endParaRPr lang="en-IN" sz="1200" b="0" strike="noStrike" spc="-1">
              <a:solidFill>
                <a:srgbClr val="000000"/>
              </a:solidFill>
              <a:latin typeface="Arial"/>
            </a:endParaRPr>
          </a:p>
          <a:p>
            <a:pPr marL="216000" indent="0">
              <a:lnSpc>
                <a:spcPct val="100000"/>
              </a:lnSpc>
              <a:buNone/>
              <a:tabLst>
                <a:tab pos="0" algn="l"/>
              </a:tabLst>
            </a:pPr>
            <a:endParaRPr lang="en-IN" sz="1200" b="0" strike="noStrike" spc="-1">
              <a:solidFill>
                <a:srgbClr val="000000"/>
              </a:solidFill>
              <a:latin typeface="Arial"/>
            </a:endParaRPr>
          </a:p>
          <a:p>
            <a:pPr marL="216000" indent="0">
              <a:lnSpc>
                <a:spcPct val="100000"/>
              </a:lnSpc>
              <a:buNone/>
              <a:tabLst>
                <a:tab pos="0" algn="l"/>
              </a:tabLst>
            </a:pPr>
            <a:r>
              <a:rPr lang="en-US" sz="1200" b="0" u="sng" strike="noStrike" spc="-1">
                <a:solidFill>
                  <a:srgbClr val="000000"/>
                </a:solidFill>
                <a:uFillTx/>
                <a:latin typeface="Arial"/>
                <a:ea typeface="Arial"/>
              </a:rPr>
              <a:t>Alt Text: </a:t>
            </a:r>
            <a:endParaRPr lang="en-IN" sz="1200" b="0" strike="noStrike" spc="-1">
              <a:solidFill>
                <a:srgbClr val="000000"/>
              </a:solidFill>
              <a:latin typeface="Arial"/>
            </a:endParaRPr>
          </a:p>
          <a:p>
            <a:pPr marL="216000" indent="0">
              <a:lnSpc>
                <a:spcPct val="100000"/>
              </a:lnSpc>
              <a:buNone/>
              <a:tabLst>
                <a:tab pos="0" algn="l"/>
              </a:tabLst>
            </a:pPr>
            <a:r>
              <a:rPr lang="en-US" sz="1200" b="0" strike="noStrike" spc="-1">
                <a:solidFill>
                  <a:srgbClr val="000000"/>
                </a:solidFill>
                <a:latin typeface="Arial"/>
                <a:ea typeface="Arial"/>
              </a:rPr>
              <a:t>The illustration consists of four concentric layers. The layers from innermost to outermost are labeled as follows. Data. Technology solutions. Organizational policies and procedures. Laws and industry standards.</a:t>
            </a:r>
            <a:endParaRPr lang="en-IN" sz="1200" b="0" strike="noStrike" spc="-1">
              <a:solidFill>
                <a:srgbClr val="000000"/>
              </a:solidFill>
              <a:latin typeface="Arial"/>
            </a:endParaRPr>
          </a:p>
          <a:p>
            <a:pPr marL="216000" indent="0">
              <a:lnSpc>
                <a:spcPct val="100000"/>
              </a:lnSpc>
              <a:buNone/>
              <a:tabLst>
                <a:tab pos="0" algn="l"/>
              </a:tabLst>
            </a:pPr>
            <a:endParaRPr lang="en-IN" sz="1200" b="0" strike="noStrike" spc="-1">
              <a:solidFill>
                <a:srgbClr val="000000"/>
              </a:solidFill>
              <a:latin typeface="Arial"/>
            </a:endParaRPr>
          </a:p>
        </p:txBody>
      </p:sp>
      <p:sp>
        <p:nvSpPr>
          <p:cNvPr id="303" name="PlaceHolder 3"/>
          <p:cNvSpPr>
            <a:spLocks noGrp="1"/>
          </p:cNvSpPr>
          <p:nvPr>
            <p:ph type="sldNum" idx="13"/>
          </p:nvPr>
        </p:nvSpPr>
        <p:spPr>
          <a:xfrm>
            <a:off x="3884760" y="8685360"/>
            <a:ext cx="2970360" cy="4557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chemeClr val="dk1"/>
                </a:solidFill>
                <a:latin typeface="Arial"/>
                <a:ea typeface="Arial"/>
              </a:defRPr>
            </a:lvl1pPr>
          </a:lstStyle>
          <a:p>
            <a:pPr indent="0" algn="r">
              <a:lnSpc>
                <a:spcPct val="100000"/>
              </a:lnSpc>
              <a:buNone/>
              <a:tabLst>
                <a:tab pos="0" algn="l"/>
              </a:tabLst>
            </a:pPr>
            <a:fld id="{6EC81019-2ED8-4BB7-B6C8-3C8C5D66708D}" type="slidenum">
              <a:rPr lang="en-US" sz="1200" b="0" strike="noStrike" spc="-1">
                <a:solidFill>
                  <a:schemeClr val="dk1"/>
                </a:solidFill>
                <a:latin typeface="Arial"/>
                <a:ea typeface="Arial"/>
              </a:rPr>
              <a:t>5</a:t>
            </a:fld>
            <a:endParaRPr lang="en-IN"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r>
              <a:rPr lang="en-US" dirty="0"/>
              <a:t>The essential security requirements in the design of electronic payment systems for safe electronic payments, and to protect both the buyer and the merchant from fraud, data breaches, and unauthorized access. are:</a:t>
            </a:r>
          </a:p>
          <a:p>
            <a:r>
              <a:rPr lang="en-US" dirty="0"/>
              <a:t>Authentication</a:t>
            </a:r>
          </a:p>
          <a:p>
            <a:r>
              <a:rPr lang="en-US" dirty="0"/>
              <a:t>is the process of verifying the identity of the parties involved in the transaction. Typically, the payer, before authorizing a payment (e.g., 2FA /OTP)</a:t>
            </a:r>
          </a:p>
          <a:p>
            <a:r>
              <a:rPr lang="en-US" dirty="0"/>
              <a:t>Encryption</a:t>
            </a:r>
          </a:p>
          <a:p>
            <a:r>
              <a:rPr lang="en-US" dirty="0"/>
              <a:t>A process of making messages unreadable except by those who have an authorized decryption key. HTTPS ensures that credit card details, login credentials, and other sensitive data are encrypted.</a:t>
            </a:r>
          </a:p>
          <a:p>
            <a:r>
              <a:rPr lang="en-US" dirty="0"/>
              <a:t>Integrity</a:t>
            </a:r>
          </a:p>
          <a:p>
            <a:r>
              <a:rPr lang="en-US" dirty="0"/>
              <a:t>Ensuring that information will not be intentionally or unintentionally altered or destroyed during transmission. such as payment details and transaction amounts</a:t>
            </a:r>
          </a:p>
          <a:p>
            <a:r>
              <a:rPr lang="en-US" dirty="0"/>
              <a:t>Non repudiation</a:t>
            </a:r>
          </a:p>
          <a:p>
            <a:r>
              <a:rPr lang="en-US" dirty="0"/>
              <a:t>Protection against customer’s denying the orders placed and against merchant’s denying the payments made.</a:t>
            </a:r>
          </a:p>
          <a:p>
            <a:endParaRPr lang="en-US" dirty="0"/>
          </a:p>
        </p:txBody>
      </p:sp>
      <p:sp>
        <p:nvSpPr>
          <p:cNvPr id="4" name="Slide Number Placeholder 3"/>
          <p:cNvSpPr>
            <a:spLocks noGrp="1"/>
          </p:cNvSpPr>
          <p:nvPr>
            <p:ph type="sldNum" idx="11"/>
          </p:nvPr>
        </p:nvSpPr>
        <p:spPr/>
        <p:txBody>
          <a:bodyPr/>
          <a:lstStyle/>
          <a:p>
            <a:pPr indent="0" algn="r">
              <a:buNone/>
            </a:pPr>
            <a:fld id="{1506B284-34B9-4B51-900A-8C50433FC066}" type="slidenum">
              <a:rPr lang="en-IN" sz="1400" b="0" strike="noStrike" spc="-1" smtClean="0">
                <a:solidFill>
                  <a:srgbClr val="000000"/>
                </a:solidFill>
                <a:latin typeface="Times New Roman"/>
              </a:rPr>
              <a:t>6</a:t>
            </a:fld>
            <a:endParaRPr lang="en-IN" sz="1400" b="0" strike="noStrike" spc="-1">
              <a:solidFill>
                <a:srgbClr val="000000"/>
              </a:solidFill>
              <a:latin typeface="Times New Roman"/>
            </a:endParaRPr>
          </a:p>
        </p:txBody>
      </p:sp>
    </p:spTree>
    <p:extLst>
      <p:ext uri="{BB962C8B-B14F-4D97-AF65-F5344CB8AC3E}">
        <p14:creationId xmlns:p14="http://schemas.microsoft.com/office/powerpoint/2010/main" val="3999107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1143000" y="685800"/>
            <a:ext cx="4570413" cy="3427413"/>
          </a:xfrm>
          <a:prstGeom prst="rect">
            <a:avLst/>
          </a:prstGeom>
          <a:ln w="0">
            <a:noFill/>
          </a:ln>
        </p:spPr>
      </p:sp>
      <p:sp>
        <p:nvSpPr>
          <p:cNvPr id="305" name="PlaceHolder 2"/>
          <p:cNvSpPr>
            <a:spLocks noGrp="1"/>
          </p:cNvSpPr>
          <p:nvPr>
            <p:ph type="body"/>
          </p:nvPr>
        </p:nvSpPr>
        <p:spPr>
          <a:xfrm>
            <a:off x="685800" y="4343400"/>
            <a:ext cx="5484960" cy="4113360"/>
          </a:xfrm>
          <a:prstGeom prst="rect">
            <a:avLst/>
          </a:prstGeom>
          <a:noFill/>
          <a:ln w="0">
            <a:noFill/>
          </a:ln>
        </p:spPr>
        <p:txBody>
          <a:bodyPr lIns="0" tIns="91440" rIns="0" bIns="91440" anchor="t">
            <a:noAutofit/>
          </a:bodyPr>
          <a:lstStyle/>
          <a:p>
            <a:pPr marL="216000" indent="0">
              <a:buNone/>
            </a:pPr>
            <a:endParaRPr lang="en-IN" sz="1800" b="0" strike="noStrike" spc="-1">
              <a:solidFill>
                <a:srgbClr val="000000"/>
              </a:solidFill>
              <a:latin typeface="Arial"/>
            </a:endParaRPr>
          </a:p>
        </p:txBody>
      </p:sp>
      <p:sp>
        <p:nvSpPr>
          <p:cNvPr id="306" name="PlaceHolder 3"/>
          <p:cNvSpPr>
            <a:spLocks noGrp="1"/>
          </p:cNvSpPr>
          <p:nvPr>
            <p:ph type="sldNum" idx="14"/>
          </p:nvPr>
        </p:nvSpPr>
        <p:spPr>
          <a:xfrm>
            <a:off x="3884760" y="8685360"/>
            <a:ext cx="2970360" cy="4557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chemeClr val="dk1"/>
                </a:solidFill>
                <a:latin typeface="Arial"/>
                <a:ea typeface="Arial"/>
              </a:defRPr>
            </a:lvl1pPr>
          </a:lstStyle>
          <a:p>
            <a:pPr indent="0" algn="r">
              <a:lnSpc>
                <a:spcPct val="100000"/>
              </a:lnSpc>
              <a:buNone/>
              <a:tabLst>
                <a:tab pos="0" algn="l"/>
              </a:tabLst>
            </a:pPr>
            <a:fld id="{DDA8DAED-1D2C-4922-8405-A4917E307CF2}" type="slidenum">
              <a:rPr lang="en-US" sz="1200" b="0" strike="noStrike" spc="-1">
                <a:solidFill>
                  <a:schemeClr val="dk1"/>
                </a:solidFill>
                <a:latin typeface="Arial"/>
                <a:ea typeface="Arial"/>
              </a:rPr>
              <a:t>7</a:t>
            </a:fld>
            <a:endParaRPr lang="en-IN"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1143000" y="685800"/>
            <a:ext cx="4570413" cy="3427413"/>
          </a:xfrm>
          <a:prstGeom prst="rect">
            <a:avLst/>
          </a:prstGeom>
          <a:ln w="0">
            <a:noFill/>
          </a:ln>
        </p:spPr>
      </p:sp>
      <p:sp>
        <p:nvSpPr>
          <p:cNvPr id="308" name="PlaceHolder 2"/>
          <p:cNvSpPr>
            <a:spLocks noGrp="1"/>
          </p:cNvSpPr>
          <p:nvPr>
            <p:ph type="body"/>
          </p:nvPr>
        </p:nvSpPr>
        <p:spPr>
          <a:xfrm>
            <a:off x="685800" y="4343400"/>
            <a:ext cx="5484960" cy="4113360"/>
          </a:xfrm>
          <a:prstGeom prst="rect">
            <a:avLst/>
          </a:prstGeom>
          <a:noFill/>
          <a:ln w="0">
            <a:noFill/>
          </a:ln>
        </p:spPr>
        <p:txBody>
          <a:bodyPr lIns="0" tIns="91440" rIns="0" bIns="91440" anchor="t">
            <a:noAutofit/>
          </a:bodyPr>
          <a:lstStyle/>
          <a:p>
            <a:pPr marL="216000" indent="0">
              <a:lnSpc>
                <a:spcPct val="100000"/>
              </a:lnSpc>
              <a:buNone/>
              <a:tabLst>
                <a:tab pos="0" algn="l"/>
              </a:tabLst>
            </a:pPr>
            <a:r>
              <a:rPr lang="en-US" sz="1200" b="0" i="1" strike="noStrike" spc="-1" dirty="0">
                <a:solidFill>
                  <a:srgbClr val="000000"/>
                </a:solidFill>
                <a:latin typeface="Arial"/>
                <a:ea typeface="Arial"/>
              </a:rPr>
              <a:t>Figure 5.2, Page 248. </a:t>
            </a:r>
            <a:endParaRPr lang="en-IN" sz="1200" b="0" strike="noStrike" spc="-1" dirty="0">
              <a:solidFill>
                <a:srgbClr val="000000"/>
              </a:solidFill>
              <a:latin typeface="Arial"/>
            </a:endParaRPr>
          </a:p>
          <a:p>
            <a:pPr marL="216000" indent="0">
              <a:lnSpc>
                <a:spcPct val="100000"/>
              </a:lnSpc>
              <a:buNone/>
              <a:tabLst>
                <a:tab pos="0" algn="l"/>
              </a:tabLst>
            </a:pPr>
            <a:r>
              <a:rPr lang="en-US" sz="1200" b="0" strike="noStrike" spc="-1" dirty="0">
                <a:solidFill>
                  <a:srgbClr val="000000"/>
                </a:solidFill>
                <a:latin typeface="Arial"/>
                <a:ea typeface="Arial"/>
              </a:rPr>
              <a:t>There are three major vulnerable points in e-commerce transactions: Internet communications, servers, and clients.</a:t>
            </a:r>
            <a:endParaRPr lang="en-IN" sz="1200" b="0" strike="noStrike" spc="-1" dirty="0">
              <a:solidFill>
                <a:srgbClr val="000000"/>
              </a:solidFill>
              <a:latin typeface="Arial"/>
            </a:endParaRPr>
          </a:p>
          <a:p>
            <a:pPr marL="216000" indent="0">
              <a:lnSpc>
                <a:spcPct val="100000"/>
              </a:lnSpc>
              <a:buNone/>
              <a:tabLst>
                <a:tab pos="0" algn="l"/>
              </a:tabLst>
            </a:pPr>
            <a:endParaRPr lang="en-IN" sz="1200" b="0" strike="noStrike" spc="-1" dirty="0">
              <a:solidFill>
                <a:srgbClr val="000000"/>
              </a:solidFill>
              <a:latin typeface="Arial"/>
            </a:endParaRPr>
          </a:p>
          <a:p>
            <a:pPr marL="216000" indent="0">
              <a:lnSpc>
                <a:spcPct val="100000"/>
              </a:lnSpc>
              <a:buNone/>
              <a:tabLst>
                <a:tab pos="0" algn="l"/>
              </a:tabLst>
            </a:pPr>
            <a:r>
              <a:rPr lang="en-US" sz="1200" b="0" u="sng" strike="noStrike" spc="-1" dirty="0">
                <a:solidFill>
                  <a:srgbClr val="000000"/>
                </a:solidFill>
                <a:uFillTx/>
                <a:latin typeface="Arial"/>
                <a:ea typeface="Arial"/>
              </a:rPr>
              <a:t>Alt Text</a:t>
            </a:r>
            <a:endParaRPr lang="en-IN" sz="1200" b="0" strike="noStrike" spc="-1" dirty="0">
              <a:solidFill>
                <a:srgbClr val="000000"/>
              </a:solidFill>
              <a:latin typeface="Arial"/>
            </a:endParaRPr>
          </a:p>
          <a:p>
            <a:pPr marL="216000" indent="0">
              <a:lnSpc>
                <a:spcPct val="100000"/>
              </a:lnSpc>
              <a:buNone/>
              <a:tabLst>
                <a:tab pos="0" algn="l"/>
              </a:tabLst>
            </a:pPr>
            <a:r>
              <a:rPr lang="en-US" sz="1200" b="0" strike="noStrike" spc="-1" dirty="0">
                <a:solidFill>
                  <a:srgbClr val="000000"/>
                </a:solidFill>
                <a:latin typeface="+mn-lt"/>
                <a:ea typeface="Arial"/>
              </a:rPr>
              <a:t>Long description: </a:t>
            </a:r>
            <a:r>
              <a:rPr lang="en-US" sz="1200" b="0" strike="noStrike" spc="-1" dirty="0">
                <a:solidFill>
                  <a:schemeClr val="dk1"/>
                </a:solidFill>
                <a:latin typeface="Arial"/>
                <a:ea typeface="Calibri"/>
              </a:rPr>
              <a:t>The online consumer computer is vulnerable to web beacons. The connection between the online consumer and internet service provider is vulnerable to WI FI listening and wire taps. The online store and database servers are part of the merchant website run by merchant web servers. The online store, which is connected on one side to </a:t>
            </a:r>
            <a:r>
              <a:rPr lang="en-US" sz="1200" b="0" strike="noStrike" spc="-1" dirty="0" err="1">
                <a:solidFill>
                  <a:schemeClr val="dk1"/>
                </a:solidFill>
                <a:latin typeface="Arial"/>
                <a:ea typeface="Calibri"/>
              </a:rPr>
              <a:t>to</a:t>
            </a:r>
            <a:r>
              <a:rPr lang="en-US" sz="1200" b="0" strike="noStrike" spc="-1" dirty="0">
                <a:solidFill>
                  <a:schemeClr val="dk1"/>
                </a:solidFill>
                <a:latin typeface="Arial"/>
                <a:ea typeface="Calibri"/>
              </a:rPr>
              <a:t> the internet service provider and on the other side to the database server, is vulnerable to a customer list hack. The database server, which is connected on one side to the online store and on the other side to the warehouse, which is also connected to shipping, is vulnerable to an S Q L injection attack. The customer credit card bank is vulnerable to a D O S attack, card theft, or other hack. The connection between the customer credit card bank and the merchant bank is vulnerable to a security breach that also impacts the online store.</a:t>
            </a:r>
            <a:endParaRPr lang="en-IN" sz="1200" b="0" strike="noStrike" spc="-1" dirty="0">
              <a:solidFill>
                <a:srgbClr val="000000"/>
              </a:solidFill>
              <a:latin typeface="Arial"/>
            </a:endParaRPr>
          </a:p>
        </p:txBody>
      </p:sp>
      <p:sp>
        <p:nvSpPr>
          <p:cNvPr id="309" name="PlaceHolder 3"/>
          <p:cNvSpPr>
            <a:spLocks noGrp="1"/>
          </p:cNvSpPr>
          <p:nvPr>
            <p:ph type="sldNum" idx="15"/>
          </p:nvPr>
        </p:nvSpPr>
        <p:spPr>
          <a:xfrm>
            <a:off x="3884760" y="8685360"/>
            <a:ext cx="2970360" cy="4557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chemeClr val="dk1"/>
                </a:solidFill>
                <a:latin typeface="Arial"/>
                <a:ea typeface="Arial"/>
              </a:defRPr>
            </a:lvl1pPr>
          </a:lstStyle>
          <a:p>
            <a:pPr indent="0" algn="r">
              <a:lnSpc>
                <a:spcPct val="100000"/>
              </a:lnSpc>
              <a:buNone/>
              <a:tabLst>
                <a:tab pos="0" algn="l"/>
              </a:tabLst>
            </a:pPr>
            <a:fld id="{117A2625-321F-46FA-9605-1ECFA3EAD76B}" type="slidenum">
              <a:rPr lang="en-US" sz="1200" b="0" strike="noStrike" spc="-1">
                <a:solidFill>
                  <a:schemeClr val="dk1"/>
                </a:solidFill>
                <a:latin typeface="Arial"/>
                <a:ea typeface="Arial"/>
              </a:rPr>
              <a:t>9</a:t>
            </a:fld>
            <a:endParaRPr lang="en-IN"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1"/>
          </p:nvPr>
        </p:nvSpPr>
        <p:spPr/>
        <p:txBody>
          <a:bodyPr/>
          <a:lstStyle/>
          <a:p>
            <a:pPr indent="0" algn="r">
              <a:buNone/>
            </a:pPr>
            <a:fld id="{1506B284-34B9-4B51-900A-8C50433FC066}" type="slidenum">
              <a:rPr lang="en-IN" sz="1400" b="0" strike="noStrike" spc="-1" smtClean="0">
                <a:solidFill>
                  <a:srgbClr val="000000"/>
                </a:solidFill>
                <a:latin typeface="Times New Roman"/>
              </a:rPr>
              <a:t>10</a:t>
            </a:fld>
            <a:endParaRPr lang="en-IN" sz="1400" b="0" strike="noStrike" spc="-1">
              <a:solidFill>
                <a:srgbClr val="000000"/>
              </a:solidFill>
              <a:latin typeface="Times New Roman"/>
            </a:endParaRPr>
          </a:p>
        </p:txBody>
      </p:sp>
    </p:spTree>
    <p:extLst>
      <p:ext uri="{BB962C8B-B14F-4D97-AF65-F5344CB8AC3E}">
        <p14:creationId xmlns:p14="http://schemas.microsoft.com/office/powerpoint/2010/main" val="3150606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F6EA1557-3931-462B-8E04-2B142C04ED11}" type="slidenum">
              <a:t>‹#›</a:t>
            </a:fld>
            <a:endParaRPr/>
          </a:p>
        </p:txBody>
      </p:sp>
      <p:sp>
        <p:nvSpPr>
          <p:cNvPr id="3" name="PlaceHolder 2"/>
          <p:cNvSpPr>
            <a:spLocks noGrp="1"/>
          </p:cNvSpPr>
          <p:nvPr>
            <p:ph type="dt" idx="2"/>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5"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2" name="PlaceHolder 3"/>
          <p:cNvSpPr>
            <a:spLocks noGrp="1"/>
          </p:cNvSpPr>
          <p:nvPr>
            <p:ph type="sldNum" idx="1"/>
          </p:nvPr>
        </p:nvSpPr>
        <p:spPr/>
        <p:txBody>
          <a:bodyPr/>
          <a:lstStyle/>
          <a:p>
            <a:fld id="{2E16F50C-4BE9-4E73-B5D8-02FBED33AC83}" type="slidenum">
              <a:t>‹#›</a:t>
            </a:fld>
            <a:endParaRPr/>
          </a:p>
        </p:txBody>
      </p:sp>
      <p:sp>
        <p:nvSpPr>
          <p:cNvPr id="3" name="PlaceHolder 4"/>
          <p:cNvSpPr>
            <a:spLocks noGrp="1"/>
          </p:cNvSpPr>
          <p:nvPr>
            <p:ph type="dt" idx="2"/>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sldNum" idx="1"/>
          </p:nvPr>
        </p:nvSpPr>
        <p:spPr/>
        <p:txBody>
          <a:bodyPr/>
          <a:lstStyle/>
          <a:p>
            <a:fld id="{DD43DB10-0EE8-4D00-8D44-10DF83B67C52}" type="slidenum">
              <a:t>‹#›</a:t>
            </a:fld>
            <a:endParaRPr/>
          </a:p>
        </p:txBody>
      </p:sp>
      <p:sp>
        <p:nvSpPr>
          <p:cNvPr id="5" name="PlaceHolder 4"/>
          <p:cNvSpPr>
            <a:spLocks noGrp="1"/>
          </p:cNvSpPr>
          <p:nvPr>
            <p:ph type="dt" idx="2"/>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1"/>
          </p:nvPr>
        </p:nvSpPr>
        <p:spPr/>
        <p:txBody>
          <a:bodyPr/>
          <a:lstStyle/>
          <a:p>
            <a:fld id="{CDEFA885-709C-4596-B204-587E3B16BFBD}" type="slidenum">
              <a:t>‹#›</a:t>
            </a:fld>
            <a:endParaRPr/>
          </a:p>
        </p:txBody>
      </p:sp>
      <p:sp>
        <p:nvSpPr>
          <p:cNvPr id="6" name="PlaceHolder 5"/>
          <p:cNvSpPr>
            <a:spLocks noGrp="1"/>
          </p:cNvSpPr>
          <p:nvPr>
            <p:ph type="dt" idx="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sldNum" idx="1"/>
          </p:nvPr>
        </p:nvSpPr>
        <p:spPr/>
        <p:txBody>
          <a:bodyPr/>
          <a:lstStyle/>
          <a:p>
            <a:fld id="{D6EC6966-129F-470D-8C22-54C2238A7297}" type="slidenum">
              <a:t>‹#›</a:t>
            </a:fld>
            <a:endParaRPr/>
          </a:p>
        </p:txBody>
      </p:sp>
      <p:sp>
        <p:nvSpPr>
          <p:cNvPr id="4" name="PlaceHolder 3"/>
          <p:cNvSpPr>
            <a:spLocks noGrp="1"/>
          </p:cNvSpPr>
          <p:nvPr>
            <p:ph type="dt" idx="2"/>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sldNum" idx="1"/>
          </p:nvPr>
        </p:nvSpPr>
        <p:spPr/>
        <p:txBody>
          <a:bodyPr/>
          <a:lstStyle/>
          <a:p>
            <a:fld id="{6F3595DB-62C7-465F-A1F2-4FDD2DC86AE8}" type="slidenum">
              <a:t>‹#›</a:t>
            </a:fld>
            <a:endParaRPr/>
          </a:p>
        </p:txBody>
      </p:sp>
      <p:sp>
        <p:nvSpPr>
          <p:cNvPr id="4" name="PlaceHolder 3"/>
          <p:cNvSpPr>
            <a:spLocks noGrp="1"/>
          </p:cNvSpPr>
          <p:nvPr>
            <p:ph type="dt" idx="2"/>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5"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6"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1"/>
          </p:nvPr>
        </p:nvSpPr>
        <p:spPr/>
        <p:txBody>
          <a:bodyPr/>
          <a:lstStyle/>
          <a:p>
            <a:fld id="{9A1DE819-E47D-42E4-8F58-6FBAF5B06027}" type="slidenum">
              <a:t>‹#›</a:t>
            </a:fld>
            <a:endParaRPr/>
          </a:p>
        </p:txBody>
      </p:sp>
      <p:sp>
        <p:nvSpPr>
          <p:cNvPr id="7" name="PlaceHolder 6"/>
          <p:cNvSpPr>
            <a:spLocks noGrp="1"/>
          </p:cNvSpPr>
          <p:nvPr>
            <p:ph type="dt" idx="2"/>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9"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0"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1"/>
          </p:nvPr>
        </p:nvSpPr>
        <p:spPr/>
        <p:txBody>
          <a:bodyPr/>
          <a:lstStyle/>
          <a:p>
            <a:fld id="{395E95DB-6CB6-4CCD-B7F8-17672BC2CA1A}" type="slidenum">
              <a:t>‹#›</a:t>
            </a:fld>
            <a:endParaRPr/>
          </a:p>
        </p:txBody>
      </p:sp>
      <p:sp>
        <p:nvSpPr>
          <p:cNvPr id="7" name="PlaceHolder 6"/>
          <p:cNvSpPr>
            <a:spLocks noGrp="1"/>
          </p:cNvSpPr>
          <p:nvPr>
            <p:ph type="dt" idx="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2"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4"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1"/>
          </p:nvPr>
        </p:nvSpPr>
        <p:spPr/>
        <p:txBody>
          <a:bodyPr/>
          <a:lstStyle/>
          <a:p>
            <a:fld id="{BEF11017-F155-40A4-9DEB-AF03BF64C86D}" type="slidenum">
              <a:t>‹#›</a:t>
            </a:fld>
            <a:endParaRPr/>
          </a:p>
        </p:txBody>
      </p:sp>
      <p:sp>
        <p:nvSpPr>
          <p:cNvPr id="7" name="PlaceHolder 6"/>
          <p:cNvSpPr>
            <a:spLocks noGrp="1"/>
          </p:cNvSpPr>
          <p:nvPr>
            <p:ph type="dt" idx="2"/>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6"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7"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1"/>
          </p:nvPr>
        </p:nvSpPr>
        <p:spPr/>
        <p:txBody>
          <a:bodyPr/>
          <a:lstStyle/>
          <a:p>
            <a:fld id="{4064A2A3-F705-4D33-A8F2-A6CEECC6429B}" type="slidenum">
              <a:t>‹#›</a:t>
            </a:fld>
            <a:endParaRPr/>
          </a:p>
        </p:txBody>
      </p:sp>
      <p:sp>
        <p:nvSpPr>
          <p:cNvPr id="6" name="PlaceHolder 5"/>
          <p:cNvSpPr>
            <a:spLocks noGrp="1"/>
          </p:cNvSpPr>
          <p:nvPr>
            <p:ph type="dt" idx="2"/>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9"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1"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2"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sldNum" idx="1"/>
          </p:nvPr>
        </p:nvSpPr>
        <p:spPr/>
        <p:txBody>
          <a:bodyPr/>
          <a:lstStyle/>
          <a:p>
            <a:fld id="{6496FA17-5C59-4395-882C-8C1B9A9472FF}" type="slidenum">
              <a:t>‹#›</a:t>
            </a:fld>
            <a:endParaRPr/>
          </a:p>
        </p:txBody>
      </p:sp>
      <p:sp>
        <p:nvSpPr>
          <p:cNvPr id="8" name="PlaceHolder 7"/>
          <p:cNvSpPr>
            <a:spLocks noGrp="1"/>
          </p:cNvSpPr>
          <p:nvPr>
            <p:ph type="dt" idx="2"/>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4"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5"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6"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7"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8"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9"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sldNum" idx="1"/>
          </p:nvPr>
        </p:nvSpPr>
        <p:spPr/>
        <p:txBody>
          <a:bodyPr/>
          <a:lstStyle/>
          <a:p>
            <a:fld id="{E3D7D8C4-FA3A-45DE-8A8D-FE5E0E4E0D50}" type="slidenum">
              <a:t>‹#›</a:t>
            </a:fld>
            <a:endParaRPr/>
          </a:p>
        </p:txBody>
      </p:sp>
      <p:sp>
        <p:nvSpPr>
          <p:cNvPr id="10" name="PlaceHolder 9"/>
          <p:cNvSpPr>
            <a:spLocks noGrp="1"/>
          </p:cNvSpPr>
          <p:nvPr>
            <p:ph type="dt" idx="2"/>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lstStyle/>
          <a:p>
            <a:fld id="{EF2239A3-4FBA-4667-902A-01422E96CAA9}" type="slidenum">
              <a:t>‹#›</a:t>
            </a:fld>
            <a:endParaRPr/>
          </a:p>
        </p:txBody>
      </p:sp>
      <p:sp>
        <p:nvSpPr>
          <p:cNvPr id="3" name="PlaceHolder 2"/>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sldNum" idx="3"/>
          </p:nvPr>
        </p:nvSpPr>
        <p:spPr/>
        <p:txBody>
          <a:bodyPr/>
          <a:lstStyle/>
          <a:p>
            <a:fld id="{90422955-6D68-4460-9B57-A36C100945DE}"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sldNum" idx="3"/>
          </p:nvPr>
        </p:nvSpPr>
        <p:spPr/>
        <p:txBody>
          <a:bodyPr/>
          <a:lstStyle/>
          <a:p>
            <a:fld id="{9B900BE9-6314-4622-A63B-4449581CC9FE}"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3"/>
          </p:nvPr>
        </p:nvSpPr>
        <p:spPr/>
        <p:txBody>
          <a:bodyPr/>
          <a:lstStyle/>
          <a:p>
            <a:fld id="{648F8A80-E616-4576-A7BC-3A85AC82DC34}"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sldNum" idx="3"/>
          </p:nvPr>
        </p:nvSpPr>
        <p:spPr/>
        <p:txBody>
          <a:bodyPr/>
          <a:lstStyle/>
          <a:p>
            <a:fld id="{B2B364A0-567B-4FD4-A029-E2D3CF7F92B8}"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sldNum" idx="3"/>
          </p:nvPr>
        </p:nvSpPr>
        <p:spPr/>
        <p:txBody>
          <a:bodyPr/>
          <a:lstStyle/>
          <a:p>
            <a:fld id="{301B22DE-E99B-418C-A18D-70A3DB537F16}"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3"/>
          </p:nvPr>
        </p:nvSpPr>
        <p:spPr/>
        <p:txBody>
          <a:bodyPr/>
          <a:lstStyle/>
          <a:p>
            <a:fld id="{A53D2394-185D-48BA-A694-E30B90997F8B}"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3"/>
          </p:nvPr>
        </p:nvSpPr>
        <p:spPr/>
        <p:txBody>
          <a:bodyPr/>
          <a:lstStyle/>
          <a:p>
            <a:fld id="{14275160-FCD3-4F3E-8368-A32A6CB4C41A}"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3"/>
          </p:nvPr>
        </p:nvSpPr>
        <p:spPr/>
        <p:txBody>
          <a:bodyPr/>
          <a:lstStyle/>
          <a:p>
            <a:fld id="{CB17C9B5-24C1-4634-82C3-3F8B77306D0B}"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3"/>
          </p:nvPr>
        </p:nvSpPr>
        <p:spPr/>
        <p:txBody>
          <a:bodyPr/>
          <a:lstStyle/>
          <a:p>
            <a:fld id="{D9A42F2F-62F1-40BE-BE99-DE0123C40AD3}"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sldNum" idx="3"/>
          </p:nvPr>
        </p:nvSpPr>
        <p:spPr/>
        <p:txBody>
          <a:bodyPr/>
          <a:lstStyle/>
          <a:p>
            <a:fld id="{3B2A60EB-6028-4684-BEDD-10C3A47EE744}"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sldNum" idx="3"/>
          </p:nvPr>
        </p:nvSpPr>
        <p:spPr/>
        <p:txBody>
          <a:bodyPr/>
          <a:lstStyle/>
          <a:p>
            <a:fld id="{23DD42CF-E3F3-4C8A-9672-39A9EA13ED29}" type="slidenum">
              <a:t>‹#›</a:t>
            </a:fld>
            <a:endParaRPr/>
          </a:p>
        </p:txBody>
      </p:sp>
      <p:sp>
        <p:nvSpPr>
          <p:cNvPr id="10" name="PlaceHolder 9"/>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lstStyle/>
          <a:p>
            <a:fld id="{6606D072-98A2-4B05-A036-DDB5489208FF}" type="slidenum">
              <a:t>‹#›</a:t>
            </a:fld>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8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sldNum" idx="5"/>
          </p:nvPr>
        </p:nvSpPr>
        <p:spPr/>
        <p:txBody>
          <a:bodyPr/>
          <a:lstStyle/>
          <a:p>
            <a:fld id="{42421AA3-6A20-4935-93BB-551E3AB02708}"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sldNum" idx="5"/>
          </p:nvPr>
        </p:nvSpPr>
        <p:spPr/>
        <p:txBody>
          <a:bodyPr/>
          <a:lstStyle/>
          <a:p>
            <a:fld id="{DA75212F-3D28-4959-A116-61643F5D0C60}"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5"/>
          </p:nvPr>
        </p:nvSpPr>
        <p:spPr/>
        <p:txBody>
          <a:bodyPr/>
          <a:lstStyle/>
          <a:p>
            <a:fld id="{22A78348-00C6-44D1-A24F-8F7BD65E7116}"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sldNum" idx="5"/>
          </p:nvPr>
        </p:nvSpPr>
        <p:spPr/>
        <p:txBody>
          <a:bodyPr/>
          <a:lstStyle/>
          <a:p>
            <a:fld id="{242A02A2-355F-4823-9194-804E1773B639}"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6"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sldNum" idx="5"/>
          </p:nvPr>
        </p:nvSpPr>
        <p:spPr/>
        <p:txBody>
          <a:bodyPr/>
          <a:lstStyle/>
          <a:p>
            <a:fld id="{8BB46C79-0556-46EB-BF87-243F428A4930}"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5"/>
          </p:nvPr>
        </p:nvSpPr>
        <p:spPr/>
        <p:txBody>
          <a:bodyPr/>
          <a:lstStyle/>
          <a:p>
            <a:fld id="{1A52FCFF-8B57-417B-82D2-B5A2BF45CDC8}"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2"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4"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5"/>
          </p:nvPr>
        </p:nvSpPr>
        <p:spPr/>
        <p:txBody>
          <a:bodyPr/>
          <a:lstStyle/>
          <a:p>
            <a:fld id="{9376055E-D3B9-4540-84C4-3B8F2143FA6E}"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08"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sldNum" idx="5"/>
          </p:nvPr>
        </p:nvSpPr>
        <p:spPr/>
        <p:txBody>
          <a:bodyPr/>
          <a:lstStyle/>
          <a:p>
            <a:fld id="{94C5AF64-8BD3-4083-9261-649D81E33F67}"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10"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11"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sldNum" idx="5"/>
          </p:nvPr>
        </p:nvSpPr>
        <p:spPr/>
        <p:txBody>
          <a:bodyPr/>
          <a:lstStyle/>
          <a:p>
            <a:fld id="{D4B5E2CB-4081-4568-9DF1-64B1324195D5}"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1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1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1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16"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sldNum" idx="5"/>
          </p:nvPr>
        </p:nvSpPr>
        <p:spPr/>
        <p:txBody>
          <a:bodyPr/>
          <a:lstStyle/>
          <a:p>
            <a:fld id="{84ADB9A9-368B-4472-980F-BE9B9BA8724B}"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18"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19"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0"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1"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2"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3"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sldNum" idx="5"/>
          </p:nvPr>
        </p:nvSpPr>
        <p:spPr/>
        <p:txBody>
          <a:bodyPr/>
          <a:lstStyle/>
          <a:p>
            <a:fld id="{4DD0CEFA-C7DF-4AF4-A981-BA55961F80D6}" type="slidenum">
              <a:t>‹#›</a:t>
            </a:fld>
            <a:endParaRPr/>
          </a:p>
        </p:txBody>
      </p:sp>
      <p:sp>
        <p:nvSpPr>
          <p:cNvPr id="10" name="PlaceHolder 9"/>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sldNum" idx="1"/>
          </p:nvPr>
        </p:nvSpPr>
        <p:spPr>
          <a:xfrm>
            <a:off x="8469360" y="113040"/>
            <a:ext cx="550440" cy="1814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900" b="0" strike="noStrike" spc="-1">
                <a:solidFill>
                  <a:srgbClr val="000000"/>
                </a:solidFill>
                <a:latin typeface="Arial"/>
                <a:ea typeface="Arial"/>
              </a:defRPr>
            </a:lvl1pPr>
          </a:lstStyle>
          <a:p>
            <a:pPr indent="0" algn="r">
              <a:lnSpc>
                <a:spcPct val="100000"/>
              </a:lnSpc>
              <a:buNone/>
              <a:tabLst>
                <a:tab pos="0" algn="l"/>
              </a:tabLst>
            </a:pPr>
            <a:fld id="{AB4DEEF5-DD6C-4808-B146-732D407176B5}" type="slidenum">
              <a:rPr lang="en-US" sz="900" b="0" strike="noStrike" spc="-1">
                <a:solidFill>
                  <a:srgbClr val="000000"/>
                </a:solidFill>
                <a:latin typeface="Arial"/>
                <a:ea typeface="Arial"/>
              </a:rPr>
              <a:t>‹#›</a:t>
            </a:fld>
            <a:endParaRPr lang="en-IN" sz="900" b="0" strike="noStrike" spc="-1">
              <a:solidFill>
                <a:srgbClr val="000000"/>
              </a:solidFill>
              <a:latin typeface="Times New Roman"/>
            </a:endParaRPr>
          </a:p>
        </p:txBody>
      </p:sp>
      <p:sp>
        <p:nvSpPr>
          <p:cNvPr id="5" name="PlaceHolder 2"/>
          <p:cNvSpPr>
            <a:spLocks noGrp="1"/>
          </p:cNvSpPr>
          <p:nvPr>
            <p:ph type="dt" idx="2"/>
          </p:nvPr>
        </p:nvSpPr>
        <p:spPr>
          <a:xfrm>
            <a:off x="6335640" y="113040"/>
            <a:ext cx="2132280" cy="181440"/>
          </a:xfrm>
          <a:prstGeom prst="rect">
            <a:avLst/>
          </a:prstGeom>
          <a:noFill/>
          <a:ln w="0">
            <a:noFill/>
          </a:ln>
        </p:spPr>
        <p:txBody>
          <a:bodyPr lIns="90000" tIns="90720" rIns="90000" bIns="90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 </a:t>
            </a:r>
          </a:p>
        </p:txBody>
      </p:sp>
      <p:sp>
        <p:nvSpPr>
          <p:cNvPr id="2" name="PlaceHolder 3"/>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3" name="PlaceHolder 4"/>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0" name="Copyright"/>
          <p:cNvSpPr/>
          <p:nvPr/>
        </p:nvSpPr>
        <p:spPr>
          <a:xfrm>
            <a:off x="1600200" y="6429240"/>
            <a:ext cx="7161480" cy="19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tabLst>
                <a:tab pos="0" algn="l"/>
              </a:tabLst>
            </a:pPr>
            <a:r>
              <a:rPr lang="en-US" sz="1200" b="0" strike="noStrike" spc="-1" dirty="0">
                <a:solidFill>
                  <a:srgbClr val="000000"/>
                </a:solidFill>
                <a:latin typeface="Verdana"/>
                <a:ea typeface="Verdana"/>
              </a:rPr>
              <a:t>© 2023 Pearson Education Ltd. All Rights Reserved</a:t>
            </a:r>
            <a:endParaRPr lang="en-IN" sz="1200" b="0" strike="noStrike" spc="-1" dirty="0">
              <a:solidFill>
                <a:srgbClr val="000000"/>
              </a:solidFill>
              <a:latin typeface="Arial"/>
            </a:endParaRPr>
          </a:p>
        </p:txBody>
      </p:sp>
      <p:pic>
        <p:nvPicPr>
          <p:cNvPr id="41" name="Picture Placeholder 21" descr="Pearson Logo"/>
          <p:cNvPicPr/>
          <p:nvPr/>
        </p:nvPicPr>
        <p:blipFill>
          <a:blip r:embed="rId14"/>
          <a:srcRect t="22157" b="22157"/>
          <a:stretch/>
        </p:blipFill>
        <p:spPr>
          <a:xfrm>
            <a:off x="315720" y="6420600"/>
            <a:ext cx="1175040" cy="294840"/>
          </a:xfrm>
          <a:prstGeom prst="rect">
            <a:avLst/>
          </a:prstGeom>
          <a:ln w="0">
            <a:noFill/>
          </a:ln>
        </p:spPr>
      </p:pic>
      <p:sp>
        <p:nvSpPr>
          <p:cNvPr id="42" name="PlaceHolder 1"/>
          <p:cNvSpPr>
            <a:spLocks noGrp="1"/>
          </p:cNvSpPr>
          <p:nvPr>
            <p:ph type="sldNum" idx="3"/>
          </p:nvPr>
        </p:nvSpPr>
        <p:spPr>
          <a:xfrm>
            <a:off x="8469360" y="113040"/>
            <a:ext cx="550440" cy="1814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900" b="0" strike="noStrike" spc="-1">
                <a:solidFill>
                  <a:schemeClr val="lt1"/>
                </a:solidFill>
                <a:latin typeface="Arial"/>
                <a:ea typeface="Arial"/>
              </a:defRPr>
            </a:lvl1pPr>
          </a:lstStyle>
          <a:p>
            <a:pPr indent="0" algn="r">
              <a:lnSpc>
                <a:spcPct val="100000"/>
              </a:lnSpc>
              <a:buNone/>
              <a:tabLst>
                <a:tab pos="0" algn="l"/>
              </a:tabLst>
            </a:pPr>
            <a:fld id="{25CFA12B-B191-48BB-8F3A-C78779F5CC09}" type="slidenum">
              <a:rPr lang="en-US" sz="900" b="0" strike="noStrike" spc="-1">
                <a:solidFill>
                  <a:schemeClr val="lt1"/>
                </a:solidFill>
                <a:latin typeface="Arial"/>
                <a:ea typeface="Arial"/>
              </a:rPr>
              <a:t>‹#›</a:t>
            </a:fld>
            <a:endParaRPr lang="en-IN" sz="900" b="0" strike="noStrike" spc="-1">
              <a:solidFill>
                <a:srgbClr val="000000"/>
              </a:solidFill>
              <a:latin typeface="Times New Roman"/>
            </a:endParaRPr>
          </a:p>
        </p:txBody>
      </p:sp>
      <p:sp>
        <p:nvSpPr>
          <p:cNvPr id="43" name="PlaceHolder 2"/>
          <p:cNvSpPr>
            <a:spLocks noGrp="1"/>
          </p:cNvSpPr>
          <p:nvPr>
            <p:ph type="dt" idx="4"/>
          </p:nvPr>
        </p:nvSpPr>
        <p:spPr>
          <a:xfrm>
            <a:off x="6335640" y="113040"/>
            <a:ext cx="2132280" cy="181440"/>
          </a:xfrm>
          <a:prstGeom prst="rect">
            <a:avLst/>
          </a:prstGeom>
          <a:noFill/>
          <a:ln w="0">
            <a:noFill/>
          </a:ln>
        </p:spPr>
        <p:txBody>
          <a:bodyPr lIns="90000" tIns="90720" rIns="90000" bIns="90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44" name="PlaceHolder 3"/>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45" name="PlaceHolder 4"/>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2" name="Copyright"/>
          <p:cNvSpPr/>
          <p:nvPr/>
        </p:nvSpPr>
        <p:spPr>
          <a:xfrm>
            <a:off x="1600200" y="6429240"/>
            <a:ext cx="7161480" cy="19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tabLst>
                <a:tab pos="0" algn="l"/>
              </a:tabLst>
            </a:pPr>
            <a:r>
              <a:rPr lang="en-US" sz="1200" b="0" strike="noStrike" spc="-1" dirty="0">
                <a:solidFill>
                  <a:srgbClr val="000000"/>
                </a:solidFill>
                <a:latin typeface="Verdana"/>
                <a:ea typeface="Verdana"/>
              </a:rPr>
              <a:t>© 2023 Pearson Education Ltd. All Rights Reserved</a:t>
            </a:r>
            <a:endParaRPr lang="en-IN" sz="1200" b="0" strike="noStrike" spc="-1" dirty="0">
              <a:solidFill>
                <a:srgbClr val="000000"/>
              </a:solidFill>
              <a:latin typeface="Arial"/>
            </a:endParaRPr>
          </a:p>
        </p:txBody>
      </p:sp>
      <p:pic>
        <p:nvPicPr>
          <p:cNvPr id="83" name="Picture Placeholder 21" descr="Pearson Logo"/>
          <p:cNvPicPr/>
          <p:nvPr/>
        </p:nvPicPr>
        <p:blipFill>
          <a:blip r:embed="rId14"/>
          <a:srcRect t="22157" b="22157"/>
          <a:stretch/>
        </p:blipFill>
        <p:spPr>
          <a:xfrm>
            <a:off x="315720" y="6420600"/>
            <a:ext cx="1175040" cy="294840"/>
          </a:xfrm>
          <a:prstGeom prst="rect">
            <a:avLst/>
          </a:prstGeom>
          <a:ln w="0">
            <a:noFill/>
          </a:ln>
        </p:spPr>
      </p:pic>
      <p:sp>
        <p:nvSpPr>
          <p:cNvPr id="84" name="PlaceHolder 1"/>
          <p:cNvSpPr>
            <a:spLocks noGrp="1"/>
          </p:cNvSpPr>
          <p:nvPr>
            <p:ph type="sldNum" idx="5"/>
          </p:nvPr>
        </p:nvSpPr>
        <p:spPr>
          <a:xfrm>
            <a:off x="8469360" y="113040"/>
            <a:ext cx="550440" cy="1814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900" b="0" strike="noStrike" spc="-1">
                <a:solidFill>
                  <a:schemeClr val="lt1"/>
                </a:solidFill>
                <a:latin typeface="Arial"/>
                <a:ea typeface="Arial"/>
              </a:defRPr>
            </a:lvl1pPr>
          </a:lstStyle>
          <a:p>
            <a:pPr indent="0" algn="r">
              <a:lnSpc>
                <a:spcPct val="100000"/>
              </a:lnSpc>
              <a:buNone/>
              <a:tabLst>
                <a:tab pos="0" algn="l"/>
              </a:tabLst>
            </a:pPr>
            <a:fld id="{7C976B90-B605-4564-A618-211D20C080E6}" type="slidenum">
              <a:rPr lang="en-US" sz="900" b="0" strike="noStrike" spc="-1">
                <a:solidFill>
                  <a:schemeClr val="lt1"/>
                </a:solidFill>
                <a:latin typeface="Arial"/>
                <a:ea typeface="Arial"/>
              </a:rPr>
              <a:t>‹#›</a:t>
            </a:fld>
            <a:endParaRPr lang="en-IN" sz="900" b="0" strike="noStrike" spc="-1">
              <a:solidFill>
                <a:srgbClr val="000000"/>
              </a:solidFill>
              <a:latin typeface="Times New Roman"/>
            </a:endParaRPr>
          </a:p>
        </p:txBody>
      </p:sp>
      <p:sp>
        <p:nvSpPr>
          <p:cNvPr id="85" name="PlaceHolder 2"/>
          <p:cNvSpPr>
            <a:spLocks noGrp="1"/>
          </p:cNvSpPr>
          <p:nvPr>
            <p:ph type="dt" idx="6"/>
          </p:nvPr>
        </p:nvSpPr>
        <p:spPr>
          <a:xfrm>
            <a:off x="6335640" y="113040"/>
            <a:ext cx="2132280" cy="181440"/>
          </a:xfrm>
          <a:prstGeom prst="rect">
            <a:avLst/>
          </a:prstGeom>
          <a:noFill/>
          <a:ln w="0">
            <a:noFill/>
          </a:ln>
        </p:spPr>
        <p:txBody>
          <a:bodyPr lIns="90000" tIns="90720" rIns="90000" bIns="90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86" name="PlaceHolder 3"/>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87" name="PlaceHolder 4"/>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143640"/>
            <a:ext cx="8228160" cy="986040"/>
          </a:xfrm>
          <a:prstGeom prst="rect">
            <a:avLst/>
          </a:prstGeom>
          <a:noFill/>
          <a:ln w="0">
            <a:noFill/>
          </a:ln>
        </p:spPr>
        <p:txBody>
          <a:bodyPr lIns="90000" tIns="91440" rIns="90000" bIns="91440" anchor="ctr">
            <a:noAutofit/>
          </a:bodyPr>
          <a:lstStyle/>
          <a:p>
            <a:pPr indent="0">
              <a:lnSpc>
                <a:spcPct val="100000"/>
              </a:lnSpc>
              <a:buNone/>
              <a:tabLst>
                <a:tab pos="0" algn="l"/>
              </a:tabLst>
            </a:pPr>
            <a:r>
              <a:rPr lang="en-US" sz="3000" b="1" strike="noStrike" spc="-1">
                <a:solidFill>
                  <a:srgbClr val="007FA3"/>
                </a:solidFill>
                <a:latin typeface="Arial"/>
                <a:ea typeface="Times New Roman"/>
              </a:rPr>
              <a:t>E-commerce 2023–2024: business. technology. society.</a:t>
            </a:r>
            <a:endParaRPr lang="en-IN" sz="3000" b="0" strike="noStrike" spc="-1">
              <a:solidFill>
                <a:srgbClr val="000000"/>
              </a:solidFill>
              <a:latin typeface="Arial"/>
            </a:endParaRPr>
          </a:p>
        </p:txBody>
      </p:sp>
      <p:sp>
        <p:nvSpPr>
          <p:cNvPr id="173" name="PlaceHolder 2"/>
          <p:cNvSpPr>
            <a:spLocks noGrp="1"/>
          </p:cNvSpPr>
          <p:nvPr>
            <p:ph/>
          </p:nvPr>
        </p:nvSpPr>
        <p:spPr>
          <a:xfrm>
            <a:off x="457200" y="1212480"/>
            <a:ext cx="8228160" cy="412200"/>
          </a:xfrm>
          <a:prstGeom prst="rect">
            <a:avLst/>
          </a:prstGeom>
          <a:noFill/>
          <a:ln w="0">
            <a:noFill/>
          </a:ln>
        </p:spPr>
        <p:txBody>
          <a:bodyPr lIns="90000" tIns="91440" rIns="90000" bIns="91440" anchor="ctr">
            <a:noAutofit/>
          </a:bodyPr>
          <a:lstStyle/>
          <a:p>
            <a:pPr indent="0">
              <a:lnSpc>
                <a:spcPct val="100000"/>
              </a:lnSpc>
              <a:buNone/>
              <a:tabLst>
                <a:tab pos="0" algn="l"/>
              </a:tabLst>
            </a:pPr>
            <a:r>
              <a:rPr lang="en-US" sz="2000" b="0" strike="noStrike" spc="-1">
                <a:solidFill>
                  <a:srgbClr val="007FA3"/>
                </a:solidFill>
                <a:latin typeface="Arial"/>
                <a:ea typeface="Arial"/>
              </a:rPr>
              <a:t>Eighteenth Edition</a:t>
            </a:r>
            <a:endParaRPr lang="en-IN" sz="2000" b="0" strike="noStrike" spc="-1">
              <a:solidFill>
                <a:srgbClr val="000000"/>
              </a:solidFill>
              <a:latin typeface="Arial"/>
            </a:endParaRPr>
          </a:p>
        </p:txBody>
      </p:sp>
      <p:pic>
        <p:nvPicPr>
          <p:cNvPr id="174" name="Picture 6" descr="Front cover: E-commerce 20 23: business. technology. society. Seventeenth Edition. By Kenneth C. Laudon and Carol Guercio Traver"/>
          <p:cNvPicPr/>
          <p:nvPr/>
        </p:nvPicPr>
        <p:blipFill>
          <a:blip r:embed="rId3"/>
          <a:stretch/>
        </p:blipFill>
        <p:spPr>
          <a:xfrm>
            <a:off x="557280" y="1707480"/>
            <a:ext cx="3591000" cy="4489200"/>
          </a:xfrm>
          <a:prstGeom prst="rect">
            <a:avLst/>
          </a:prstGeom>
          <a:ln w="0">
            <a:noFill/>
          </a:ln>
        </p:spPr>
      </p:pic>
      <p:sp>
        <p:nvSpPr>
          <p:cNvPr id="175" name="PlaceHolder 3"/>
          <p:cNvSpPr>
            <a:spLocks noGrp="1"/>
          </p:cNvSpPr>
          <p:nvPr>
            <p:ph/>
          </p:nvPr>
        </p:nvSpPr>
        <p:spPr>
          <a:xfrm>
            <a:off x="5029200" y="1906200"/>
            <a:ext cx="3656160" cy="1184760"/>
          </a:xfrm>
          <a:prstGeom prst="rect">
            <a:avLst/>
          </a:prstGeom>
          <a:noFill/>
          <a:ln w="0">
            <a:noFill/>
          </a:ln>
        </p:spPr>
        <p:txBody>
          <a:bodyPr lIns="90000" tIns="91440" rIns="90000" bIns="91440" anchor="b">
            <a:noAutofit/>
          </a:bodyPr>
          <a:lstStyle/>
          <a:p>
            <a:pPr indent="0" algn="ctr">
              <a:lnSpc>
                <a:spcPct val="100000"/>
              </a:lnSpc>
              <a:spcBef>
                <a:spcPts val="1500"/>
              </a:spcBef>
              <a:buNone/>
              <a:tabLst>
                <a:tab pos="0" algn="l"/>
              </a:tabLst>
            </a:pPr>
            <a:r>
              <a:rPr lang="en-US" sz="3000" b="1" strike="noStrike" spc="-1">
                <a:solidFill>
                  <a:schemeClr val="dk1"/>
                </a:solidFill>
                <a:latin typeface="Arial"/>
                <a:ea typeface="Arial"/>
              </a:rPr>
              <a:t>Chapter 5</a:t>
            </a:r>
            <a:endParaRPr lang="en-IN" sz="3000" b="0" strike="noStrike" spc="-1">
              <a:solidFill>
                <a:srgbClr val="000000"/>
              </a:solidFill>
              <a:latin typeface="Arial"/>
            </a:endParaRPr>
          </a:p>
        </p:txBody>
      </p:sp>
      <p:sp>
        <p:nvSpPr>
          <p:cNvPr id="176" name="PlaceHolder 4"/>
          <p:cNvSpPr>
            <a:spLocks noGrp="1"/>
          </p:cNvSpPr>
          <p:nvPr>
            <p:ph/>
          </p:nvPr>
        </p:nvSpPr>
        <p:spPr>
          <a:xfrm>
            <a:off x="5377680" y="3252960"/>
            <a:ext cx="3207600" cy="951840"/>
          </a:xfrm>
          <a:prstGeom prst="rect">
            <a:avLst/>
          </a:prstGeom>
          <a:noFill/>
          <a:ln w="0">
            <a:noFill/>
          </a:ln>
        </p:spPr>
        <p:txBody>
          <a:bodyPr lIns="90000" tIns="91440" rIns="90000" bIns="91440" anchor="t">
            <a:noAutofit/>
          </a:bodyPr>
          <a:lstStyle/>
          <a:p>
            <a:pPr indent="0" algn="ctr">
              <a:lnSpc>
                <a:spcPct val="100000"/>
              </a:lnSpc>
              <a:spcBef>
                <a:spcPts val="1500"/>
              </a:spcBef>
              <a:buNone/>
              <a:tabLst>
                <a:tab pos="0" algn="l"/>
              </a:tabLst>
            </a:pPr>
            <a:r>
              <a:rPr lang="en-US" sz="2200" b="0" strike="noStrike" spc="-1">
                <a:solidFill>
                  <a:schemeClr val="dk1"/>
                </a:solidFill>
                <a:latin typeface="Arial"/>
                <a:ea typeface="Arial"/>
              </a:rPr>
              <a:t>E-commerce Security and Payment Systems</a:t>
            </a:r>
            <a:endParaRPr lang="en-IN" sz="2200" b="0" strike="noStrike" spc="-1">
              <a:solidFill>
                <a:srgbClr val="000000"/>
              </a:solidFill>
              <a:latin typeface="Arial"/>
            </a:endParaRPr>
          </a:p>
        </p:txBody>
      </p:sp>
      <p:pic>
        <p:nvPicPr>
          <p:cNvPr id="177" name="Picture Placeholder 21" descr="Pearson Logo"/>
          <p:cNvPicPr/>
          <p:nvPr/>
        </p:nvPicPr>
        <p:blipFill>
          <a:blip r:embed="rId4"/>
          <a:srcRect t="22157" b="22157"/>
          <a:stretch/>
        </p:blipFill>
        <p:spPr>
          <a:xfrm>
            <a:off x="315720" y="6420600"/>
            <a:ext cx="1175040" cy="294840"/>
          </a:xfrm>
          <a:prstGeom prst="rect">
            <a:avLst/>
          </a:prstGeom>
          <a:ln w="0">
            <a:noFill/>
          </a:ln>
        </p:spPr>
      </p:pic>
      <p:sp>
        <p:nvSpPr>
          <p:cNvPr id="178" name="PlaceHolder 5"/>
          <p:cNvSpPr>
            <a:spLocks noGrp="1"/>
          </p:cNvSpPr>
          <p:nvPr>
            <p:ph/>
          </p:nvPr>
        </p:nvSpPr>
        <p:spPr>
          <a:xfrm>
            <a:off x="2172960" y="6415200"/>
            <a:ext cx="6588360" cy="227160"/>
          </a:xfrm>
          <a:prstGeom prst="rect">
            <a:avLst/>
          </a:prstGeom>
          <a:noFill/>
          <a:ln w="0">
            <a:noFill/>
          </a:ln>
        </p:spPr>
        <p:txBody>
          <a:bodyPr lIns="90000" tIns="91440" rIns="90000" bIns="91440" anchor="ctr">
            <a:noAutofit/>
          </a:bodyPr>
          <a:lstStyle/>
          <a:p>
            <a:pPr indent="0" algn="r">
              <a:lnSpc>
                <a:spcPct val="100000"/>
              </a:lnSpc>
              <a:spcBef>
                <a:spcPts val="1500"/>
              </a:spcBef>
              <a:buNone/>
              <a:tabLst>
                <a:tab pos="0" algn="l"/>
              </a:tabLst>
            </a:pPr>
            <a:r>
              <a:rPr lang="en-US" sz="1200" b="0" strike="noStrike" spc="-1" dirty="0">
                <a:solidFill>
                  <a:schemeClr val="dk1"/>
                </a:solidFill>
                <a:latin typeface="Verdana"/>
                <a:ea typeface="Verdana"/>
              </a:rPr>
              <a:t>© 2023 Pearson Education Ltd. All Rights Reserved</a:t>
            </a:r>
            <a:endParaRPr lang="en-IN" sz="12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a:solidFill>
                  <a:srgbClr val="007FA3"/>
                </a:solidFill>
                <a:latin typeface="Arial"/>
                <a:ea typeface="Times New Roman"/>
              </a:rPr>
              <a:t>Learning Objectives</a:t>
            </a:r>
            <a:endParaRPr lang="en-IN" sz="3600" b="0" strike="noStrike" spc="-1">
              <a:solidFill>
                <a:srgbClr val="000000"/>
              </a:solidFill>
              <a:latin typeface="Arial"/>
            </a:endParaRPr>
          </a:p>
        </p:txBody>
      </p:sp>
      <p:sp>
        <p:nvSpPr>
          <p:cNvPr id="180" name="PlaceHolder 2"/>
          <p:cNvSpPr>
            <a:spLocks noGrp="1"/>
          </p:cNvSpPr>
          <p:nvPr>
            <p:ph/>
          </p:nvPr>
        </p:nvSpPr>
        <p:spPr>
          <a:xfrm>
            <a:off x="457200" y="1554840"/>
            <a:ext cx="8231400" cy="4662000"/>
          </a:xfrm>
          <a:prstGeom prst="rect">
            <a:avLst/>
          </a:prstGeom>
          <a:noFill/>
          <a:ln w="0">
            <a:noFill/>
          </a:ln>
        </p:spPr>
        <p:txBody>
          <a:bodyPr lIns="90000" tIns="91440" rIns="90000" bIns="91440" anchor="t">
            <a:noAutofit/>
          </a:bodyPr>
          <a:lstStyle/>
          <a:p>
            <a:pPr indent="0">
              <a:lnSpc>
                <a:spcPct val="100000"/>
              </a:lnSpc>
              <a:spcBef>
                <a:spcPts val="1500"/>
              </a:spcBef>
              <a:buNone/>
              <a:tabLst>
                <a:tab pos="0" algn="l"/>
              </a:tabLst>
            </a:pPr>
            <a:r>
              <a:rPr lang="en-US" sz="2000" b="1" strike="noStrike" spc="-1" dirty="0">
                <a:solidFill>
                  <a:srgbClr val="007FA3"/>
                </a:solidFill>
                <a:latin typeface="Arial"/>
                <a:ea typeface="Arial"/>
              </a:rPr>
              <a:t>5.1</a:t>
            </a:r>
            <a:r>
              <a:rPr lang="en-US" sz="2000" b="1" strike="noStrike" spc="-1" dirty="0">
                <a:solidFill>
                  <a:srgbClr val="000000"/>
                </a:solidFill>
                <a:latin typeface="Arial"/>
                <a:ea typeface="Arial"/>
              </a:rPr>
              <a:t> </a:t>
            </a:r>
            <a:r>
              <a:rPr lang="en-US" sz="2000" b="0" strike="noStrike" spc="-1" dirty="0">
                <a:solidFill>
                  <a:srgbClr val="000000"/>
                </a:solidFill>
                <a:latin typeface="Arial"/>
                <a:ea typeface="Arial"/>
              </a:rPr>
              <a:t>Understand the scope of e-commerce crime and security problems, the key dimensions of e-commerce security, and the tension between security and other values.</a:t>
            </a:r>
            <a:endParaRPr lang="en-IN" sz="2000" b="0" strike="noStrike" spc="-1" dirty="0">
              <a:solidFill>
                <a:srgbClr val="000000"/>
              </a:solidFill>
              <a:latin typeface="Arial"/>
            </a:endParaRPr>
          </a:p>
          <a:p>
            <a:pPr indent="0">
              <a:lnSpc>
                <a:spcPct val="100000"/>
              </a:lnSpc>
              <a:spcBef>
                <a:spcPts val="1500"/>
              </a:spcBef>
              <a:buNone/>
              <a:tabLst>
                <a:tab pos="0" algn="l"/>
              </a:tabLst>
            </a:pPr>
            <a:r>
              <a:rPr lang="en-US" sz="2000" b="1" strike="noStrike" spc="-1" dirty="0">
                <a:solidFill>
                  <a:srgbClr val="007FA3"/>
                </a:solidFill>
                <a:latin typeface="Arial"/>
                <a:ea typeface="Arial"/>
              </a:rPr>
              <a:t>5.2</a:t>
            </a:r>
            <a:r>
              <a:rPr lang="en-US" sz="2000" b="1" strike="noStrike" spc="-1" dirty="0">
                <a:solidFill>
                  <a:srgbClr val="000000"/>
                </a:solidFill>
                <a:latin typeface="Arial"/>
                <a:ea typeface="Arial"/>
              </a:rPr>
              <a:t> </a:t>
            </a:r>
            <a:r>
              <a:rPr lang="en-US" sz="2000" b="0" strike="noStrike" spc="-1" dirty="0">
                <a:solidFill>
                  <a:srgbClr val="000000"/>
                </a:solidFill>
                <a:latin typeface="Arial"/>
                <a:ea typeface="Arial"/>
              </a:rPr>
              <a:t>Identify the key security threats in the e-commerce environment.</a:t>
            </a:r>
            <a:endParaRPr lang="en-IN" sz="2000" b="0" strike="noStrike" spc="-1" dirty="0">
              <a:solidFill>
                <a:srgbClr val="000000"/>
              </a:solidFill>
              <a:latin typeface="Arial"/>
            </a:endParaRPr>
          </a:p>
          <a:p>
            <a:pPr indent="0">
              <a:lnSpc>
                <a:spcPct val="100000"/>
              </a:lnSpc>
              <a:spcBef>
                <a:spcPts val="1500"/>
              </a:spcBef>
              <a:buNone/>
              <a:tabLst>
                <a:tab pos="0" algn="l"/>
              </a:tabLst>
            </a:pPr>
            <a:r>
              <a:rPr lang="en-US" sz="2000" b="1" strike="noStrike" spc="-1" dirty="0">
                <a:solidFill>
                  <a:srgbClr val="007FA3"/>
                </a:solidFill>
                <a:latin typeface="Arial"/>
                <a:ea typeface="Arial"/>
              </a:rPr>
              <a:t>5.3</a:t>
            </a:r>
            <a:r>
              <a:rPr lang="en-US" sz="2000" b="1" strike="noStrike" spc="-1" dirty="0">
                <a:solidFill>
                  <a:srgbClr val="000000"/>
                </a:solidFill>
                <a:latin typeface="Arial"/>
                <a:ea typeface="Arial"/>
              </a:rPr>
              <a:t> </a:t>
            </a:r>
            <a:r>
              <a:rPr lang="en-US" sz="2000" b="0" strike="noStrike" spc="-1" dirty="0">
                <a:solidFill>
                  <a:srgbClr val="000000"/>
                </a:solidFill>
                <a:latin typeface="Arial"/>
                <a:ea typeface="Arial"/>
              </a:rPr>
              <a:t> Appreciate the importance of policies, procedures, and laws in creating security.</a:t>
            </a:r>
            <a:endParaRPr lang="en-IN" sz="2000" b="0" strike="noStrike" spc="-1" dirty="0">
              <a:solidFill>
                <a:srgbClr val="000000"/>
              </a:solidFill>
              <a:latin typeface="Arial"/>
            </a:endParaRPr>
          </a:p>
          <a:p>
            <a:pPr indent="0">
              <a:lnSpc>
                <a:spcPct val="100000"/>
              </a:lnSpc>
              <a:spcBef>
                <a:spcPts val="1500"/>
              </a:spcBef>
              <a:buNone/>
              <a:tabLst>
                <a:tab pos="0" algn="l"/>
              </a:tabLst>
            </a:pPr>
            <a:r>
              <a:rPr lang="en-US" sz="2000" b="1" strike="noStrike" spc="-1" dirty="0">
                <a:solidFill>
                  <a:srgbClr val="007FA3"/>
                </a:solidFill>
                <a:latin typeface="Arial"/>
                <a:ea typeface="Arial"/>
              </a:rPr>
              <a:t>5.4</a:t>
            </a:r>
            <a:r>
              <a:rPr lang="en-US" sz="2000" b="1" spc="-1" dirty="0">
                <a:solidFill>
                  <a:srgbClr val="000000"/>
                </a:solidFill>
                <a:latin typeface="Arial"/>
                <a:ea typeface="Arial"/>
              </a:rPr>
              <a:t> </a:t>
            </a:r>
            <a:r>
              <a:rPr lang="en-US" sz="2000" b="0" strike="noStrike" spc="-1" dirty="0">
                <a:solidFill>
                  <a:srgbClr val="000000"/>
                </a:solidFill>
                <a:latin typeface="Arial"/>
                <a:ea typeface="Arial"/>
              </a:rPr>
              <a:t>Identify the major e-commerce payment systems in use today.</a:t>
            </a:r>
            <a:endParaRPr lang="en-IN" sz="20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5832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200" b="1" strike="noStrike" spc="-1" dirty="0">
                <a:solidFill>
                  <a:srgbClr val="007FA3"/>
                </a:solidFill>
                <a:latin typeface="Arial"/>
                <a:ea typeface="Times New Roman"/>
              </a:rPr>
              <a:t>The E-commerce Security Environment</a:t>
            </a:r>
            <a:endParaRPr lang="en-IN" sz="3200" b="0" strike="noStrike" spc="-1" dirty="0">
              <a:solidFill>
                <a:srgbClr val="000000"/>
              </a:solidFill>
              <a:latin typeface="Arial"/>
            </a:endParaRPr>
          </a:p>
        </p:txBody>
      </p:sp>
      <p:sp>
        <p:nvSpPr>
          <p:cNvPr id="184" name="PlaceHolder 2"/>
          <p:cNvSpPr>
            <a:spLocks noGrp="1"/>
          </p:cNvSpPr>
          <p:nvPr>
            <p:ph/>
          </p:nvPr>
        </p:nvSpPr>
        <p:spPr>
          <a:xfrm>
            <a:off x="457200" y="1312200"/>
            <a:ext cx="8231400" cy="4752360"/>
          </a:xfrm>
          <a:prstGeom prst="rect">
            <a:avLst/>
          </a:prstGeom>
          <a:noFill/>
          <a:ln w="0">
            <a:noFill/>
          </a:ln>
        </p:spPr>
        <p:txBody>
          <a:bodyPr lIns="90000" tIns="91440" rIns="90000" bIns="91440" anchor="t">
            <a:noAutofit/>
          </a:bodyPr>
          <a:lstStyle/>
          <a:p>
            <a:pPr marL="255960" indent="-255600">
              <a:lnSpc>
                <a:spcPct val="100000"/>
              </a:lnSpc>
              <a:spcBef>
                <a:spcPts val="1500"/>
              </a:spcBef>
              <a:buClr>
                <a:srgbClr val="007FA3"/>
              </a:buClr>
              <a:buFont typeface="Arial"/>
              <a:buChar char="•"/>
            </a:pPr>
            <a:r>
              <a:rPr lang="en-US" sz="2400" b="0" strike="noStrike" spc="-1" dirty="0">
                <a:solidFill>
                  <a:schemeClr val="dk1"/>
                </a:solidFill>
                <a:latin typeface="Arial"/>
                <a:ea typeface="Arial"/>
              </a:rPr>
              <a:t>Scope of the problem</a:t>
            </a:r>
            <a:endParaRPr lang="en-IN" sz="2400" b="0" strike="noStrike" spc="-1" dirty="0">
              <a:solidFill>
                <a:srgbClr val="000000"/>
              </a:solidFill>
              <a:latin typeface="Arial"/>
            </a:endParaRPr>
          </a:p>
          <a:p>
            <a:pPr marL="743040" lvl="1" indent="-284400">
              <a:lnSpc>
                <a:spcPct val="100000"/>
              </a:lnSpc>
              <a:spcBef>
                <a:spcPts val="601"/>
              </a:spcBef>
              <a:buClr>
                <a:srgbClr val="007FA3"/>
              </a:buClr>
              <a:buFont typeface="Arial"/>
              <a:buChar char="–"/>
            </a:pPr>
            <a:r>
              <a:rPr lang="en-US" sz="2400" b="0" strike="noStrike" spc="-1" dirty="0">
                <a:solidFill>
                  <a:schemeClr val="dk1"/>
                </a:solidFill>
                <a:latin typeface="Arial"/>
                <a:ea typeface="Arial"/>
              </a:rPr>
              <a:t>Overall size of and losses due to cybercrime unclear</a:t>
            </a:r>
            <a:endParaRPr lang="en-IN" sz="2400" b="0" strike="noStrike" spc="-1" dirty="0">
              <a:solidFill>
                <a:srgbClr val="000000"/>
              </a:solidFill>
              <a:latin typeface="Arial"/>
            </a:endParaRPr>
          </a:p>
          <a:p>
            <a:pPr marL="743040" lvl="1" indent="-284400">
              <a:lnSpc>
                <a:spcPct val="100000"/>
              </a:lnSpc>
              <a:spcBef>
                <a:spcPts val="601"/>
              </a:spcBef>
              <a:buClr>
                <a:srgbClr val="007FA3"/>
              </a:buClr>
              <a:buFont typeface="Arial"/>
              <a:buChar char="–"/>
            </a:pPr>
            <a:r>
              <a:rPr lang="en-US" sz="2400" b="0" strike="noStrike" spc="-1" dirty="0">
                <a:solidFill>
                  <a:schemeClr val="dk1"/>
                </a:solidFill>
                <a:latin typeface="Arial"/>
                <a:ea typeface="Arial"/>
              </a:rPr>
              <a:t>Center for Strategic and International Studies study: Global economic impact of cybercrime and cyberespionage more than $1 trillion; other researchers believe the amount is even higher</a:t>
            </a:r>
            <a:endParaRPr lang="en-IN" sz="2400" b="0" strike="noStrike" spc="-1" dirty="0">
              <a:solidFill>
                <a:srgbClr val="000000"/>
              </a:solidFill>
              <a:latin typeface="Arial"/>
            </a:endParaRPr>
          </a:p>
          <a:p>
            <a:pPr marL="743040" lvl="1" indent="-284400">
              <a:lnSpc>
                <a:spcPct val="100000"/>
              </a:lnSpc>
              <a:spcBef>
                <a:spcPts val="601"/>
              </a:spcBef>
              <a:buClr>
                <a:srgbClr val="007FA3"/>
              </a:buClr>
              <a:buFont typeface="Arial"/>
              <a:buChar char="–"/>
            </a:pPr>
            <a:r>
              <a:rPr lang="en-US" sz="2400" b="0" strike="noStrike" spc="-1" dirty="0">
                <a:solidFill>
                  <a:schemeClr val="dk1"/>
                </a:solidFill>
                <a:latin typeface="Arial"/>
                <a:ea typeface="Arial"/>
              </a:rPr>
              <a:t>IBM Security &amp; </a:t>
            </a:r>
            <a:r>
              <a:rPr lang="en-US" sz="2400" b="0" strike="noStrike" spc="-1" dirty="0" err="1">
                <a:solidFill>
                  <a:schemeClr val="dk1"/>
                </a:solidFill>
                <a:latin typeface="Arial"/>
                <a:ea typeface="Arial"/>
              </a:rPr>
              <a:t>Ponemon</a:t>
            </a:r>
            <a:r>
              <a:rPr lang="en-US" sz="2400" b="0" strike="noStrike" spc="-1" dirty="0">
                <a:solidFill>
                  <a:schemeClr val="dk1"/>
                </a:solidFill>
                <a:latin typeface="Arial"/>
                <a:ea typeface="Arial"/>
              </a:rPr>
              <a:t> Institute 2021 Cost of Data Breach Report: total average cost of a data breach globally was $4.2 million</a:t>
            </a:r>
            <a:r>
              <a:rPr lang="en-US" spc="-1" dirty="0">
                <a:solidFill>
                  <a:schemeClr val="dk1"/>
                </a:solidFill>
                <a:latin typeface="Arial"/>
                <a:ea typeface="Arial"/>
              </a:rPr>
              <a:t>, 2024 was </a:t>
            </a:r>
            <a:r>
              <a:rPr lang="en-US" sz="2400" b="0" strike="noStrike" spc="-1" dirty="0">
                <a:solidFill>
                  <a:schemeClr val="dk1"/>
                </a:solidFill>
                <a:latin typeface="Arial"/>
                <a:ea typeface="Arial"/>
              </a:rPr>
              <a:t>$</a:t>
            </a:r>
            <a:r>
              <a:rPr lang="en-US" spc="-1" dirty="0">
                <a:solidFill>
                  <a:schemeClr val="dk1"/>
                </a:solidFill>
                <a:latin typeface="Arial"/>
                <a:ea typeface="Arial"/>
              </a:rPr>
              <a:t>4.88</a:t>
            </a:r>
            <a:endParaRPr lang="en-IN" sz="2400" b="0" strike="noStrike" spc="-1" dirty="0">
              <a:solidFill>
                <a:srgbClr val="000000"/>
              </a:solidFill>
              <a:latin typeface="Arial"/>
            </a:endParaRPr>
          </a:p>
          <a:p>
            <a:pPr marL="255960" indent="-255600">
              <a:lnSpc>
                <a:spcPct val="100000"/>
              </a:lnSpc>
              <a:spcBef>
                <a:spcPts val="1500"/>
              </a:spcBef>
              <a:buClr>
                <a:srgbClr val="007FA3"/>
              </a:buClr>
              <a:buFont typeface="Arial"/>
              <a:buChar char="•"/>
            </a:pPr>
            <a:r>
              <a:rPr lang="en-US" sz="2400" b="0" strike="noStrike" spc="-1" dirty="0">
                <a:solidFill>
                  <a:schemeClr val="dk1"/>
                </a:solidFill>
                <a:latin typeface="Arial"/>
                <a:ea typeface="Arial"/>
              </a:rPr>
              <a:t>Underground economy marketplaces sell stolen information, malware and more</a:t>
            </a:r>
            <a:endParaRPr lang="en-IN" sz="24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400" b="1" strike="noStrike" spc="-1" dirty="0">
                <a:solidFill>
                  <a:srgbClr val="007FA3"/>
                </a:solidFill>
                <a:latin typeface="Arial"/>
                <a:ea typeface="Times New Roman"/>
              </a:rPr>
              <a:t>What Is Good E-commerce Security?</a:t>
            </a:r>
            <a:endParaRPr lang="en-IN" sz="3400" b="0" strike="noStrike" spc="-1" dirty="0">
              <a:solidFill>
                <a:srgbClr val="000000"/>
              </a:solidFill>
              <a:latin typeface="Arial"/>
            </a:endParaRPr>
          </a:p>
        </p:txBody>
      </p:sp>
      <p:sp>
        <p:nvSpPr>
          <p:cNvPr id="186" name="PlaceHolder 2"/>
          <p:cNvSpPr>
            <a:spLocks noGrp="1"/>
          </p:cNvSpPr>
          <p:nvPr>
            <p:ph/>
          </p:nvPr>
        </p:nvSpPr>
        <p:spPr>
          <a:xfrm>
            <a:off x="457200" y="1554840"/>
            <a:ext cx="8231400" cy="401904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To achieve highest degree of security, use:</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New technologies, </a:t>
            </a:r>
            <a:r>
              <a:rPr lang="en-US" sz="2000" b="0" strike="noStrike" spc="-1" dirty="0">
                <a:solidFill>
                  <a:srgbClr val="000000"/>
                </a:solidFill>
                <a:latin typeface="Arial"/>
                <a:ea typeface="ＭＳ Ｐゴシック"/>
              </a:rPr>
              <a:t>e.g., encryption, MFA</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Organizational policies and procedures,                  </a:t>
            </a:r>
            <a:r>
              <a:rPr lang="en-US" sz="2000" b="0" strike="noStrike" spc="-1" dirty="0">
                <a:solidFill>
                  <a:srgbClr val="000000"/>
                </a:solidFill>
                <a:latin typeface="Arial"/>
                <a:ea typeface="ＭＳ Ｐゴシック"/>
              </a:rPr>
              <a:t>e.g., </a:t>
            </a:r>
            <a:r>
              <a:rPr lang="en-US" sz="2000" spc="-1" dirty="0">
                <a:solidFill>
                  <a:srgbClr val="000000"/>
                </a:solidFill>
                <a:latin typeface="Arial"/>
                <a:ea typeface="ＭＳ Ｐゴシック"/>
              </a:rPr>
              <a:t>No-Password Sharing Policy</a:t>
            </a:r>
            <a:endParaRPr lang="en-IN" sz="2000" spc="-1" dirty="0">
              <a:solidFill>
                <a:srgbClr val="000000"/>
              </a:solidFill>
              <a:latin typeface="Arial"/>
              <a:ea typeface="ＭＳ Ｐゴシック"/>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Industry standards and government laws, </a:t>
            </a:r>
            <a:r>
              <a:rPr lang="en-US" sz="2000" b="0" strike="noStrike" spc="-1" dirty="0">
                <a:solidFill>
                  <a:srgbClr val="000000"/>
                </a:solidFill>
                <a:latin typeface="Arial"/>
                <a:ea typeface="ＭＳ Ｐゴシック"/>
              </a:rPr>
              <a:t>e.g., </a:t>
            </a:r>
            <a:r>
              <a:rPr lang="en-US" sz="2000" spc="-1" dirty="0">
                <a:solidFill>
                  <a:srgbClr val="000000"/>
                </a:solidFill>
                <a:latin typeface="Arial"/>
                <a:ea typeface="ＭＳ Ｐゴシック"/>
              </a:rPr>
              <a:t>GDPR </a:t>
            </a:r>
            <a:endParaRPr lang="en-IN" sz="2000" spc="-1" dirty="0">
              <a:solidFill>
                <a:srgbClr val="000000"/>
              </a:solidFill>
              <a:latin typeface="Arial"/>
              <a:ea typeface="ＭＳ Ｐゴシック"/>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Other factors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Time value of money/information</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Cost of security v</a:t>
            </a:r>
            <a:r>
              <a:rPr lang="en-US" sz="100" b="0" strike="noStrike" spc="-1" dirty="0">
                <a:solidFill>
                  <a:srgbClr val="000000"/>
                </a:solidFill>
                <a:latin typeface="Arial"/>
                <a:ea typeface="ＭＳ Ｐゴシック"/>
              </a:rPr>
              <a:t>ersu</a:t>
            </a:r>
            <a:r>
              <a:rPr lang="en-US" sz="2400" b="0" strike="noStrike" spc="-1" dirty="0">
                <a:solidFill>
                  <a:srgbClr val="000000"/>
                </a:solidFill>
                <a:latin typeface="Arial"/>
                <a:ea typeface="ＭＳ Ｐゴシック"/>
              </a:rPr>
              <a:t>s potential loss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ＭＳ Ｐゴシック"/>
              </a:rPr>
              <a:t>Security often breaks at weakest point</a:t>
            </a:r>
            <a:endParaRPr lang="en-IN" sz="24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200" b="1" strike="noStrike" spc="-1">
                <a:solidFill>
                  <a:srgbClr val="007FA3"/>
                </a:solidFill>
                <a:latin typeface="Arial"/>
                <a:ea typeface="Times New Roman"/>
              </a:rPr>
              <a:t>Figure 5.1 The E-commerce Security Environment</a:t>
            </a:r>
            <a:endParaRPr lang="en-IN" sz="3200" b="0" strike="noStrike" spc="-1">
              <a:solidFill>
                <a:srgbClr val="000000"/>
              </a:solidFill>
              <a:latin typeface="Arial"/>
            </a:endParaRPr>
          </a:p>
        </p:txBody>
      </p:sp>
      <p:pic>
        <p:nvPicPr>
          <p:cNvPr id="188" name="Picture 3" descr="An illustration depicts the e-commerce security environment as being comprised of data, surrounded by technology solutions, organizational policies and procedures, and laws and industry standards. For a full description, see Notes. Press F6."/>
          <p:cNvPicPr/>
          <p:nvPr/>
        </p:nvPicPr>
        <p:blipFill>
          <a:blip r:embed="rId3"/>
          <a:stretch/>
        </p:blipFill>
        <p:spPr>
          <a:xfrm>
            <a:off x="1614600" y="1428840"/>
            <a:ext cx="5252760" cy="481392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2600" b="1" strike="noStrike" spc="-1">
                <a:solidFill>
                  <a:srgbClr val="007FA3"/>
                </a:solidFill>
                <a:latin typeface="Arial"/>
                <a:ea typeface="Times New Roman"/>
              </a:rPr>
              <a:t>Table 5.3 Customer and Merchant Perspectives on the Different Dimensions of E-commerce Security</a:t>
            </a:r>
            <a:endParaRPr lang="en-IN" sz="2600" b="0" strike="noStrike" spc="-1">
              <a:solidFill>
                <a:srgbClr val="000000"/>
              </a:solidFill>
              <a:latin typeface="Arial"/>
            </a:endParaRPr>
          </a:p>
        </p:txBody>
      </p:sp>
      <p:graphicFrame>
        <p:nvGraphicFramePr>
          <p:cNvPr id="190" name="Content Placeholder 3"/>
          <p:cNvGraphicFramePr/>
          <p:nvPr>
            <p:extLst>
              <p:ext uri="{D42A27DB-BD31-4B8C-83A1-F6EECF244321}">
                <p14:modId xmlns:p14="http://schemas.microsoft.com/office/powerpoint/2010/main" val="2059305242"/>
              </p:ext>
            </p:extLst>
          </p:nvPr>
        </p:nvGraphicFramePr>
        <p:xfrm>
          <a:off x="457200" y="1554120"/>
          <a:ext cx="8543160" cy="4587840"/>
        </p:xfrm>
        <a:graphic>
          <a:graphicData uri="http://schemas.openxmlformats.org/drawingml/2006/table">
            <a:tbl>
              <a:tblPr/>
              <a:tblGrid>
                <a:gridCol w="1442520">
                  <a:extLst>
                    <a:ext uri="{9D8B030D-6E8A-4147-A177-3AD203B41FA5}">
                      <a16:colId xmlns:a16="http://schemas.microsoft.com/office/drawing/2014/main" val="20000"/>
                    </a:ext>
                  </a:extLst>
                </a:gridCol>
                <a:gridCol w="3018240">
                  <a:extLst>
                    <a:ext uri="{9D8B030D-6E8A-4147-A177-3AD203B41FA5}">
                      <a16:colId xmlns:a16="http://schemas.microsoft.com/office/drawing/2014/main" val="20001"/>
                    </a:ext>
                  </a:extLst>
                </a:gridCol>
                <a:gridCol w="4082400">
                  <a:extLst>
                    <a:ext uri="{9D8B030D-6E8A-4147-A177-3AD203B41FA5}">
                      <a16:colId xmlns:a16="http://schemas.microsoft.com/office/drawing/2014/main" val="20002"/>
                    </a:ext>
                  </a:extLst>
                </a:gridCol>
              </a:tblGrid>
              <a:tr h="386640">
                <a:tc>
                  <a:txBody>
                    <a:bodyPr/>
                    <a:lstStyle/>
                    <a:p>
                      <a:pPr>
                        <a:lnSpc>
                          <a:spcPct val="100000"/>
                        </a:lnSpc>
                      </a:pPr>
                      <a:r>
                        <a:rPr lang="en-US" sz="1400" b="1" strike="noStrike" spc="-1">
                          <a:solidFill>
                            <a:srgbClr val="000000"/>
                          </a:solidFill>
                          <a:latin typeface="Arial"/>
                          <a:ea typeface="Arial"/>
                        </a:rPr>
                        <a:t>Dimension</a:t>
                      </a:r>
                      <a:endParaRPr lang="en-IN" sz="1400" b="0" strike="noStrike" spc="-1">
                        <a:solidFill>
                          <a:srgbClr val="000000"/>
                        </a:solidFill>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1" strike="noStrike" spc="-1">
                          <a:solidFill>
                            <a:srgbClr val="000000"/>
                          </a:solidFill>
                          <a:latin typeface="Arial"/>
                          <a:ea typeface="Arial"/>
                        </a:rPr>
                        <a:t>Customer’s Perspective</a:t>
                      </a:r>
                      <a:endParaRPr lang="en-IN" sz="1400" b="0" strike="noStrike" spc="-1">
                        <a:solidFill>
                          <a:srgbClr val="000000"/>
                        </a:solidFill>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1" strike="noStrike" spc="-1">
                          <a:solidFill>
                            <a:srgbClr val="000000"/>
                          </a:solidFill>
                          <a:latin typeface="Arial"/>
                          <a:ea typeface="Arial"/>
                        </a:rPr>
                        <a:t>Merchant’s Perspective</a:t>
                      </a:r>
                      <a:endParaRPr lang="en-IN" sz="1400" b="0" strike="noStrike" spc="-1">
                        <a:solidFill>
                          <a:srgbClr val="000000"/>
                        </a:solidFill>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0"/>
                  </a:ext>
                </a:extLst>
              </a:tr>
              <a:tr h="762840">
                <a:tc>
                  <a:txBody>
                    <a:bodyPr/>
                    <a:lstStyle/>
                    <a:p>
                      <a:pPr>
                        <a:lnSpc>
                          <a:spcPct val="100000"/>
                        </a:lnSpc>
                      </a:pPr>
                      <a:r>
                        <a:rPr lang="en-US" sz="1400" b="0" strike="noStrike" spc="-1">
                          <a:solidFill>
                            <a:srgbClr val="000000"/>
                          </a:solidFill>
                          <a:latin typeface="Arial"/>
                          <a:ea typeface="Arial"/>
                        </a:rPr>
                        <a:t>Integrity</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Has information I transmitted or</a:t>
                      </a:r>
                      <a:endParaRPr lang="en-IN" sz="1400" b="0" strike="noStrike" spc="-1" dirty="0">
                        <a:solidFill>
                          <a:srgbClr val="000000"/>
                        </a:solidFill>
                        <a:latin typeface="Arial"/>
                      </a:endParaRPr>
                    </a:p>
                    <a:p>
                      <a:pPr>
                        <a:lnSpc>
                          <a:spcPct val="100000"/>
                        </a:lnSpc>
                      </a:pPr>
                      <a:r>
                        <a:rPr lang="en-US" sz="1400" b="0" strike="noStrike" spc="-1" dirty="0">
                          <a:solidFill>
                            <a:srgbClr val="000000"/>
                          </a:solidFill>
                          <a:latin typeface="Arial"/>
                        </a:rPr>
                        <a:t>received been altered?</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Has data been altered without authorization? Is data being received from customers valid?</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1"/>
                  </a:ext>
                </a:extLst>
              </a:tr>
              <a:tr h="540360">
                <a:tc>
                  <a:txBody>
                    <a:bodyPr/>
                    <a:lstStyle/>
                    <a:p>
                      <a:pPr>
                        <a:lnSpc>
                          <a:spcPct val="100000"/>
                        </a:lnSpc>
                      </a:pPr>
                      <a:r>
                        <a:rPr lang="en-US" sz="1400" b="0" strike="noStrike" spc="-1" dirty="0">
                          <a:solidFill>
                            <a:srgbClr val="000000"/>
                          </a:solidFill>
                          <a:latin typeface="Arial"/>
                        </a:rPr>
                        <a:t>Nonrepudiation</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a:solidFill>
                            <a:srgbClr val="000000"/>
                          </a:solidFill>
                          <a:latin typeface="Arial"/>
                        </a:rPr>
                        <a:t>Can a party to an action with me later deny taking the action?</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a:solidFill>
                            <a:srgbClr val="000000"/>
                          </a:solidFill>
                          <a:latin typeface="Arial"/>
                        </a:rPr>
                        <a:t>Can a customer deny ordering products?</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762840">
                <a:tc>
                  <a:txBody>
                    <a:bodyPr/>
                    <a:lstStyle/>
                    <a:p>
                      <a:pPr>
                        <a:lnSpc>
                          <a:spcPct val="100000"/>
                        </a:lnSpc>
                      </a:pPr>
                      <a:r>
                        <a:rPr lang="en-US" sz="1400" b="0" strike="noStrike" spc="-1">
                          <a:solidFill>
                            <a:srgbClr val="000000"/>
                          </a:solidFill>
                          <a:latin typeface="Arial"/>
                        </a:rPr>
                        <a:t>Authenticity</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Who am I dealing with? How can I be assured that the person or entity is who they claim to be?</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What is the real identity of the customer?</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3"/>
                  </a:ext>
                </a:extLst>
              </a:tr>
              <a:tr h="762840">
                <a:tc>
                  <a:txBody>
                    <a:bodyPr/>
                    <a:lstStyle/>
                    <a:p>
                      <a:pPr>
                        <a:lnSpc>
                          <a:spcPct val="100000"/>
                        </a:lnSpc>
                      </a:pPr>
                      <a:r>
                        <a:rPr lang="en-US" sz="1400" b="0" strike="noStrike" spc="-1">
                          <a:solidFill>
                            <a:srgbClr val="000000"/>
                          </a:solidFill>
                          <a:latin typeface="Arial"/>
                        </a:rPr>
                        <a:t>Confidentiality</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Can someone other than the intended recipient read my messages?</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a:solidFill>
                            <a:srgbClr val="000000"/>
                          </a:solidFill>
                          <a:latin typeface="Arial"/>
                        </a:rPr>
                        <a:t>Are messages or confidential data accessible to anyone other than those authorized to view them?</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985680">
                <a:tc>
                  <a:txBody>
                    <a:bodyPr/>
                    <a:lstStyle/>
                    <a:p>
                      <a:pPr>
                        <a:lnSpc>
                          <a:spcPct val="100000"/>
                        </a:lnSpc>
                      </a:pPr>
                      <a:r>
                        <a:rPr lang="en-US" sz="1400" b="0" strike="noStrike" spc="-1">
                          <a:solidFill>
                            <a:srgbClr val="000000"/>
                          </a:solidFill>
                          <a:latin typeface="Arial"/>
                        </a:rPr>
                        <a:t>Privacy</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a:solidFill>
                            <a:srgbClr val="000000"/>
                          </a:solidFill>
                          <a:latin typeface="Arial"/>
                        </a:rPr>
                        <a:t>Can I control the use of personal information that I am transmitting to an e-commerce merchant?</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Is the personal information of customers being used in an unauthorized manner?</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386640">
                <a:tc>
                  <a:txBody>
                    <a:bodyPr/>
                    <a:lstStyle/>
                    <a:p>
                      <a:pPr>
                        <a:lnSpc>
                          <a:spcPct val="100000"/>
                        </a:lnSpc>
                      </a:pPr>
                      <a:r>
                        <a:rPr lang="en-US" sz="1400" b="0" strike="noStrike" spc="-1">
                          <a:solidFill>
                            <a:srgbClr val="000000"/>
                          </a:solidFill>
                          <a:latin typeface="Arial"/>
                        </a:rPr>
                        <a:t>Availability</a:t>
                      </a:r>
                      <a:endParaRPr lang="en-IN" sz="14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Can I access to site or app?</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nSpc>
                          <a:spcPct val="100000"/>
                        </a:lnSpc>
                      </a:pPr>
                      <a:r>
                        <a:rPr lang="en-US" sz="1400" b="0" strike="noStrike" spc="-1" dirty="0">
                          <a:solidFill>
                            <a:srgbClr val="000000"/>
                          </a:solidFill>
                          <a:latin typeface="Arial"/>
                        </a:rPr>
                        <a:t>Is the site or app operational?</a:t>
                      </a:r>
                      <a:endParaRPr lang="en-IN" sz="1400" b="0" strike="noStrike" spc="-1" dirty="0">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200" b="1" strike="noStrike" spc="-1" dirty="0">
                <a:solidFill>
                  <a:srgbClr val="007FA3"/>
                </a:solidFill>
                <a:latin typeface="Arial"/>
                <a:ea typeface="Times New Roman"/>
              </a:rPr>
              <a:t>The Tension Between Security and Other Values</a:t>
            </a:r>
            <a:endParaRPr lang="en-IN" sz="3200" b="0" strike="noStrike" spc="-1" dirty="0">
              <a:solidFill>
                <a:srgbClr val="000000"/>
              </a:solidFill>
              <a:latin typeface="Arial"/>
            </a:endParaRPr>
          </a:p>
        </p:txBody>
      </p:sp>
      <p:sp>
        <p:nvSpPr>
          <p:cNvPr id="192" name="PlaceHolder 2"/>
          <p:cNvSpPr>
            <a:spLocks noGrp="1"/>
          </p:cNvSpPr>
          <p:nvPr>
            <p:ph/>
          </p:nvPr>
        </p:nvSpPr>
        <p:spPr>
          <a:xfrm>
            <a:off x="457200" y="1554840"/>
            <a:ext cx="8115480" cy="447300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Security is not an unmitigated good.</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Tensions between security and ease of use</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The more security measures added, the more difficult a site is to use, and the slower it becomes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Too much security can harm profitability; not enough can put a business out of business</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Possible solution: adaptive approach to security</a:t>
            </a:r>
            <a:endParaRPr lang="en-IN" sz="2400" b="0" strike="noStrike" spc="-1" dirty="0">
              <a:solidFill>
                <a:srgbClr val="000000"/>
              </a:solidFill>
              <a:latin typeface="Arial"/>
            </a:endParaRPr>
          </a:p>
          <a:p>
            <a:pPr marL="742680" lvl="1" indent="-2556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Segment users by risk profile</a:t>
            </a:r>
            <a:endParaRPr lang="en-IN" sz="2400" b="0" strike="noStrike" spc="-1" dirty="0">
              <a:solidFill>
                <a:srgbClr val="000000"/>
              </a:solidFill>
              <a:latin typeface="Arial"/>
            </a:endParaRPr>
          </a:p>
          <a:p>
            <a:pPr marL="742680" lvl="1" indent="-2556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Adjust security settings to users’ preferences</a:t>
            </a:r>
            <a:endParaRPr lang="en-IN" sz="24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200" b="1" strike="noStrike" spc="-1">
                <a:solidFill>
                  <a:srgbClr val="007FA3"/>
                </a:solidFill>
                <a:latin typeface="Arial"/>
                <a:ea typeface="Times New Roman"/>
              </a:rPr>
              <a:t>Security Threats in the E-commerce Environment</a:t>
            </a:r>
            <a:endParaRPr lang="en-IN" sz="3200" b="0" strike="noStrike" spc="-1">
              <a:solidFill>
                <a:srgbClr val="000000"/>
              </a:solidFill>
              <a:latin typeface="Arial"/>
            </a:endParaRPr>
          </a:p>
        </p:txBody>
      </p:sp>
      <p:sp>
        <p:nvSpPr>
          <p:cNvPr id="194" name="PlaceHolder 2"/>
          <p:cNvSpPr>
            <a:spLocks noGrp="1"/>
          </p:cNvSpPr>
          <p:nvPr>
            <p:ph/>
          </p:nvPr>
        </p:nvSpPr>
        <p:spPr>
          <a:xfrm>
            <a:off x="457200" y="1554840"/>
            <a:ext cx="8231400" cy="299412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a:solidFill>
                  <a:srgbClr val="000000"/>
                </a:solidFill>
                <a:latin typeface="Arial"/>
                <a:ea typeface="Arial"/>
              </a:rPr>
              <a:t>Three key points of vulnerability in e-commerce environment</a:t>
            </a:r>
            <a:endParaRPr lang="en-IN" sz="2400" b="0" strike="noStrike" spc="-1">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a:solidFill>
                  <a:srgbClr val="000000"/>
                </a:solidFill>
                <a:latin typeface="Arial"/>
                <a:ea typeface="Arial"/>
              </a:rPr>
              <a:t>Client</a:t>
            </a:r>
            <a:endParaRPr lang="en-IN" sz="2400" b="0" strike="noStrike" spc="-1">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a:solidFill>
                  <a:srgbClr val="000000"/>
                </a:solidFill>
                <a:latin typeface="Arial"/>
                <a:ea typeface="Arial"/>
              </a:rPr>
              <a:t>Server</a:t>
            </a:r>
            <a:endParaRPr lang="en-IN" sz="2400" b="0" strike="noStrike" spc="-1">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a:solidFill>
                  <a:srgbClr val="000000"/>
                </a:solidFill>
                <a:latin typeface="Arial"/>
                <a:ea typeface="Arial"/>
              </a:rPr>
              <a:t>Communications pipeline (Internet communications channels)</a:t>
            </a:r>
            <a:endParaRPr lang="en-IN" sz="24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15280"/>
            <a:ext cx="699912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200" b="1" strike="noStrike" spc="-1" dirty="0">
                <a:solidFill>
                  <a:srgbClr val="007FA3"/>
                </a:solidFill>
                <a:latin typeface="Arial"/>
                <a:ea typeface="Times New Roman"/>
              </a:rPr>
              <a:t>Figure 5.2 Vulnerable Points in an E-commerce Transaction</a:t>
            </a:r>
            <a:endParaRPr lang="en-IN" sz="3200" b="0" strike="noStrike" spc="-1" dirty="0">
              <a:solidFill>
                <a:srgbClr val="000000"/>
              </a:solidFill>
              <a:latin typeface="Arial"/>
            </a:endParaRPr>
          </a:p>
        </p:txBody>
      </p:sp>
      <p:pic>
        <p:nvPicPr>
          <p:cNvPr id="196" name="Picture 3" descr="An illustration depicts the vulnerable points in a typical e-commerce transactions. For a full description, see Notes. Press F6."/>
          <p:cNvPicPr/>
          <p:nvPr/>
        </p:nvPicPr>
        <p:blipFill>
          <a:blip r:embed="rId3"/>
          <a:stretch/>
        </p:blipFill>
        <p:spPr>
          <a:xfrm>
            <a:off x="1761840" y="1312560"/>
            <a:ext cx="5618880" cy="4710600"/>
          </a:xfrm>
          <a:prstGeom prst="rect">
            <a:avLst/>
          </a:prstGeom>
          <a:ln w="0">
            <a:noFill/>
          </a:ln>
        </p:spPr>
      </p:pic>
      <p:sp>
        <p:nvSpPr>
          <p:cNvPr id="3" name="TextBox 2">
            <a:extLst>
              <a:ext uri="{FF2B5EF4-FFF2-40B4-BE49-F238E27FC236}">
                <a16:creationId xmlns:a16="http://schemas.microsoft.com/office/drawing/2014/main" id="{1FF5C71D-5889-C74D-FDCD-411B942E93D2}"/>
              </a:ext>
            </a:extLst>
          </p:cNvPr>
          <p:cNvSpPr txBox="1"/>
          <p:nvPr/>
        </p:nvSpPr>
        <p:spPr>
          <a:xfrm>
            <a:off x="1465095" y="6511915"/>
            <a:ext cx="2468730" cy="261610"/>
          </a:xfrm>
          <a:prstGeom prst="rect">
            <a:avLst/>
          </a:prstGeom>
          <a:noFill/>
        </p:spPr>
        <p:txBody>
          <a:bodyPr wrap="square">
            <a:spAutoFit/>
          </a:bodyPr>
          <a:lstStyle/>
          <a:p>
            <a:r>
              <a:rPr lang="en-US" sz="1100" dirty="0"/>
              <a:t>Distributed Denial of Service Attack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457200" y="2952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dirty="0">
                <a:solidFill>
                  <a:srgbClr val="007FA3"/>
                </a:solidFill>
                <a:latin typeface="Arial"/>
                <a:ea typeface="Times New Roman"/>
              </a:rPr>
              <a:t>Malicious Code/Malware</a:t>
            </a:r>
            <a:endParaRPr lang="en-IN" sz="3600" b="0" strike="noStrike" spc="-1" dirty="0">
              <a:solidFill>
                <a:srgbClr val="000000"/>
              </a:solidFill>
              <a:latin typeface="Arial"/>
            </a:endParaRPr>
          </a:p>
        </p:txBody>
      </p:sp>
      <p:sp>
        <p:nvSpPr>
          <p:cNvPr id="198" name="PlaceHolder 2"/>
          <p:cNvSpPr>
            <a:spLocks noGrp="1"/>
          </p:cNvSpPr>
          <p:nvPr>
            <p:ph/>
          </p:nvPr>
        </p:nvSpPr>
        <p:spPr>
          <a:xfrm>
            <a:off x="457200" y="1226160"/>
            <a:ext cx="8231400" cy="475236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Exploits and exploit kits</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Drive-by downloads</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Malvertising</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Viruses</a:t>
            </a:r>
            <a:r>
              <a:rPr lang="en-US" sz="2200" spc="-1" dirty="0">
                <a:solidFill>
                  <a:srgbClr val="000000"/>
                </a:solidFill>
                <a:latin typeface="Arial"/>
                <a:ea typeface="Arial"/>
              </a:rPr>
              <a:t>,</a:t>
            </a:r>
            <a:r>
              <a:rPr lang="en-US" sz="2200" b="0" strike="noStrike" spc="-1" dirty="0">
                <a:solidFill>
                  <a:srgbClr val="000000"/>
                </a:solidFill>
                <a:latin typeface="Arial"/>
                <a:ea typeface="Arial"/>
              </a:rPr>
              <a:t> with user intervention e.g., open word file</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Worms, without user intervention</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Ransomware, encrypting your files</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Trojan horses, e.g., useful programs</a:t>
            </a:r>
            <a:r>
              <a:rPr lang="en-US" sz="2200" spc="-1" dirty="0">
                <a:solidFill>
                  <a:srgbClr val="000000"/>
                </a:solidFill>
                <a:latin typeface="Arial"/>
                <a:ea typeface="Arial"/>
              </a:rPr>
              <a:t>- Game Cracker</a:t>
            </a:r>
            <a:endParaRPr lang="en-IN" sz="22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200" b="0" strike="noStrike" spc="-1" dirty="0">
                <a:solidFill>
                  <a:srgbClr val="000000"/>
                </a:solidFill>
                <a:latin typeface="Arial"/>
                <a:ea typeface="Arial"/>
              </a:rPr>
              <a:t>Backdoors</a:t>
            </a:r>
            <a:endParaRPr lang="en-IN" sz="2200" b="0" strike="noStrike" spc="-1" dirty="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a:solidFill>
                  <a:srgbClr val="007FA3"/>
                </a:solidFill>
                <a:latin typeface="Arial"/>
                <a:ea typeface="Times New Roman"/>
              </a:rPr>
              <a:t>Potentially Unwanted Programs</a:t>
            </a:r>
            <a:endParaRPr lang="en-IN" sz="3600" b="0" strike="noStrike" spc="-1">
              <a:solidFill>
                <a:srgbClr val="000000"/>
              </a:solidFill>
              <a:latin typeface="Arial"/>
            </a:endParaRPr>
          </a:p>
        </p:txBody>
      </p:sp>
      <p:sp>
        <p:nvSpPr>
          <p:cNvPr id="202" name="PlaceHolder 2"/>
          <p:cNvSpPr>
            <a:spLocks noGrp="1"/>
          </p:cNvSpPr>
          <p:nvPr>
            <p:ph/>
          </p:nvPr>
        </p:nvSpPr>
        <p:spPr>
          <a:xfrm>
            <a:off x="457200" y="1554840"/>
            <a:ext cx="8231400" cy="462996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Also referred to as potentially unwanted applications.</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Include:</a:t>
            </a:r>
            <a:endParaRPr lang="en-IN" sz="2400" b="0" strike="noStrike" spc="-1" dirty="0">
              <a:solidFill>
                <a:srgbClr val="000000"/>
              </a:solidFill>
              <a:latin typeface="Arial"/>
            </a:endParaRPr>
          </a:p>
          <a:p>
            <a:pPr marL="742680" lvl="1" indent="-2556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Browser parasites</a:t>
            </a:r>
            <a:endParaRPr lang="en-IN" sz="2400" b="0" strike="noStrike" spc="-1" dirty="0">
              <a:solidFill>
                <a:srgbClr val="000000"/>
              </a:solidFill>
              <a:latin typeface="Arial"/>
            </a:endParaRPr>
          </a:p>
          <a:p>
            <a:pPr marL="1141560" lvl="2" indent="-284400">
              <a:lnSpc>
                <a:spcPct val="100000"/>
              </a:lnSpc>
              <a:spcBef>
                <a:spcPts val="601"/>
              </a:spcBef>
              <a:buClr>
                <a:srgbClr val="007FA3"/>
              </a:buClr>
              <a:buFont typeface="Wingdings" charset="2"/>
              <a:buChar char=""/>
            </a:pPr>
            <a:r>
              <a:rPr lang="en-US" sz="2400" b="0" strike="noStrike" spc="-1" dirty="0">
                <a:solidFill>
                  <a:srgbClr val="000000"/>
                </a:solidFill>
                <a:latin typeface="Arial"/>
                <a:ea typeface="Arial"/>
              </a:rPr>
              <a:t>Monitor and change user’s browser</a:t>
            </a:r>
            <a:endParaRPr lang="en-IN" sz="2400" b="0" strike="noStrike" spc="-1" dirty="0">
              <a:solidFill>
                <a:srgbClr val="000000"/>
              </a:solidFill>
              <a:latin typeface="Arial"/>
            </a:endParaRPr>
          </a:p>
          <a:p>
            <a:pPr marL="1142640" lvl="2" indent="-255600">
              <a:lnSpc>
                <a:spcPct val="100000"/>
              </a:lnSpc>
              <a:spcBef>
                <a:spcPts val="601"/>
              </a:spcBef>
              <a:buClr>
                <a:srgbClr val="007FA3"/>
              </a:buClr>
              <a:buFont typeface="Wingdings" charset="2"/>
              <a:buChar char=""/>
            </a:pPr>
            <a:r>
              <a:rPr lang="en-US" sz="2400" b="0" strike="noStrike" spc="-1" dirty="0">
                <a:solidFill>
                  <a:srgbClr val="000000"/>
                </a:solidFill>
                <a:latin typeface="Arial"/>
                <a:ea typeface="Arial"/>
              </a:rPr>
              <a:t>Can be used for cryptojacking</a:t>
            </a:r>
            <a:endParaRPr lang="en-IN" sz="2400" b="0" strike="noStrike" spc="-1" dirty="0">
              <a:solidFill>
                <a:srgbClr val="000000"/>
              </a:solidFill>
              <a:latin typeface="Arial"/>
            </a:endParaRPr>
          </a:p>
          <a:p>
            <a:pPr marL="742680" lvl="1" indent="-2556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Adware</a:t>
            </a:r>
            <a:endParaRPr lang="en-IN" sz="2400" b="0" strike="noStrike" spc="-1" dirty="0">
              <a:solidFill>
                <a:srgbClr val="000000"/>
              </a:solidFill>
              <a:latin typeface="Arial"/>
            </a:endParaRPr>
          </a:p>
          <a:p>
            <a:pPr marL="1141560" lvl="2" indent="-284400">
              <a:lnSpc>
                <a:spcPct val="100000"/>
              </a:lnSpc>
              <a:spcBef>
                <a:spcPts val="601"/>
              </a:spcBef>
              <a:buClr>
                <a:srgbClr val="007FA3"/>
              </a:buClr>
              <a:buFont typeface="Wingdings" charset="2"/>
              <a:buChar char=""/>
            </a:pPr>
            <a:r>
              <a:rPr lang="en-US" sz="2400" b="0" strike="noStrike" spc="-1" dirty="0">
                <a:solidFill>
                  <a:srgbClr val="000000"/>
                </a:solidFill>
                <a:latin typeface="Arial"/>
                <a:ea typeface="Arial"/>
              </a:rPr>
              <a:t>Used to call pop-up ads</a:t>
            </a:r>
            <a:endParaRPr lang="en-IN" sz="2400" b="0" strike="noStrike" spc="-1" dirty="0">
              <a:solidFill>
                <a:srgbClr val="000000"/>
              </a:solidFill>
              <a:latin typeface="Arial"/>
            </a:endParaRPr>
          </a:p>
          <a:p>
            <a:pPr marL="742680" lvl="1" indent="-2556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Spyware</a:t>
            </a:r>
            <a:endParaRPr lang="en-IN" sz="2400" b="0" strike="noStrike" spc="-1" dirty="0">
              <a:solidFill>
                <a:srgbClr val="000000"/>
              </a:solidFill>
              <a:latin typeface="Arial"/>
            </a:endParaRPr>
          </a:p>
          <a:p>
            <a:pPr marL="1141560" lvl="2" indent="-284400">
              <a:lnSpc>
                <a:spcPct val="100000"/>
              </a:lnSpc>
              <a:spcBef>
                <a:spcPts val="601"/>
              </a:spcBef>
              <a:buClr>
                <a:srgbClr val="007FA3"/>
              </a:buClr>
              <a:buFont typeface="Wingdings" charset="2"/>
              <a:buChar char=""/>
            </a:pPr>
            <a:r>
              <a:rPr lang="en-US" sz="2400" b="0" strike="noStrike" spc="-1" dirty="0">
                <a:solidFill>
                  <a:srgbClr val="000000"/>
                </a:solidFill>
                <a:latin typeface="Arial"/>
                <a:ea typeface="Arial"/>
              </a:rPr>
              <a:t>Tracks users’ keystrokes, e-mails, I</a:t>
            </a:r>
            <a:r>
              <a:rPr lang="en-US" sz="100" b="0" strike="noStrike" spc="-1" dirty="0">
                <a:solidFill>
                  <a:srgbClr val="000000"/>
                </a:solidFill>
                <a:latin typeface="Arial"/>
                <a:ea typeface="Arial"/>
              </a:rPr>
              <a:t> </a:t>
            </a:r>
            <a:r>
              <a:rPr lang="en-US" sz="2400" b="0" strike="noStrike" spc="-1" dirty="0">
                <a:solidFill>
                  <a:srgbClr val="000000"/>
                </a:solidFill>
                <a:latin typeface="Arial"/>
                <a:ea typeface="Arial"/>
              </a:rPr>
              <a:t>M</a:t>
            </a:r>
            <a:r>
              <a:rPr lang="en-US" sz="100" b="0" strike="noStrike" spc="-1" dirty="0">
                <a:solidFill>
                  <a:srgbClr val="000000"/>
                </a:solidFill>
                <a:latin typeface="Arial"/>
                <a:ea typeface="Arial"/>
              </a:rPr>
              <a:t> </a:t>
            </a:r>
            <a:r>
              <a:rPr lang="en-US" sz="2400" b="0" strike="noStrike" spc="-1" dirty="0">
                <a:solidFill>
                  <a:srgbClr val="000000"/>
                </a:solidFill>
                <a:latin typeface="Arial"/>
                <a:ea typeface="Arial"/>
              </a:rPr>
              <a:t>s, etc.</a:t>
            </a:r>
            <a:endParaRPr lang="en-IN" sz="2400" b="0" strike="noStrike"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dirty="0">
                <a:solidFill>
                  <a:srgbClr val="007FA3"/>
                </a:solidFill>
                <a:latin typeface="Arial"/>
                <a:ea typeface="Times New Roman"/>
              </a:rPr>
              <a:t>Phishing</a:t>
            </a:r>
            <a:endParaRPr lang="en-IN" sz="3600" b="0" strike="noStrike" spc="-1" dirty="0">
              <a:solidFill>
                <a:srgbClr val="000000"/>
              </a:solidFill>
              <a:latin typeface="Arial"/>
            </a:endParaRPr>
          </a:p>
        </p:txBody>
      </p:sp>
      <p:sp>
        <p:nvSpPr>
          <p:cNvPr id="204" name="PlaceHolder 2"/>
          <p:cNvSpPr>
            <a:spLocks noGrp="1"/>
          </p:cNvSpPr>
          <p:nvPr>
            <p:ph/>
          </p:nvPr>
        </p:nvSpPr>
        <p:spPr>
          <a:xfrm>
            <a:off x="457200" y="1554839"/>
            <a:ext cx="8231400" cy="4701581"/>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Any deceptive, online attempt by a third party to obtain confidential information for financial gain</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Tactics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Social engineering, e.g., scammer call</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E-mail scams and B</a:t>
            </a:r>
            <a:r>
              <a:rPr lang="en-US" sz="100" b="0" strike="noStrike" spc="-1" dirty="0">
                <a:solidFill>
                  <a:srgbClr val="000000"/>
                </a:solidFill>
                <a:latin typeface="Arial"/>
                <a:ea typeface="Arial"/>
              </a:rPr>
              <a:t> </a:t>
            </a:r>
            <a:r>
              <a:rPr lang="en-US" sz="2400" b="0" strike="noStrike" spc="-1" dirty="0">
                <a:solidFill>
                  <a:srgbClr val="000000"/>
                </a:solidFill>
                <a:latin typeface="Arial"/>
                <a:ea typeface="Arial"/>
              </a:rPr>
              <a:t>E</a:t>
            </a:r>
            <a:r>
              <a:rPr lang="en-US" sz="100" b="0" strike="noStrike" spc="-1" dirty="0">
                <a:solidFill>
                  <a:srgbClr val="000000"/>
                </a:solidFill>
                <a:latin typeface="Arial"/>
                <a:ea typeface="Arial"/>
              </a:rPr>
              <a:t> </a:t>
            </a:r>
            <a:r>
              <a:rPr lang="en-US" sz="2400" b="0" strike="noStrike" spc="-1" dirty="0">
                <a:solidFill>
                  <a:srgbClr val="000000"/>
                </a:solidFill>
                <a:latin typeface="Arial"/>
                <a:ea typeface="Arial"/>
              </a:rPr>
              <a:t>C phishing</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Spear phishing/directed, </a:t>
            </a:r>
            <a:r>
              <a:rPr lang="en-US" sz="2000" b="0" strike="noStrike" spc="-1" dirty="0">
                <a:solidFill>
                  <a:srgbClr val="000000"/>
                </a:solidFill>
                <a:latin typeface="Arial"/>
                <a:ea typeface="Arial"/>
              </a:rPr>
              <a:t>specific individuals or entities, using personal information to make the message more convincing. LinkedIn</a:t>
            </a:r>
            <a:endParaRPr lang="en-IN" sz="20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Used for identity fraud and theft</a:t>
            </a:r>
          </a:p>
          <a:p>
            <a:pPr marL="255600" indent="-255600">
              <a:lnSpc>
                <a:spcPct val="100000"/>
              </a:lnSpc>
              <a:spcBef>
                <a:spcPts val="1500"/>
              </a:spcBef>
              <a:buClr>
                <a:srgbClr val="007FA3"/>
              </a:buClr>
              <a:buFont typeface="Arial"/>
              <a:buChar char="•"/>
            </a:pPr>
            <a:endParaRPr lang="en-US" sz="2400" spc="-1" dirty="0">
              <a:solidFill>
                <a:srgbClr val="000000"/>
              </a:solidFill>
              <a:latin typeface="Arial"/>
            </a:endParaRPr>
          </a:p>
          <a:p>
            <a:pPr marL="255600" indent="-255600">
              <a:lnSpc>
                <a:spcPct val="100000"/>
              </a:lnSpc>
              <a:spcBef>
                <a:spcPts val="1500"/>
              </a:spcBef>
              <a:buClr>
                <a:srgbClr val="007FA3"/>
              </a:buClr>
              <a:buFont typeface="Arial"/>
              <a:buChar char="•"/>
            </a:pPr>
            <a:r>
              <a:rPr lang="en-US" sz="2000" b="0" strike="noStrike" spc="-1" dirty="0">
                <a:solidFill>
                  <a:srgbClr val="000000"/>
                </a:solidFill>
                <a:latin typeface="Arial"/>
                <a:ea typeface="Arial"/>
              </a:rPr>
              <a:t>B</a:t>
            </a:r>
            <a:r>
              <a:rPr lang="en-US" sz="100" b="0" strike="noStrike" spc="-1" dirty="0">
                <a:solidFill>
                  <a:srgbClr val="000000"/>
                </a:solidFill>
                <a:latin typeface="Arial"/>
                <a:ea typeface="Arial"/>
              </a:rPr>
              <a:t> </a:t>
            </a:r>
            <a:r>
              <a:rPr lang="en-US" sz="2000" b="0" strike="noStrike" spc="-1" dirty="0">
                <a:solidFill>
                  <a:srgbClr val="000000"/>
                </a:solidFill>
                <a:latin typeface="Arial"/>
                <a:ea typeface="Arial"/>
              </a:rPr>
              <a:t>E</a:t>
            </a:r>
            <a:r>
              <a:rPr lang="en-US" sz="100" b="0" strike="noStrike" spc="-1" dirty="0">
                <a:solidFill>
                  <a:srgbClr val="000000"/>
                </a:solidFill>
                <a:latin typeface="Arial"/>
                <a:ea typeface="Arial"/>
              </a:rPr>
              <a:t> </a:t>
            </a:r>
            <a:r>
              <a:rPr lang="en-US" sz="2000" b="0" strike="noStrike" spc="-1" dirty="0">
                <a:solidFill>
                  <a:srgbClr val="000000"/>
                </a:solidFill>
                <a:latin typeface="Arial"/>
                <a:ea typeface="Arial"/>
              </a:rPr>
              <a:t>C: Business Email Compromise</a:t>
            </a:r>
            <a:endParaRPr lang="en-IN" sz="20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dirty="0">
                <a:solidFill>
                  <a:srgbClr val="007FA3"/>
                </a:solidFill>
                <a:latin typeface="Arial"/>
                <a:ea typeface="Times New Roman"/>
              </a:rPr>
              <a:t>Credit Card Fraud/Theft</a:t>
            </a:r>
            <a:endParaRPr lang="en-IN" sz="3600" b="0" strike="noStrike" spc="-1" dirty="0">
              <a:solidFill>
                <a:srgbClr val="000000"/>
              </a:solidFill>
              <a:latin typeface="Arial"/>
            </a:endParaRPr>
          </a:p>
        </p:txBody>
      </p:sp>
      <p:sp>
        <p:nvSpPr>
          <p:cNvPr id="210" name="PlaceHolder 2"/>
          <p:cNvSpPr>
            <a:spLocks noGrp="1"/>
          </p:cNvSpPr>
          <p:nvPr>
            <p:ph/>
          </p:nvPr>
        </p:nvSpPr>
        <p:spPr>
          <a:xfrm>
            <a:off x="457200" y="1554840"/>
            <a:ext cx="8079840" cy="379440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One of most feared occurrences, despite federal law limits on liability</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Systematic hacking and looting of corporate servers is primary cause</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Central security issue: establishing customer identity</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E-signatures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Multi-factor authentication</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Fingerprint identification</a:t>
            </a:r>
            <a:endParaRPr lang="en-IN" sz="2400" b="0" strike="noStrike" spc="-1" dirty="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a:solidFill>
                  <a:srgbClr val="007FA3"/>
                </a:solidFill>
                <a:latin typeface="Arial"/>
                <a:ea typeface="Times New Roman"/>
              </a:rPr>
              <a:t>Identity Fraud/Theft</a:t>
            </a:r>
            <a:endParaRPr lang="en-IN" sz="3600" b="0" strike="noStrike" spc="-1">
              <a:solidFill>
                <a:srgbClr val="000000"/>
              </a:solidFill>
              <a:latin typeface="Arial"/>
            </a:endParaRPr>
          </a:p>
        </p:txBody>
      </p:sp>
      <p:sp>
        <p:nvSpPr>
          <p:cNvPr id="212" name="PlaceHolder 2"/>
          <p:cNvSpPr>
            <a:spLocks noGrp="1"/>
          </p:cNvSpPr>
          <p:nvPr>
            <p:ph/>
          </p:nvPr>
        </p:nvSpPr>
        <p:spPr>
          <a:xfrm>
            <a:off x="457200" y="1554840"/>
            <a:ext cx="8231400" cy="371268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Unauthorized use of another person’s personal data for illegal financial benefit</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Social security number</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Driver’s license</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Credit card numbers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Usernames/passwords</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2021: </a:t>
            </a:r>
            <a:r>
              <a:rPr lang="en-US" sz="2400" b="0" strike="noStrike" spc="-1" dirty="0">
                <a:solidFill>
                  <a:schemeClr val="dk1"/>
                </a:solidFill>
                <a:latin typeface="Arial"/>
                <a:ea typeface="Arial"/>
              </a:rPr>
              <a:t>About 15 </a:t>
            </a:r>
            <a:r>
              <a:rPr lang="en-US" sz="2400" b="0" strike="noStrike" spc="-1" dirty="0">
                <a:solidFill>
                  <a:srgbClr val="000000"/>
                </a:solidFill>
                <a:latin typeface="Arial"/>
                <a:ea typeface="Arial"/>
              </a:rPr>
              <a:t>million U.S. consumers suffered identity fraud</a:t>
            </a:r>
            <a:endParaRPr lang="en-IN" sz="2400" b="0" strike="noStrike" spc="-1" dirty="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dirty="0">
                <a:solidFill>
                  <a:srgbClr val="007FA3"/>
                </a:solidFill>
                <a:latin typeface="Arial"/>
                <a:ea typeface="Times New Roman"/>
              </a:rPr>
              <a:t>Insider Attacks</a:t>
            </a:r>
            <a:endParaRPr lang="en-IN" sz="3600" b="0" strike="noStrike" spc="-1" dirty="0">
              <a:solidFill>
                <a:srgbClr val="000000"/>
              </a:solidFill>
              <a:latin typeface="Arial"/>
            </a:endParaRPr>
          </a:p>
        </p:txBody>
      </p:sp>
      <p:sp>
        <p:nvSpPr>
          <p:cNvPr id="220" name="PlaceHolder 2"/>
          <p:cNvSpPr>
            <a:spLocks noGrp="1"/>
          </p:cNvSpPr>
          <p:nvPr>
            <p:ph/>
          </p:nvPr>
        </p:nvSpPr>
        <p:spPr>
          <a:xfrm>
            <a:off x="457200" y="1554840"/>
            <a:ext cx="8091720" cy="312444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Biggest financial threat to businesses comes from insider embezzlement</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Employee access to privileged information</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Poor security procedures</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Insiders more likely to be source of cyberattacks than outsiders</a:t>
            </a:r>
            <a:endParaRPr lang="en-IN" sz="2400" b="0" strike="noStrike" spc="-1" dirty="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15280"/>
            <a:ext cx="8228160" cy="1095840"/>
          </a:xfrm>
          <a:prstGeom prst="rect">
            <a:avLst/>
          </a:prstGeom>
          <a:noFill/>
          <a:ln w="0">
            <a:noFill/>
          </a:ln>
        </p:spPr>
        <p:txBody>
          <a:bodyPr lIns="90000" tIns="91440" rIns="90000" bIns="91440" anchor="b">
            <a:noAutofit/>
          </a:bodyPr>
          <a:lstStyle/>
          <a:p>
            <a:pPr indent="0">
              <a:lnSpc>
                <a:spcPct val="100000"/>
              </a:lnSpc>
              <a:buNone/>
              <a:tabLst>
                <a:tab pos="0" algn="l"/>
              </a:tabLst>
            </a:pPr>
            <a:r>
              <a:rPr lang="en-US" sz="3600" b="1" strike="noStrike" spc="-1">
                <a:solidFill>
                  <a:srgbClr val="007FA3"/>
                </a:solidFill>
                <a:latin typeface="Arial"/>
                <a:ea typeface="Times New Roman"/>
              </a:rPr>
              <a:t>Social Network Security Issues</a:t>
            </a:r>
            <a:endParaRPr lang="en-IN" sz="3600" b="0" strike="noStrike" spc="-1">
              <a:solidFill>
                <a:srgbClr val="000000"/>
              </a:solidFill>
              <a:latin typeface="Arial"/>
            </a:endParaRPr>
          </a:p>
        </p:txBody>
      </p:sp>
      <p:sp>
        <p:nvSpPr>
          <p:cNvPr id="226" name="PlaceHolder 2"/>
          <p:cNvSpPr>
            <a:spLocks noGrp="1"/>
          </p:cNvSpPr>
          <p:nvPr>
            <p:ph/>
          </p:nvPr>
        </p:nvSpPr>
        <p:spPr>
          <a:xfrm>
            <a:off x="457200" y="1554840"/>
            <a:ext cx="7963560" cy="4290840"/>
          </a:xfrm>
          <a:prstGeom prst="rect">
            <a:avLst/>
          </a:prstGeom>
          <a:noFill/>
          <a:ln w="0">
            <a:noFill/>
          </a:ln>
        </p:spPr>
        <p:txBody>
          <a:bodyPr lIns="90000" tIns="91440" rIns="90000" bIns="91440" anchor="t">
            <a:noAutofit/>
          </a:bodyPr>
          <a:lstStyle/>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Social networks an environment for:</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Viruses, site takeovers, identity fraud, malware-loaded apps, click hijacking, phishing, spam</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Twitter hack used social engineering to take control of dozens of prominent accounts and post Bitcoin scam</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Manual sharing scams</a:t>
            </a:r>
            <a:endParaRPr lang="en-IN" sz="2400" b="0" strike="noStrike" spc="-1" dirty="0">
              <a:solidFill>
                <a:srgbClr val="000000"/>
              </a:solidFill>
              <a:latin typeface="Arial"/>
            </a:endParaRPr>
          </a:p>
          <a:p>
            <a:pPr marL="741600" lvl="1" indent="-284400">
              <a:lnSpc>
                <a:spcPct val="100000"/>
              </a:lnSpc>
              <a:spcBef>
                <a:spcPts val="601"/>
              </a:spcBef>
              <a:buClr>
                <a:srgbClr val="007FA3"/>
              </a:buClr>
              <a:buFont typeface="Arial"/>
              <a:buChar char="–"/>
            </a:pPr>
            <a:r>
              <a:rPr lang="en-US" sz="2400" b="0" strike="noStrike" spc="-1" dirty="0">
                <a:solidFill>
                  <a:srgbClr val="000000"/>
                </a:solidFill>
                <a:latin typeface="Arial"/>
                <a:ea typeface="Arial"/>
              </a:rPr>
              <a:t>Sharing of files that link to malicious sites</a:t>
            </a:r>
            <a:endParaRPr lang="en-IN" sz="2400" b="0" strike="noStrike" spc="-1" dirty="0">
              <a:solidFill>
                <a:srgbClr val="000000"/>
              </a:solidFill>
              <a:latin typeface="Arial"/>
            </a:endParaRPr>
          </a:p>
          <a:p>
            <a:pPr marL="255600" indent="-255600">
              <a:lnSpc>
                <a:spcPct val="100000"/>
              </a:lnSpc>
              <a:spcBef>
                <a:spcPts val="1500"/>
              </a:spcBef>
              <a:buClr>
                <a:srgbClr val="007FA3"/>
              </a:buClr>
              <a:buFont typeface="Arial"/>
              <a:buChar char="•"/>
            </a:pPr>
            <a:r>
              <a:rPr lang="en-US" sz="2400" b="0" strike="noStrike" spc="-1" dirty="0">
                <a:solidFill>
                  <a:srgbClr val="000000"/>
                </a:solidFill>
                <a:latin typeface="Arial"/>
                <a:ea typeface="Arial"/>
              </a:rPr>
              <a:t>Fake offerings, fake Like buttons, and fake apps</a:t>
            </a:r>
            <a:endParaRPr lang="en-IN" sz="24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147333</TotalTime>
  <Words>1324</Words>
  <Application>Microsoft Office PowerPoint</Application>
  <PresentationFormat>On-screen Show (4:3)</PresentationFormat>
  <Paragraphs>147</Paragraphs>
  <Slides>16</Slides>
  <Notes>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Arial</vt:lpstr>
      <vt:lpstr>Symbol</vt:lpstr>
      <vt:lpstr>Times New Roman</vt:lpstr>
      <vt:lpstr>Verdana</vt:lpstr>
      <vt:lpstr>Wingdings</vt:lpstr>
      <vt:lpstr>USHE</vt:lpstr>
      <vt:lpstr>USHE_slide options</vt:lpstr>
      <vt:lpstr>USHE_slide options</vt:lpstr>
      <vt:lpstr>E-commerce 2023–2024: business. technology. society.</vt:lpstr>
      <vt:lpstr>Learning Objectives</vt:lpstr>
      <vt:lpstr>The E-commerce Security Environment</vt:lpstr>
      <vt:lpstr>What Is Good E-commerce Security?</vt:lpstr>
      <vt:lpstr>Figure 5.1 The E-commerce Security Environment</vt:lpstr>
      <vt:lpstr>Table 5.3 Customer and Merchant Perspectives on the Different Dimensions of E-commerce Security</vt:lpstr>
      <vt:lpstr>The Tension Between Security and Other Values</vt:lpstr>
      <vt:lpstr>Security Threats in the E-commerce Environment</vt:lpstr>
      <vt:lpstr>Figure 5.2 Vulnerable Points in an E-commerce Transaction</vt:lpstr>
      <vt:lpstr>Malicious Code/Malware</vt:lpstr>
      <vt:lpstr>Potentially Unwanted Programs</vt:lpstr>
      <vt:lpstr>Phishing</vt:lpstr>
      <vt:lpstr>Credit Card Fraud/Theft</vt:lpstr>
      <vt:lpstr>Identity Fraud/Theft</vt:lpstr>
      <vt:lpstr>Insider Attacks</vt:lpstr>
      <vt:lpstr>Social Network Security Issues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2023: business. technology. society., Seventeenth Edition, Chapter 5, E-commerce Security and Payment Systems</dc:title>
  <dc:subject>MIS</dc:subject>
  <dc:creator>Laudon/Traver</dc:creator>
  <cp:keywords>E-commerce 2023</cp:keywords>
  <dc:description>Long description alt-text is inserted in the notes pane.</dc:description>
  <cp:lastModifiedBy>Odai Mansour</cp:lastModifiedBy>
  <cp:revision>770</cp:revision>
  <dcterms:modified xsi:type="dcterms:W3CDTF">2025-05-31T20:54:24Z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(4:3)</vt:lpwstr>
  </property>
  <property fmtid="{D5CDD505-2E9C-101B-9397-08002B2CF9AE}" pid="4" name="Slides">
    <vt:i4>60</vt:i4>
  </property>
</Properties>
</file>