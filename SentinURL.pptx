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ata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_rels/data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ata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svg"/><Relationship Id="rId1" Type="http://schemas.openxmlformats.org/officeDocument/2006/relationships/image" Target="../media/image20.svg"/></Relationships>
</file>

<file path=ppt/diagrams/_rels/data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22.svg"/></Relationships>
</file>

<file path=ppt/diagrams/_rels/data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ata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s>
</file>

<file path=ppt/diagrams/_rels/data1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svg"/></Relationships>
</file>

<file path=ppt/diagrams/_rels/data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0.svg"/><Relationship Id="rId1" Type="http://schemas.openxmlformats.org/officeDocument/2006/relationships/image" Target="../media/image31.svg"/></Relationships>
</file>

<file path=ppt/diagrams/_rels/data1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svg"/><Relationship Id="rId1" Type="http://schemas.openxmlformats.org/officeDocument/2006/relationships/image" Target="../media/image20.svg"/></Relationships>
</file>

<file path=ppt/diagrams/_rels/drawing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s>
</file>

<file path=ppt/diagrams/_rels/drawing12.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0.svg"/><Relationship Id="rId1" Type="http://schemas.openxmlformats.org/officeDocument/2006/relationships/image" Target="../media/image31.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4A56CA-0283-46CF-8107-F171B3A27860}"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72FDD24-E313-4E8A-8F50-C404438FED8D}">
      <dgm:prSet/>
      <dgm:spPr/>
      <dgm:t>
        <a:bodyPr/>
        <a:lstStyle/>
        <a:p>
          <a:pPr>
            <a:defRPr cap="all"/>
          </a:pPr>
          <a:r>
            <a:rPr lang="en-US"/>
            <a:t>Phishing attacks are growing in volume and sophistication (polymorphic URLs, zero-day threats).</a:t>
          </a:r>
        </a:p>
      </dgm:t>
    </dgm:pt>
    <dgm:pt modelId="{264B8BB4-3D35-4128-9B74-B3BB3E565C84}" type="parTrans" cxnId="{5801AF95-A90A-4463-837D-4205229BD133}">
      <dgm:prSet/>
      <dgm:spPr/>
      <dgm:t>
        <a:bodyPr/>
        <a:lstStyle/>
        <a:p>
          <a:endParaRPr lang="en-US"/>
        </a:p>
      </dgm:t>
    </dgm:pt>
    <dgm:pt modelId="{57E58519-8EA3-4795-B555-F736D1A8241D}" type="sibTrans" cxnId="{5801AF95-A90A-4463-837D-4205229BD133}">
      <dgm:prSet/>
      <dgm:spPr/>
      <dgm:t>
        <a:bodyPr/>
        <a:lstStyle/>
        <a:p>
          <a:endParaRPr lang="en-US"/>
        </a:p>
      </dgm:t>
    </dgm:pt>
    <dgm:pt modelId="{9A8A9E39-8CC9-40E6-8648-F87F531DC505}">
      <dgm:prSet/>
      <dgm:spPr/>
      <dgm:t>
        <a:bodyPr/>
        <a:lstStyle/>
        <a:p>
          <a:pPr>
            <a:defRPr cap="all"/>
          </a:pPr>
          <a:r>
            <a:rPr lang="en-US"/>
            <a:t>Traditional blacklist-based solutions are too slow; they only catch threats </a:t>
          </a:r>
          <a:r>
            <a:rPr lang="en-US" i="1"/>
            <a:t>after</a:t>
          </a:r>
          <a:r>
            <a:rPr lang="en-US"/>
            <a:t> they are reported.</a:t>
          </a:r>
        </a:p>
      </dgm:t>
    </dgm:pt>
    <dgm:pt modelId="{385947F0-D08B-479E-BECF-4B43C703D5BB}" type="parTrans" cxnId="{1AF4D896-F79D-4D12-A81A-13E3E8CA4B4C}">
      <dgm:prSet/>
      <dgm:spPr/>
      <dgm:t>
        <a:bodyPr/>
        <a:lstStyle/>
        <a:p>
          <a:endParaRPr lang="en-US"/>
        </a:p>
      </dgm:t>
    </dgm:pt>
    <dgm:pt modelId="{BB48DE3E-F535-4DF2-AA4A-7984AE6BCFF8}" type="sibTrans" cxnId="{1AF4D896-F79D-4D12-A81A-13E3E8CA4B4C}">
      <dgm:prSet/>
      <dgm:spPr/>
      <dgm:t>
        <a:bodyPr/>
        <a:lstStyle/>
        <a:p>
          <a:endParaRPr lang="en-US"/>
        </a:p>
      </dgm:t>
    </dgm:pt>
    <dgm:pt modelId="{4EDAA12D-A02D-4355-BC1B-C206696E7863}">
      <dgm:prSet/>
      <dgm:spPr/>
      <dgm:t>
        <a:bodyPr/>
        <a:lstStyle/>
        <a:p>
          <a:pPr>
            <a:defRPr cap="all"/>
          </a:pPr>
          <a:r>
            <a:rPr lang="en-US"/>
            <a:t>Existing ML models often suffer from high "False Positive" rates, blocking legitimate websites and disrupting user workflow.</a:t>
          </a:r>
        </a:p>
      </dgm:t>
    </dgm:pt>
    <dgm:pt modelId="{1A131CE6-6682-4F02-90AF-5150B0670E81}" type="parTrans" cxnId="{18096776-D313-4A01-9802-E7E7E04E69A0}">
      <dgm:prSet/>
      <dgm:spPr/>
      <dgm:t>
        <a:bodyPr/>
        <a:lstStyle/>
        <a:p>
          <a:endParaRPr lang="en-US"/>
        </a:p>
      </dgm:t>
    </dgm:pt>
    <dgm:pt modelId="{7BF2D3A6-FCAA-4895-9645-B9E58331994F}" type="sibTrans" cxnId="{18096776-D313-4A01-9802-E7E7E04E69A0}">
      <dgm:prSet/>
      <dgm:spPr/>
      <dgm:t>
        <a:bodyPr/>
        <a:lstStyle/>
        <a:p>
          <a:endParaRPr lang="en-US"/>
        </a:p>
      </dgm:t>
    </dgm:pt>
    <dgm:pt modelId="{2D3050DE-E733-4392-B88B-0BDBF6079639}" type="pres">
      <dgm:prSet presAssocID="{1B4A56CA-0283-46CF-8107-F171B3A27860}" presName="root" presStyleCnt="0">
        <dgm:presLayoutVars>
          <dgm:dir/>
          <dgm:resizeHandles val="exact"/>
        </dgm:presLayoutVars>
      </dgm:prSet>
      <dgm:spPr/>
    </dgm:pt>
    <dgm:pt modelId="{09DEC05B-0B01-4F8A-B9B6-236725A6CEA6}" type="pres">
      <dgm:prSet presAssocID="{E72FDD24-E313-4E8A-8F50-C404438FED8D}" presName="compNode" presStyleCnt="0"/>
      <dgm:spPr/>
    </dgm:pt>
    <dgm:pt modelId="{3DE3428A-0F97-44E4-B3A7-62C3B76C3A65}" type="pres">
      <dgm:prSet presAssocID="{E72FDD24-E313-4E8A-8F50-C404438FED8D}" presName="iconBgRect" presStyleLbl="bgShp" presStyleIdx="0" presStyleCnt="3"/>
      <dgm:spPr>
        <a:prstGeom prst="round2DiagRect">
          <a:avLst>
            <a:gd name="adj1" fmla="val 29727"/>
            <a:gd name="adj2" fmla="val 0"/>
          </a:avLst>
        </a:prstGeom>
      </dgm:spPr>
    </dgm:pt>
    <dgm:pt modelId="{E3A01738-CF50-4885-A6BD-EF8AD56A338B}" type="pres">
      <dgm:prSet presAssocID="{E72FDD24-E313-4E8A-8F50-C404438FED8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inger Print"/>
        </a:ext>
      </dgm:extLst>
    </dgm:pt>
    <dgm:pt modelId="{6D354C7F-9D30-4AFF-88FB-0769692980C9}" type="pres">
      <dgm:prSet presAssocID="{E72FDD24-E313-4E8A-8F50-C404438FED8D}" presName="spaceRect" presStyleCnt="0"/>
      <dgm:spPr/>
    </dgm:pt>
    <dgm:pt modelId="{5198CEB0-76AD-4829-B3EA-58D05856448E}" type="pres">
      <dgm:prSet presAssocID="{E72FDD24-E313-4E8A-8F50-C404438FED8D}" presName="textRect" presStyleLbl="revTx" presStyleIdx="0" presStyleCnt="3">
        <dgm:presLayoutVars>
          <dgm:chMax val="1"/>
          <dgm:chPref val="1"/>
        </dgm:presLayoutVars>
      </dgm:prSet>
      <dgm:spPr/>
    </dgm:pt>
    <dgm:pt modelId="{6943426D-0A92-4FCE-9A90-C2AB78DA4421}" type="pres">
      <dgm:prSet presAssocID="{57E58519-8EA3-4795-B555-F736D1A8241D}" presName="sibTrans" presStyleCnt="0"/>
      <dgm:spPr/>
    </dgm:pt>
    <dgm:pt modelId="{86324D6F-6ABB-4567-BA6B-5627AAF56E78}" type="pres">
      <dgm:prSet presAssocID="{9A8A9E39-8CC9-40E6-8648-F87F531DC505}" presName="compNode" presStyleCnt="0"/>
      <dgm:spPr/>
    </dgm:pt>
    <dgm:pt modelId="{8A8FD5F5-9055-41AA-AC67-4F4A7064E34F}" type="pres">
      <dgm:prSet presAssocID="{9A8A9E39-8CC9-40E6-8648-F87F531DC505}" presName="iconBgRect" presStyleLbl="bgShp" presStyleIdx="1" presStyleCnt="3"/>
      <dgm:spPr>
        <a:prstGeom prst="round2DiagRect">
          <a:avLst>
            <a:gd name="adj1" fmla="val 29727"/>
            <a:gd name="adj2" fmla="val 0"/>
          </a:avLst>
        </a:prstGeom>
      </dgm:spPr>
    </dgm:pt>
    <dgm:pt modelId="{9B224AFD-D543-4454-8035-AB80E8C5A4FD}" type="pres">
      <dgm:prSet presAssocID="{9A8A9E39-8CC9-40E6-8648-F87F531DC5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CF573749-9055-417B-B2E0-8AA09DD746F1}" type="pres">
      <dgm:prSet presAssocID="{9A8A9E39-8CC9-40E6-8648-F87F531DC505}" presName="spaceRect" presStyleCnt="0"/>
      <dgm:spPr/>
    </dgm:pt>
    <dgm:pt modelId="{20A0D174-65B3-4C37-8E93-8B5386BE1C73}" type="pres">
      <dgm:prSet presAssocID="{9A8A9E39-8CC9-40E6-8648-F87F531DC505}" presName="textRect" presStyleLbl="revTx" presStyleIdx="1" presStyleCnt="3">
        <dgm:presLayoutVars>
          <dgm:chMax val="1"/>
          <dgm:chPref val="1"/>
        </dgm:presLayoutVars>
      </dgm:prSet>
      <dgm:spPr/>
    </dgm:pt>
    <dgm:pt modelId="{F0E41E47-1625-49BA-BBF0-7072AECC8DC6}" type="pres">
      <dgm:prSet presAssocID="{BB48DE3E-F535-4DF2-AA4A-7984AE6BCFF8}" presName="sibTrans" presStyleCnt="0"/>
      <dgm:spPr/>
    </dgm:pt>
    <dgm:pt modelId="{9A6F7707-18FD-4510-B002-48CAF4E3DDF4}" type="pres">
      <dgm:prSet presAssocID="{4EDAA12D-A02D-4355-BC1B-C206696E7863}" presName="compNode" presStyleCnt="0"/>
      <dgm:spPr/>
    </dgm:pt>
    <dgm:pt modelId="{5A07E0E0-E334-4F66-89DD-611A4E88C193}" type="pres">
      <dgm:prSet presAssocID="{4EDAA12D-A02D-4355-BC1B-C206696E7863}" presName="iconBgRect" presStyleLbl="bgShp" presStyleIdx="2" presStyleCnt="3"/>
      <dgm:spPr>
        <a:prstGeom prst="round2DiagRect">
          <a:avLst>
            <a:gd name="adj1" fmla="val 29727"/>
            <a:gd name="adj2" fmla="val 0"/>
          </a:avLst>
        </a:prstGeom>
      </dgm:spPr>
    </dgm:pt>
    <dgm:pt modelId="{AB3A2C11-6556-47D9-AFD7-A441115C169F}" type="pres">
      <dgm:prSet presAssocID="{4EDAA12D-A02D-4355-BC1B-C206696E786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B787F4E6-B1F3-436F-B183-C04723B20920}" type="pres">
      <dgm:prSet presAssocID="{4EDAA12D-A02D-4355-BC1B-C206696E7863}" presName="spaceRect" presStyleCnt="0"/>
      <dgm:spPr/>
    </dgm:pt>
    <dgm:pt modelId="{9EBD171C-D538-4AD8-9AAC-06DD8CD3C310}" type="pres">
      <dgm:prSet presAssocID="{4EDAA12D-A02D-4355-BC1B-C206696E7863}" presName="textRect" presStyleLbl="revTx" presStyleIdx="2" presStyleCnt="3">
        <dgm:presLayoutVars>
          <dgm:chMax val="1"/>
          <dgm:chPref val="1"/>
        </dgm:presLayoutVars>
      </dgm:prSet>
      <dgm:spPr/>
    </dgm:pt>
  </dgm:ptLst>
  <dgm:cxnLst>
    <dgm:cxn modelId="{AA760660-B250-4D4E-822F-0FFD9ACA4E92}" type="presOf" srcId="{1B4A56CA-0283-46CF-8107-F171B3A27860}" destId="{2D3050DE-E733-4392-B88B-0BDBF6079639}" srcOrd="0" destOrd="0" presId="urn:microsoft.com/office/officeart/2018/5/layout/IconLeafLabelList"/>
    <dgm:cxn modelId="{18096776-D313-4A01-9802-E7E7E04E69A0}" srcId="{1B4A56CA-0283-46CF-8107-F171B3A27860}" destId="{4EDAA12D-A02D-4355-BC1B-C206696E7863}" srcOrd="2" destOrd="0" parTransId="{1A131CE6-6682-4F02-90AF-5150B0670E81}" sibTransId="{7BF2D3A6-FCAA-4895-9645-B9E58331994F}"/>
    <dgm:cxn modelId="{32D8848E-D686-4261-9095-9B4AD5278F4E}" type="presOf" srcId="{4EDAA12D-A02D-4355-BC1B-C206696E7863}" destId="{9EBD171C-D538-4AD8-9AAC-06DD8CD3C310}" srcOrd="0" destOrd="0" presId="urn:microsoft.com/office/officeart/2018/5/layout/IconLeafLabelList"/>
    <dgm:cxn modelId="{5801AF95-A90A-4463-837D-4205229BD133}" srcId="{1B4A56CA-0283-46CF-8107-F171B3A27860}" destId="{E72FDD24-E313-4E8A-8F50-C404438FED8D}" srcOrd="0" destOrd="0" parTransId="{264B8BB4-3D35-4128-9B74-B3BB3E565C84}" sibTransId="{57E58519-8EA3-4795-B555-F736D1A8241D}"/>
    <dgm:cxn modelId="{1AF4D896-F79D-4D12-A81A-13E3E8CA4B4C}" srcId="{1B4A56CA-0283-46CF-8107-F171B3A27860}" destId="{9A8A9E39-8CC9-40E6-8648-F87F531DC505}" srcOrd="1" destOrd="0" parTransId="{385947F0-D08B-479E-BECF-4B43C703D5BB}" sibTransId="{BB48DE3E-F535-4DF2-AA4A-7984AE6BCFF8}"/>
    <dgm:cxn modelId="{1341B5C9-8A29-4504-A7DB-B246AD486796}" type="presOf" srcId="{E72FDD24-E313-4E8A-8F50-C404438FED8D}" destId="{5198CEB0-76AD-4829-B3EA-58D05856448E}" srcOrd="0" destOrd="0" presId="urn:microsoft.com/office/officeart/2018/5/layout/IconLeafLabelList"/>
    <dgm:cxn modelId="{9E2A50D7-F5DA-42E7-89BA-DE70B9F5F7BB}" type="presOf" srcId="{9A8A9E39-8CC9-40E6-8648-F87F531DC505}" destId="{20A0D174-65B3-4C37-8E93-8B5386BE1C73}" srcOrd="0" destOrd="0" presId="urn:microsoft.com/office/officeart/2018/5/layout/IconLeafLabelList"/>
    <dgm:cxn modelId="{DDED75DA-B85C-4599-ABF1-E12B81A16ABD}" type="presParOf" srcId="{2D3050DE-E733-4392-B88B-0BDBF6079639}" destId="{09DEC05B-0B01-4F8A-B9B6-236725A6CEA6}" srcOrd="0" destOrd="0" presId="urn:microsoft.com/office/officeart/2018/5/layout/IconLeafLabelList"/>
    <dgm:cxn modelId="{9E19C946-B816-4677-947C-AB02F021ED8F}" type="presParOf" srcId="{09DEC05B-0B01-4F8A-B9B6-236725A6CEA6}" destId="{3DE3428A-0F97-44E4-B3A7-62C3B76C3A65}" srcOrd="0" destOrd="0" presId="urn:microsoft.com/office/officeart/2018/5/layout/IconLeafLabelList"/>
    <dgm:cxn modelId="{AB0C4732-04BF-4B34-AAA5-085697928310}" type="presParOf" srcId="{09DEC05B-0B01-4F8A-B9B6-236725A6CEA6}" destId="{E3A01738-CF50-4885-A6BD-EF8AD56A338B}" srcOrd="1" destOrd="0" presId="urn:microsoft.com/office/officeart/2018/5/layout/IconLeafLabelList"/>
    <dgm:cxn modelId="{9E11FC1F-8D72-4E00-8084-E3312D39F7C0}" type="presParOf" srcId="{09DEC05B-0B01-4F8A-B9B6-236725A6CEA6}" destId="{6D354C7F-9D30-4AFF-88FB-0769692980C9}" srcOrd="2" destOrd="0" presId="urn:microsoft.com/office/officeart/2018/5/layout/IconLeafLabelList"/>
    <dgm:cxn modelId="{A6986EAF-4454-4832-822D-6B0F1D33B324}" type="presParOf" srcId="{09DEC05B-0B01-4F8A-B9B6-236725A6CEA6}" destId="{5198CEB0-76AD-4829-B3EA-58D05856448E}" srcOrd="3" destOrd="0" presId="urn:microsoft.com/office/officeart/2018/5/layout/IconLeafLabelList"/>
    <dgm:cxn modelId="{87AD0E49-EDF7-47E9-9398-AD728A343B57}" type="presParOf" srcId="{2D3050DE-E733-4392-B88B-0BDBF6079639}" destId="{6943426D-0A92-4FCE-9A90-C2AB78DA4421}" srcOrd="1" destOrd="0" presId="urn:microsoft.com/office/officeart/2018/5/layout/IconLeafLabelList"/>
    <dgm:cxn modelId="{7C6B47F2-8AB3-4B54-A946-AFC89E31E1D2}" type="presParOf" srcId="{2D3050DE-E733-4392-B88B-0BDBF6079639}" destId="{86324D6F-6ABB-4567-BA6B-5627AAF56E78}" srcOrd="2" destOrd="0" presId="urn:microsoft.com/office/officeart/2018/5/layout/IconLeafLabelList"/>
    <dgm:cxn modelId="{B8EC0DEC-6970-4DE5-B62B-05686F5A2880}" type="presParOf" srcId="{86324D6F-6ABB-4567-BA6B-5627AAF56E78}" destId="{8A8FD5F5-9055-41AA-AC67-4F4A7064E34F}" srcOrd="0" destOrd="0" presId="urn:microsoft.com/office/officeart/2018/5/layout/IconLeafLabelList"/>
    <dgm:cxn modelId="{84FB45FD-14AB-471B-9CD9-BF7816709995}" type="presParOf" srcId="{86324D6F-6ABB-4567-BA6B-5627AAF56E78}" destId="{9B224AFD-D543-4454-8035-AB80E8C5A4FD}" srcOrd="1" destOrd="0" presId="urn:microsoft.com/office/officeart/2018/5/layout/IconLeafLabelList"/>
    <dgm:cxn modelId="{76B2FA02-C73B-4AC0-82F2-3EE28444A9E2}" type="presParOf" srcId="{86324D6F-6ABB-4567-BA6B-5627AAF56E78}" destId="{CF573749-9055-417B-B2E0-8AA09DD746F1}" srcOrd="2" destOrd="0" presId="urn:microsoft.com/office/officeart/2018/5/layout/IconLeafLabelList"/>
    <dgm:cxn modelId="{4241ABC0-9303-41CB-90B5-2C850343CE60}" type="presParOf" srcId="{86324D6F-6ABB-4567-BA6B-5627AAF56E78}" destId="{20A0D174-65B3-4C37-8E93-8B5386BE1C73}" srcOrd="3" destOrd="0" presId="urn:microsoft.com/office/officeart/2018/5/layout/IconLeafLabelList"/>
    <dgm:cxn modelId="{47167B93-27A5-49A2-A897-D4E5C1240BB3}" type="presParOf" srcId="{2D3050DE-E733-4392-B88B-0BDBF6079639}" destId="{F0E41E47-1625-49BA-BBF0-7072AECC8DC6}" srcOrd="3" destOrd="0" presId="urn:microsoft.com/office/officeart/2018/5/layout/IconLeafLabelList"/>
    <dgm:cxn modelId="{9259CD82-79FE-4785-B2FB-DB95C3E261A8}" type="presParOf" srcId="{2D3050DE-E733-4392-B88B-0BDBF6079639}" destId="{9A6F7707-18FD-4510-B002-48CAF4E3DDF4}" srcOrd="4" destOrd="0" presId="urn:microsoft.com/office/officeart/2018/5/layout/IconLeafLabelList"/>
    <dgm:cxn modelId="{6DFD6619-4DEE-4213-8688-261D1D4744E8}" type="presParOf" srcId="{9A6F7707-18FD-4510-B002-48CAF4E3DDF4}" destId="{5A07E0E0-E334-4F66-89DD-611A4E88C193}" srcOrd="0" destOrd="0" presId="urn:microsoft.com/office/officeart/2018/5/layout/IconLeafLabelList"/>
    <dgm:cxn modelId="{2FF1A3FA-9571-4D03-8E80-001BF6DCB511}" type="presParOf" srcId="{9A6F7707-18FD-4510-B002-48CAF4E3DDF4}" destId="{AB3A2C11-6556-47D9-AFD7-A441115C169F}" srcOrd="1" destOrd="0" presId="urn:microsoft.com/office/officeart/2018/5/layout/IconLeafLabelList"/>
    <dgm:cxn modelId="{9CF11C29-9E0A-4BFA-83BE-2984F5464A81}" type="presParOf" srcId="{9A6F7707-18FD-4510-B002-48CAF4E3DDF4}" destId="{B787F4E6-B1F3-436F-B183-C04723B20920}" srcOrd="2" destOrd="0" presId="urn:microsoft.com/office/officeart/2018/5/layout/IconLeafLabelList"/>
    <dgm:cxn modelId="{95D0BCF9-B5BC-4879-AC8F-C8631CA702E6}" type="presParOf" srcId="{9A6F7707-18FD-4510-B002-48CAF4E3DDF4}" destId="{9EBD171C-D538-4AD8-9AAC-06DD8CD3C31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705AC4-4F79-4A95-AF6B-E823D47E334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EE9A089-09BA-4C2B-BA3F-8CE59E7D4B32}">
      <dgm:prSet/>
      <dgm:spPr/>
      <dgm:t>
        <a:bodyPr/>
        <a:lstStyle/>
        <a:p>
          <a:r>
            <a:rPr lang="en-US" b="1"/>
            <a:t>Target Audience:</a:t>
          </a:r>
          <a:r>
            <a:rPr lang="en-US"/>
            <a:t> Enterprise security teams, everyday web users, and threat intelligence firms.</a:t>
          </a:r>
        </a:p>
      </dgm:t>
    </dgm:pt>
    <dgm:pt modelId="{6DF0C1E4-F393-46EC-80B7-4EA2D79CE4AC}" type="parTrans" cxnId="{F4512C80-67D4-4E97-857A-3319C4137491}">
      <dgm:prSet/>
      <dgm:spPr/>
      <dgm:t>
        <a:bodyPr/>
        <a:lstStyle/>
        <a:p>
          <a:endParaRPr lang="en-US"/>
        </a:p>
      </dgm:t>
    </dgm:pt>
    <dgm:pt modelId="{35CA2A15-DA58-4D2D-A17A-52A4C5C8A685}" type="sibTrans" cxnId="{F4512C80-67D4-4E97-857A-3319C4137491}">
      <dgm:prSet/>
      <dgm:spPr/>
      <dgm:t>
        <a:bodyPr/>
        <a:lstStyle/>
        <a:p>
          <a:endParaRPr lang="en-US"/>
        </a:p>
      </dgm:t>
    </dgm:pt>
    <dgm:pt modelId="{D3F69997-8E07-4BCC-AB32-1A88CEAD9097}">
      <dgm:prSet/>
      <dgm:spPr/>
      <dgm:t>
        <a:bodyPr/>
        <a:lstStyle/>
        <a:p>
          <a:r>
            <a:rPr lang="en-US" b="1"/>
            <a:t>Value Proposition:</a:t>
          </a:r>
          <a:r>
            <a:rPr lang="en-US"/>
            <a:t> Proactive zero-day threat detection, ultra-low false-positive rate, and seamless real-time browser integration.</a:t>
          </a:r>
        </a:p>
      </dgm:t>
    </dgm:pt>
    <dgm:pt modelId="{83230A23-A90C-4A75-B453-3A935454EA7B}" type="parTrans" cxnId="{FA48E5E7-6646-4DB5-AAEC-F90CFBC82118}">
      <dgm:prSet/>
      <dgm:spPr/>
      <dgm:t>
        <a:bodyPr/>
        <a:lstStyle/>
        <a:p>
          <a:endParaRPr lang="en-US"/>
        </a:p>
      </dgm:t>
    </dgm:pt>
    <dgm:pt modelId="{43C02E96-2E17-42B1-858F-DD976B0AF31A}" type="sibTrans" cxnId="{FA48E5E7-6646-4DB5-AAEC-F90CFBC82118}">
      <dgm:prSet/>
      <dgm:spPr/>
      <dgm:t>
        <a:bodyPr/>
        <a:lstStyle/>
        <a:p>
          <a:endParaRPr lang="en-US"/>
        </a:p>
      </dgm:t>
    </dgm:pt>
    <dgm:pt modelId="{329EEAC8-6CE6-4DBD-9158-7BDDD82D1E67}" type="pres">
      <dgm:prSet presAssocID="{36705AC4-4F79-4A95-AF6B-E823D47E334D}" presName="root" presStyleCnt="0">
        <dgm:presLayoutVars>
          <dgm:dir/>
          <dgm:resizeHandles val="exact"/>
        </dgm:presLayoutVars>
      </dgm:prSet>
      <dgm:spPr/>
    </dgm:pt>
    <dgm:pt modelId="{A79AD272-BC6A-4B46-9640-1C0BF1E51C68}" type="pres">
      <dgm:prSet presAssocID="{6EE9A089-09BA-4C2B-BA3F-8CE59E7D4B32}" presName="compNode" presStyleCnt="0"/>
      <dgm:spPr/>
    </dgm:pt>
    <dgm:pt modelId="{1F75532E-D2E3-489A-B7DF-5473A70CFA71}" type="pres">
      <dgm:prSet presAssocID="{6EE9A089-09BA-4C2B-BA3F-8CE59E7D4B3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heatre"/>
        </a:ext>
      </dgm:extLst>
    </dgm:pt>
    <dgm:pt modelId="{CE07EB73-431F-4875-AD82-7C652AD134BA}" type="pres">
      <dgm:prSet presAssocID="{6EE9A089-09BA-4C2B-BA3F-8CE59E7D4B32}" presName="spaceRect" presStyleCnt="0"/>
      <dgm:spPr/>
    </dgm:pt>
    <dgm:pt modelId="{A4ABB7CD-2554-4682-AA8F-630AE6B06A80}" type="pres">
      <dgm:prSet presAssocID="{6EE9A089-09BA-4C2B-BA3F-8CE59E7D4B32}" presName="textRect" presStyleLbl="revTx" presStyleIdx="0" presStyleCnt="2">
        <dgm:presLayoutVars>
          <dgm:chMax val="1"/>
          <dgm:chPref val="1"/>
        </dgm:presLayoutVars>
      </dgm:prSet>
      <dgm:spPr/>
    </dgm:pt>
    <dgm:pt modelId="{F7FBCA15-4A04-438A-A6B5-A8D367401763}" type="pres">
      <dgm:prSet presAssocID="{35CA2A15-DA58-4D2D-A17A-52A4C5C8A685}" presName="sibTrans" presStyleCnt="0"/>
      <dgm:spPr/>
    </dgm:pt>
    <dgm:pt modelId="{CDB829B0-8CDC-4493-8FF1-CBF8C4B95812}" type="pres">
      <dgm:prSet presAssocID="{D3F69997-8E07-4BCC-AB32-1A88CEAD9097}" presName="compNode" presStyleCnt="0"/>
      <dgm:spPr/>
    </dgm:pt>
    <dgm:pt modelId="{06F2BCD4-8BDF-421C-A928-325D803FA0F7}" type="pres">
      <dgm:prSet presAssocID="{D3F69997-8E07-4BCC-AB32-1A88CEAD909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dioactive Sign"/>
        </a:ext>
      </dgm:extLst>
    </dgm:pt>
    <dgm:pt modelId="{98E34492-69E2-4202-ACE7-C9E29315B042}" type="pres">
      <dgm:prSet presAssocID="{D3F69997-8E07-4BCC-AB32-1A88CEAD9097}" presName="spaceRect" presStyleCnt="0"/>
      <dgm:spPr/>
    </dgm:pt>
    <dgm:pt modelId="{93B95BDB-772D-443E-BEC6-C2F929F65EDE}" type="pres">
      <dgm:prSet presAssocID="{D3F69997-8E07-4BCC-AB32-1A88CEAD9097}" presName="textRect" presStyleLbl="revTx" presStyleIdx="1" presStyleCnt="2">
        <dgm:presLayoutVars>
          <dgm:chMax val="1"/>
          <dgm:chPref val="1"/>
        </dgm:presLayoutVars>
      </dgm:prSet>
      <dgm:spPr/>
    </dgm:pt>
  </dgm:ptLst>
  <dgm:cxnLst>
    <dgm:cxn modelId="{75180072-E0F8-4151-A7AE-D3EFD4BB7166}" type="presOf" srcId="{36705AC4-4F79-4A95-AF6B-E823D47E334D}" destId="{329EEAC8-6CE6-4DBD-9158-7BDDD82D1E67}" srcOrd="0" destOrd="0" presId="urn:microsoft.com/office/officeart/2018/2/layout/IconLabelList"/>
    <dgm:cxn modelId="{F4512C80-67D4-4E97-857A-3319C4137491}" srcId="{36705AC4-4F79-4A95-AF6B-E823D47E334D}" destId="{6EE9A089-09BA-4C2B-BA3F-8CE59E7D4B32}" srcOrd="0" destOrd="0" parTransId="{6DF0C1E4-F393-46EC-80B7-4EA2D79CE4AC}" sibTransId="{35CA2A15-DA58-4D2D-A17A-52A4C5C8A685}"/>
    <dgm:cxn modelId="{80D0C4C9-F573-4F53-A0A6-67CA618FBED6}" type="presOf" srcId="{6EE9A089-09BA-4C2B-BA3F-8CE59E7D4B32}" destId="{A4ABB7CD-2554-4682-AA8F-630AE6B06A80}" srcOrd="0" destOrd="0" presId="urn:microsoft.com/office/officeart/2018/2/layout/IconLabelList"/>
    <dgm:cxn modelId="{FA48E5E7-6646-4DB5-AAEC-F90CFBC82118}" srcId="{36705AC4-4F79-4A95-AF6B-E823D47E334D}" destId="{D3F69997-8E07-4BCC-AB32-1A88CEAD9097}" srcOrd="1" destOrd="0" parTransId="{83230A23-A90C-4A75-B453-3A935454EA7B}" sibTransId="{43C02E96-2E17-42B1-858F-DD976B0AF31A}"/>
    <dgm:cxn modelId="{4951FCFE-D2AC-4266-A516-8B5C2D3D4FED}" type="presOf" srcId="{D3F69997-8E07-4BCC-AB32-1A88CEAD9097}" destId="{93B95BDB-772D-443E-BEC6-C2F929F65EDE}" srcOrd="0" destOrd="0" presId="urn:microsoft.com/office/officeart/2018/2/layout/IconLabelList"/>
    <dgm:cxn modelId="{C5F3663E-0A02-435B-9D5E-D0517F60A051}" type="presParOf" srcId="{329EEAC8-6CE6-4DBD-9158-7BDDD82D1E67}" destId="{A79AD272-BC6A-4B46-9640-1C0BF1E51C68}" srcOrd="0" destOrd="0" presId="urn:microsoft.com/office/officeart/2018/2/layout/IconLabelList"/>
    <dgm:cxn modelId="{6C960AB5-CC68-45B4-83C3-8F8CD3A3EE62}" type="presParOf" srcId="{A79AD272-BC6A-4B46-9640-1C0BF1E51C68}" destId="{1F75532E-D2E3-489A-B7DF-5473A70CFA71}" srcOrd="0" destOrd="0" presId="urn:microsoft.com/office/officeart/2018/2/layout/IconLabelList"/>
    <dgm:cxn modelId="{CF25D198-5E75-4BB3-ADA6-1C403D2A4C7A}" type="presParOf" srcId="{A79AD272-BC6A-4B46-9640-1C0BF1E51C68}" destId="{CE07EB73-431F-4875-AD82-7C652AD134BA}" srcOrd="1" destOrd="0" presId="urn:microsoft.com/office/officeart/2018/2/layout/IconLabelList"/>
    <dgm:cxn modelId="{17E4396C-C1BF-42B2-82BF-55C675363562}" type="presParOf" srcId="{A79AD272-BC6A-4B46-9640-1C0BF1E51C68}" destId="{A4ABB7CD-2554-4682-AA8F-630AE6B06A80}" srcOrd="2" destOrd="0" presId="urn:microsoft.com/office/officeart/2018/2/layout/IconLabelList"/>
    <dgm:cxn modelId="{C68D38B7-5C4D-46BE-A424-F3DF03FF2537}" type="presParOf" srcId="{329EEAC8-6CE6-4DBD-9158-7BDDD82D1E67}" destId="{F7FBCA15-4A04-438A-A6B5-A8D367401763}" srcOrd="1" destOrd="0" presId="urn:microsoft.com/office/officeart/2018/2/layout/IconLabelList"/>
    <dgm:cxn modelId="{88F9E64A-4117-47C6-A28D-9A902C21C3BB}" type="presParOf" srcId="{329EEAC8-6CE6-4DBD-9158-7BDDD82D1E67}" destId="{CDB829B0-8CDC-4493-8FF1-CBF8C4B95812}" srcOrd="2" destOrd="0" presId="urn:microsoft.com/office/officeart/2018/2/layout/IconLabelList"/>
    <dgm:cxn modelId="{C353367D-CC22-4F3C-8DFF-7FC67DE7C8E0}" type="presParOf" srcId="{CDB829B0-8CDC-4493-8FF1-CBF8C4B95812}" destId="{06F2BCD4-8BDF-421C-A928-325D803FA0F7}" srcOrd="0" destOrd="0" presId="urn:microsoft.com/office/officeart/2018/2/layout/IconLabelList"/>
    <dgm:cxn modelId="{BE340F1F-FC02-4FD8-BC58-295931E81A08}" type="presParOf" srcId="{CDB829B0-8CDC-4493-8FF1-CBF8C4B95812}" destId="{98E34492-69E2-4202-ACE7-C9E29315B042}" srcOrd="1" destOrd="0" presId="urn:microsoft.com/office/officeart/2018/2/layout/IconLabelList"/>
    <dgm:cxn modelId="{ED8362EE-1823-4658-B99C-E914758B72D7}" type="presParOf" srcId="{CDB829B0-8CDC-4493-8FF1-CBF8C4B95812}" destId="{93B95BDB-772D-443E-BEC6-C2F929F65ED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BAA829-FF6A-4539-927E-58CC189D4EE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B7B9F41-C5E1-41A1-AFCE-2DF174F47DEE}">
      <dgm:prSet/>
      <dgm:spPr/>
      <dgm:t>
        <a:bodyPr/>
        <a:lstStyle/>
        <a:p>
          <a:r>
            <a:rPr lang="en-US" b="1"/>
            <a:t>What is it?</a:t>
          </a:r>
          <a:r>
            <a:rPr lang="en-US"/>
            <a:t> A hybrid intelligence platform combining Machine Learning and external Threat Intelligence.</a:t>
          </a:r>
        </a:p>
      </dgm:t>
    </dgm:pt>
    <dgm:pt modelId="{079F9D29-9934-4902-AEA4-7A2B0E579075}" type="parTrans" cxnId="{A8023EBD-ED91-48F6-88CA-74AED2F932EA}">
      <dgm:prSet/>
      <dgm:spPr/>
      <dgm:t>
        <a:bodyPr/>
        <a:lstStyle/>
        <a:p>
          <a:endParaRPr lang="en-US"/>
        </a:p>
      </dgm:t>
    </dgm:pt>
    <dgm:pt modelId="{E098A382-94B0-441B-AB8E-5D7058C3C885}" type="sibTrans" cxnId="{A8023EBD-ED91-48F6-88CA-74AED2F932EA}">
      <dgm:prSet/>
      <dgm:spPr/>
      <dgm:t>
        <a:bodyPr/>
        <a:lstStyle/>
        <a:p>
          <a:endParaRPr lang="en-US"/>
        </a:p>
      </dgm:t>
    </dgm:pt>
    <dgm:pt modelId="{566607DC-DC4D-4004-BC45-A5F5E82F2BB5}">
      <dgm:prSet/>
      <dgm:spPr/>
      <dgm:t>
        <a:bodyPr/>
        <a:lstStyle/>
        <a:p>
          <a:r>
            <a:rPr lang="en-US" b="1"/>
            <a:t>Core Capabilities:</a:t>
          </a:r>
          <a:r>
            <a:rPr lang="en-US"/>
            <a:t> Real-time analysis, continuous self-learning dataset, cross-platform accessibility (API, Web, Extension).</a:t>
          </a:r>
        </a:p>
      </dgm:t>
    </dgm:pt>
    <dgm:pt modelId="{8EC73B34-CD76-41C8-A3A3-F572A715201D}" type="parTrans" cxnId="{12CD8BB6-A615-4B8A-B068-650AE46432E0}">
      <dgm:prSet/>
      <dgm:spPr/>
      <dgm:t>
        <a:bodyPr/>
        <a:lstStyle/>
        <a:p>
          <a:endParaRPr lang="en-US"/>
        </a:p>
      </dgm:t>
    </dgm:pt>
    <dgm:pt modelId="{715E2D20-127D-4A88-8767-285C0E8F1685}" type="sibTrans" cxnId="{12CD8BB6-A615-4B8A-B068-650AE46432E0}">
      <dgm:prSet/>
      <dgm:spPr/>
      <dgm:t>
        <a:bodyPr/>
        <a:lstStyle/>
        <a:p>
          <a:endParaRPr lang="en-US"/>
        </a:p>
      </dgm:t>
    </dgm:pt>
    <dgm:pt modelId="{7DDB4942-A2B6-4F47-96AB-D7AC1DAC49DA}" type="pres">
      <dgm:prSet presAssocID="{34BAA829-FF6A-4539-927E-58CC189D4EE6}" presName="root" presStyleCnt="0">
        <dgm:presLayoutVars>
          <dgm:dir/>
          <dgm:resizeHandles val="exact"/>
        </dgm:presLayoutVars>
      </dgm:prSet>
      <dgm:spPr/>
    </dgm:pt>
    <dgm:pt modelId="{601677E4-C240-423B-A7CB-7F681EC193DB}" type="pres">
      <dgm:prSet presAssocID="{8B7B9F41-C5E1-41A1-AFCE-2DF174F47DEE}" presName="compNode" presStyleCnt="0"/>
      <dgm:spPr/>
    </dgm:pt>
    <dgm:pt modelId="{4D186C84-F38F-4986-94B1-2036184B2D86}" type="pres">
      <dgm:prSet presAssocID="{8B7B9F41-C5E1-41A1-AFCE-2DF174F47DE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A006F543-9584-4F42-B4DF-750FDB99074F}" type="pres">
      <dgm:prSet presAssocID="{8B7B9F41-C5E1-41A1-AFCE-2DF174F47DEE}" presName="spaceRect" presStyleCnt="0"/>
      <dgm:spPr/>
    </dgm:pt>
    <dgm:pt modelId="{23BF80F6-B898-4F96-9465-CFE23C9A84AB}" type="pres">
      <dgm:prSet presAssocID="{8B7B9F41-C5E1-41A1-AFCE-2DF174F47DEE}" presName="textRect" presStyleLbl="revTx" presStyleIdx="0" presStyleCnt="2">
        <dgm:presLayoutVars>
          <dgm:chMax val="1"/>
          <dgm:chPref val="1"/>
        </dgm:presLayoutVars>
      </dgm:prSet>
      <dgm:spPr/>
    </dgm:pt>
    <dgm:pt modelId="{9EE2D994-1F5B-4F56-A4F6-4579663BA4F5}" type="pres">
      <dgm:prSet presAssocID="{E098A382-94B0-441B-AB8E-5D7058C3C885}" presName="sibTrans" presStyleCnt="0"/>
      <dgm:spPr/>
    </dgm:pt>
    <dgm:pt modelId="{D81858A9-5417-4833-9985-4DE2E86307C5}" type="pres">
      <dgm:prSet presAssocID="{566607DC-DC4D-4004-BC45-A5F5E82F2BB5}" presName="compNode" presStyleCnt="0"/>
      <dgm:spPr/>
    </dgm:pt>
    <dgm:pt modelId="{626BC4CA-19B0-4B3E-AF8B-DEBF074368BF}" type="pres">
      <dgm:prSet presAssocID="{566607DC-DC4D-4004-BC45-A5F5E82F2BB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B62A6EE-ACFC-47A1-84AC-488BD5B8E9B6}" type="pres">
      <dgm:prSet presAssocID="{566607DC-DC4D-4004-BC45-A5F5E82F2BB5}" presName="spaceRect" presStyleCnt="0"/>
      <dgm:spPr/>
    </dgm:pt>
    <dgm:pt modelId="{8E40E3C7-5B29-4245-AB6C-EA1373D6B927}" type="pres">
      <dgm:prSet presAssocID="{566607DC-DC4D-4004-BC45-A5F5E82F2BB5}" presName="textRect" presStyleLbl="revTx" presStyleIdx="1" presStyleCnt="2">
        <dgm:presLayoutVars>
          <dgm:chMax val="1"/>
          <dgm:chPref val="1"/>
        </dgm:presLayoutVars>
      </dgm:prSet>
      <dgm:spPr/>
    </dgm:pt>
  </dgm:ptLst>
  <dgm:cxnLst>
    <dgm:cxn modelId="{E62C0C56-270F-40DE-B091-2F051262AAAA}" type="presOf" srcId="{8B7B9F41-C5E1-41A1-AFCE-2DF174F47DEE}" destId="{23BF80F6-B898-4F96-9465-CFE23C9A84AB}" srcOrd="0" destOrd="0" presId="urn:microsoft.com/office/officeart/2018/2/layout/IconLabelList"/>
    <dgm:cxn modelId="{031CE793-5833-46BD-83D3-9DC37303AFA7}" type="presOf" srcId="{566607DC-DC4D-4004-BC45-A5F5E82F2BB5}" destId="{8E40E3C7-5B29-4245-AB6C-EA1373D6B927}" srcOrd="0" destOrd="0" presId="urn:microsoft.com/office/officeart/2018/2/layout/IconLabelList"/>
    <dgm:cxn modelId="{12CD8BB6-A615-4B8A-B068-650AE46432E0}" srcId="{34BAA829-FF6A-4539-927E-58CC189D4EE6}" destId="{566607DC-DC4D-4004-BC45-A5F5E82F2BB5}" srcOrd="1" destOrd="0" parTransId="{8EC73B34-CD76-41C8-A3A3-F572A715201D}" sibTransId="{715E2D20-127D-4A88-8767-285C0E8F1685}"/>
    <dgm:cxn modelId="{A8023EBD-ED91-48F6-88CA-74AED2F932EA}" srcId="{34BAA829-FF6A-4539-927E-58CC189D4EE6}" destId="{8B7B9F41-C5E1-41A1-AFCE-2DF174F47DEE}" srcOrd="0" destOrd="0" parTransId="{079F9D29-9934-4902-AEA4-7A2B0E579075}" sibTransId="{E098A382-94B0-441B-AB8E-5D7058C3C885}"/>
    <dgm:cxn modelId="{4DDD33EC-E27C-4F1A-99C7-761DF3DE24F0}" type="presOf" srcId="{34BAA829-FF6A-4539-927E-58CC189D4EE6}" destId="{7DDB4942-A2B6-4F47-96AB-D7AC1DAC49DA}" srcOrd="0" destOrd="0" presId="urn:microsoft.com/office/officeart/2018/2/layout/IconLabelList"/>
    <dgm:cxn modelId="{2FAF24F1-C11D-40D1-A45D-C9B335B6BBF9}" type="presParOf" srcId="{7DDB4942-A2B6-4F47-96AB-D7AC1DAC49DA}" destId="{601677E4-C240-423B-A7CB-7F681EC193DB}" srcOrd="0" destOrd="0" presId="urn:microsoft.com/office/officeart/2018/2/layout/IconLabelList"/>
    <dgm:cxn modelId="{AD3ECD07-4431-4A15-B474-98FB46D7AF2E}" type="presParOf" srcId="{601677E4-C240-423B-A7CB-7F681EC193DB}" destId="{4D186C84-F38F-4986-94B1-2036184B2D86}" srcOrd="0" destOrd="0" presId="urn:microsoft.com/office/officeart/2018/2/layout/IconLabelList"/>
    <dgm:cxn modelId="{766494BC-5A52-421B-810D-FC0A404AC477}" type="presParOf" srcId="{601677E4-C240-423B-A7CB-7F681EC193DB}" destId="{A006F543-9584-4F42-B4DF-750FDB99074F}" srcOrd="1" destOrd="0" presId="urn:microsoft.com/office/officeart/2018/2/layout/IconLabelList"/>
    <dgm:cxn modelId="{7D5E3BA7-19BA-42D0-8EE2-15BF6442E7D6}" type="presParOf" srcId="{601677E4-C240-423B-A7CB-7F681EC193DB}" destId="{23BF80F6-B898-4F96-9465-CFE23C9A84AB}" srcOrd="2" destOrd="0" presId="urn:microsoft.com/office/officeart/2018/2/layout/IconLabelList"/>
    <dgm:cxn modelId="{688ED5CF-2B4F-4831-9187-432FB6F8085D}" type="presParOf" srcId="{7DDB4942-A2B6-4F47-96AB-D7AC1DAC49DA}" destId="{9EE2D994-1F5B-4F56-A4F6-4579663BA4F5}" srcOrd="1" destOrd="0" presId="urn:microsoft.com/office/officeart/2018/2/layout/IconLabelList"/>
    <dgm:cxn modelId="{6DD4F158-217F-4C6E-A0DA-2E2ED7A528D5}" type="presParOf" srcId="{7DDB4942-A2B6-4F47-96AB-D7AC1DAC49DA}" destId="{D81858A9-5417-4833-9985-4DE2E86307C5}" srcOrd="2" destOrd="0" presId="urn:microsoft.com/office/officeart/2018/2/layout/IconLabelList"/>
    <dgm:cxn modelId="{3CDECFB1-E27E-43F4-B60F-5153ABC615E0}" type="presParOf" srcId="{D81858A9-5417-4833-9985-4DE2E86307C5}" destId="{626BC4CA-19B0-4B3E-AF8B-DEBF074368BF}" srcOrd="0" destOrd="0" presId="urn:microsoft.com/office/officeart/2018/2/layout/IconLabelList"/>
    <dgm:cxn modelId="{EB4C9C98-0E1B-4279-8C89-55FB7A4E9493}" type="presParOf" srcId="{D81858A9-5417-4833-9985-4DE2E86307C5}" destId="{3B62A6EE-ACFC-47A1-84AC-488BD5B8E9B6}" srcOrd="1" destOrd="0" presId="urn:microsoft.com/office/officeart/2018/2/layout/IconLabelList"/>
    <dgm:cxn modelId="{7B2EB2CF-D753-4379-8BBD-754CFE53A3EE}" type="presParOf" srcId="{D81858A9-5417-4833-9985-4DE2E86307C5}" destId="{8E40E3C7-5B29-4245-AB6C-EA1373D6B92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3EA69E-0179-4F85-BEA0-645F31296D7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6B3511D-A8C5-489F-9F22-521192B90C19}">
      <dgm:prSet/>
      <dgm:spPr/>
      <dgm:t>
        <a:bodyPr/>
        <a:lstStyle/>
        <a:p>
          <a:r>
            <a:rPr lang="en-US"/>
            <a:t>Extraction of </a:t>
          </a:r>
          <a:r>
            <a:rPr lang="en-US" b="1"/>
            <a:t>110+ distinct features</a:t>
          </a:r>
          <a:r>
            <a:rPr lang="en-US"/>
            <a:t> (lexical, structural, and network-based).</a:t>
          </a:r>
        </a:p>
      </dgm:t>
    </dgm:pt>
    <dgm:pt modelId="{431809DA-A34A-4173-9954-A500E506126B}" type="parTrans" cxnId="{0B481B2B-0CD1-48D6-AFE2-80FA015C9BF7}">
      <dgm:prSet/>
      <dgm:spPr/>
      <dgm:t>
        <a:bodyPr/>
        <a:lstStyle/>
        <a:p>
          <a:endParaRPr lang="en-US"/>
        </a:p>
      </dgm:t>
    </dgm:pt>
    <dgm:pt modelId="{5FA9C86B-E56A-4B91-955E-84F7C5C6753A}" type="sibTrans" cxnId="{0B481B2B-0CD1-48D6-AFE2-80FA015C9BF7}">
      <dgm:prSet/>
      <dgm:spPr/>
      <dgm:t>
        <a:bodyPr/>
        <a:lstStyle/>
        <a:p>
          <a:endParaRPr lang="en-US"/>
        </a:p>
      </dgm:t>
    </dgm:pt>
    <dgm:pt modelId="{59D034B2-23EA-47BE-BA00-AC1BA69CCE54}">
      <dgm:prSet/>
      <dgm:spPr/>
      <dgm:t>
        <a:bodyPr/>
        <a:lstStyle/>
        <a:p>
          <a:r>
            <a:rPr lang="en-US"/>
            <a:t>Automated daily stress tests to ingest and label high-confidence new threats (&gt;90% confidence).</a:t>
          </a:r>
        </a:p>
      </dgm:t>
    </dgm:pt>
    <dgm:pt modelId="{B9E25335-CF28-429E-8EA0-DC57C3BCB453}" type="parTrans" cxnId="{17846CA7-9B68-4E66-9C40-17409A6720F4}">
      <dgm:prSet/>
      <dgm:spPr/>
      <dgm:t>
        <a:bodyPr/>
        <a:lstStyle/>
        <a:p>
          <a:endParaRPr lang="en-US"/>
        </a:p>
      </dgm:t>
    </dgm:pt>
    <dgm:pt modelId="{A841213A-5D2A-42C4-822E-2F43747B1BA1}" type="sibTrans" cxnId="{17846CA7-9B68-4E66-9C40-17409A6720F4}">
      <dgm:prSet/>
      <dgm:spPr/>
      <dgm:t>
        <a:bodyPr/>
        <a:lstStyle/>
        <a:p>
          <a:endParaRPr lang="en-US"/>
        </a:p>
      </dgm:t>
    </dgm:pt>
    <dgm:pt modelId="{1A3EA95C-8FF9-4E8E-9BBB-DA30C3A55BDB}">
      <dgm:prSet/>
      <dgm:spPr/>
      <dgm:t>
        <a:bodyPr/>
        <a:lstStyle/>
        <a:p>
          <a:r>
            <a:rPr lang="en-US"/>
            <a:t>Rigorous deduplication pipeline to maintain data integrity.</a:t>
          </a:r>
        </a:p>
      </dgm:t>
    </dgm:pt>
    <dgm:pt modelId="{12EB6FFA-ED92-442E-824D-01D519EE93FF}" type="parTrans" cxnId="{5FDF1C7A-1455-4CE7-9644-39A91B76F141}">
      <dgm:prSet/>
      <dgm:spPr/>
      <dgm:t>
        <a:bodyPr/>
        <a:lstStyle/>
        <a:p>
          <a:endParaRPr lang="en-US"/>
        </a:p>
      </dgm:t>
    </dgm:pt>
    <dgm:pt modelId="{C605FD37-1817-4BAA-A387-41191E3DEB81}" type="sibTrans" cxnId="{5FDF1C7A-1455-4CE7-9644-39A91B76F141}">
      <dgm:prSet/>
      <dgm:spPr/>
      <dgm:t>
        <a:bodyPr/>
        <a:lstStyle/>
        <a:p>
          <a:endParaRPr lang="en-US"/>
        </a:p>
      </dgm:t>
    </dgm:pt>
    <dgm:pt modelId="{C1A62690-D83F-4634-9512-F599185E78A5}" type="pres">
      <dgm:prSet presAssocID="{323EA69E-0179-4F85-BEA0-645F31296D7B}" presName="root" presStyleCnt="0">
        <dgm:presLayoutVars>
          <dgm:dir/>
          <dgm:resizeHandles val="exact"/>
        </dgm:presLayoutVars>
      </dgm:prSet>
      <dgm:spPr/>
    </dgm:pt>
    <dgm:pt modelId="{46E0B92C-71A1-4528-88C7-C976CF5CD285}" type="pres">
      <dgm:prSet presAssocID="{26B3511D-A8C5-489F-9F22-521192B90C19}" presName="compNode" presStyleCnt="0"/>
      <dgm:spPr/>
    </dgm:pt>
    <dgm:pt modelId="{EEB79280-D4F4-4FCC-B9AD-BF48B8CDD0F0}" type="pres">
      <dgm:prSet presAssocID="{26B3511D-A8C5-489F-9F22-521192B90C19}" presName="bgRect" presStyleLbl="bgShp" presStyleIdx="0" presStyleCnt="3"/>
      <dgm:spPr/>
    </dgm:pt>
    <dgm:pt modelId="{57D1C034-7B30-4958-BE38-EE9CA8E3F3BB}" type="pres">
      <dgm:prSet presAssocID="{26B3511D-A8C5-489F-9F22-521192B90C1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ocial Network"/>
        </a:ext>
      </dgm:extLst>
    </dgm:pt>
    <dgm:pt modelId="{3FE99755-533B-47B2-A125-C59FC1E2F1AC}" type="pres">
      <dgm:prSet presAssocID="{26B3511D-A8C5-489F-9F22-521192B90C19}" presName="spaceRect" presStyleCnt="0"/>
      <dgm:spPr/>
    </dgm:pt>
    <dgm:pt modelId="{287655DE-B265-4301-B420-07901F553764}" type="pres">
      <dgm:prSet presAssocID="{26B3511D-A8C5-489F-9F22-521192B90C19}" presName="parTx" presStyleLbl="revTx" presStyleIdx="0" presStyleCnt="3">
        <dgm:presLayoutVars>
          <dgm:chMax val="0"/>
          <dgm:chPref val="0"/>
        </dgm:presLayoutVars>
      </dgm:prSet>
      <dgm:spPr/>
    </dgm:pt>
    <dgm:pt modelId="{E5606733-86C6-4F28-B623-0EEEE5BA2DA8}" type="pres">
      <dgm:prSet presAssocID="{5FA9C86B-E56A-4B91-955E-84F7C5C6753A}" presName="sibTrans" presStyleCnt="0"/>
      <dgm:spPr/>
    </dgm:pt>
    <dgm:pt modelId="{5D57EB26-5477-4E98-A388-BEAC31021C9C}" type="pres">
      <dgm:prSet presAssocID="{59D034B2-23EA-47BE-BA00-AC1BA69CCE54}" presName="compNode" presStyleCnt="0"/>
      <dgm:spPr/>
    </dgm:pt>
    <dgm:pt modelId="{1E432883-98A9-4768-A6D0-D12A93E55556}" type="pres">
      <dgm:prSet presAssocID="{59D034B2-23EA-47BE-BA00-AC1BA69CCE54}" presName="bgRect" presStyleLbl="bgShp" presStyleIdx="1" presStyleCnt="3"/>
      <dgm:spPr/>
    </dgm:pt>
    <dgm:pt modelId="{A6007FDD-FCDA-49D3-898E-563B193A09D3}" type="pres">
      <dgm:prSet presAssocID="{59D034B2-23EA-47BE-BA00-AC1BA69CCE5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A93F6E79-1005-48AE-9F85-5F5334193EC0}" type="pres">
      <dgm:prSet presAssocID="{59D034B2-23EA-47BE-BA00-AC1BA69CCE54}" presName="spaceRect" presStyleCnt="0"/>
      <dgm:spPr/>
    </dgm:pt>
    <dgm:pt modelId="{A536B0B3-4972-4430-8A70-F52776A8CCF3}" type="pres">
      <dgm:prSet presAssocID="{59D034B2-23EA-47BE-BA00-AC1BA69CCE54}" presName="parTx" presStyleLbl="revTx" presStyleIdx="1" presStyleCnt="3">
        <dgm:presLayoutVars>
          <dgm:chMax val="0"/>
          <dgm:chPref val="0"/>
        </dgm:presLayoutVars>
      </dgm:prSet>
      <dgm:spPr/>
    </dgm:pt>
    <dgm:pt modelId="{B7397B9D-B5B0-4807-AD4E-1CCD84CDD679}" type="pres">
      <dgm:prSet presAssocID="{A841213A-5D2A-42C4-822E-2F43747B1BA1}" presName="sibTrans" presStyleCnt="0"/>
      <dgm:spPr/>
    </dgm:pt>
    <dgm:pt modelId="{8AAABCAA-27FD-49A2-A6B4-4509B7E580E3}" type="pres">
      <dgm:prSet presAssocID="{1A3EA95C-8FF9-4E8E-9BBB-DA30C3A55BDB}" presName="compNode" presStyleCnt="0"/>
      <dgm:spPr/>
    </dgm:pt>
    <dgm:pt modelId="{CAAA4211-D86C-4ABB-AB66-AB013D005F5B}" type="pres">
      <dgm:prSet presAssocID="{1A3EA95C-8FF9-4E8E-9BBB-DA30C3A55BDB}" presName="bgRect" presStyleLbl="bgShp" presStyleIdx="2" presStyleCnt="3"/>
      <dgm:spPr/>
    </dgm:pt>
    <dgm:pt modelId="{179E6F99-2EC7-4EBC-9E5C-3798EE05BB48}" type="pres">
      <dgm:prSet presAssocID="{1A3EA95C-8FF9-4E8E-9BBB-DA30C3A55BD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DE40ABE9-3E50-4CC3-B794-85624A36FA63}" type="pres">
      <dgm:prSet presAssocID="{1A3EA95C-8FF9-4E8E-9BBB-DA30C3A55BDB}" presName="spaceRect" presStyleCnt="0"/>
      <dgm:spPr/>
    </dgm:pt>
    <dgm:pt modelId="{0443DDA9-66E2-4AF5-8D20-C92ED7DB77E5}" type="pres">
      <dgm:prSet presAssocID="{1A3EA95C-8FF9-4E8E-9BBB-DA30C3A55BDB}" presName="parTx" presStyleLbl="revTx" presStyleIdx="2" presStyleCnt="3">
        <dgm:presLayoutVars>
          <dgm:chMax val="0"/>
          <dgm:chPref val="0"/>
        </dgm:presLayoutVars>
      </dgm:prSet>
      <dgm:spPr/>
    </dgm:pt>
  </dgm:ptLst>
  <dgm:cxnLst>
    <dgm:cxn modelId="{13E88614-1BA6-4AE6-9FBC-6A0D32EF2073}" type="presOf" srcId="{26B3511D-A8C5-489F-9F22-521192B90C19}" destId="{287655DE-B265-4301-B420-07901F553764}" srcOrd="0" destOrd="0" presId="urn:microsoft.com/office/officeart/2018/2/layout/IconVerticalSolidList"/>
    <dgm:cxn modelId="{0B481B2B-0CD1-48D6-AFE2-80FA015C9BF7}" srcId="{323EA69E-0179-4F85-BEA0-645F31296D7B}" destId="{26B3511D-A8C5-489F-9F22-521192B90C19}" srcOrd="0" destOrd="0" parTransId="{431809DA-A34A-4173-9954-A500E506126B}" sibTransId="{5FA9C86B-E56A-4B91-955E-84F7C5C6753A}"/>
    <dgm:cxn modelId="{5FDF1C7A-1455-4CE7-9644-39A91B76F141}" srcId="{323EA69E-0179-4F85-BEA0-645F31296D7B}" destId="{1A3EA95C-8FF9-4E8E-9BBB-DA30C3A55BDB}" srcOrd="2" destOrd="0" parTransId="{12EB6FFA-ED92-442E-824D-01D519EE93FF}" sibTransId="{C605FD37-1817-4BAA-A387-41191E3DEB81}"/>
    <dgm:cxn modelId="{3678957A-F6C6-4021-B7A0-070C218EB9BC}" type="presOf" srcId="{59D034B2-23EA-47BE-BA00-AC1BA69CCE54}" destId="{A536B0B3-4972-4430-8A70-F52776A8CCF3}" srcOrd="0" destOrd="0" presId="urn:microsoft.com/office/officeart/2018/2/layout/IconVerticalSolidList"/>
    <dgm:cxn modelId="{17846CA7-9B68-4E66-9C40-17409A6720F4}" srcId="{323EA69E-0179-4F85-BEA0-645F31296D7B}" destId="{59D034B2-23EA-47BE-BA00-AC1BA69CCE54}" srcOrd="1" destOrd="0" parTransId="{B9E25335-CF28-429E-8EA0-DC57C3BCB453}" sibTransId="{A841213A-5D2A-42C4-822E-2F43747B1BA1}"/>
    <dgm:cxn modelId="{7247F4CC-905E-45B4-9683-CBC7BA088369}" type="presOf" srcId="{323EA69E-0179-4F85-BEA0-645F31296D7B}" destId="{C1A62690-D83F-4634-9512-F599185E78A5}" srcOrd="0" destOrd="0" presId="urn:microsoft.com/office/officeart/2018/2/layout/IconVerticalSolidList"/>
    <dgm:cxn modelId="{5C4C53F5-2BF0-433B-AE7D-6A774A8E87A3}" type="presOf" srcId="{1A3EA95C-8FF9-4E8E-9BBB-DA30C3A55BDB}" destId="{0443DDA9-66E2-4AF5-8D20-C92ED7DB77E5}" srcOrd="0" destOrd="0" presId="urn:microsoft.com/office/officeart/2018/2/layout/IconVerticalSolidList"/>
    <dgm:cxn modelId="{777F19C8-510C-4A35-AEB3-229016B79B35}" type="presParOf" srcId="{C1A62690-D83F-4634-9512-F599185E78A5}" destId="{46E0B92C-71A1-4528-88C7-C976CF5CD285}" srcOrd="0" destOrd="0" presId="urn:microsoft.com/office/officeart/2018/2/layout/IconVerticalSolidList"/>
    <dgm:cxn modelId="{B5792FE7-A32C-432C-917D-0A24114AA2E4}" type="presParOf" srcId="{46E0B92C-71A1-4528-88C7-C976CF5CD285}" destId="{EEB79280-D4F4-4FCC-B9AD-BF48B8CDD0F0}" srcOrd="0" destOrd="0" presId="urn:microsoft.com/office/officeart/2018/2/layout/IconVerticalSolidList"/>
    <dgm:cxn modelId="{9BCA9648-A621-483F-9235-BE9712D14469}" type="presParOf" srcId="{46E0B92C-71A1-4528-88C7-C976CF5CD285}" destId="{57D1C034-7B30-4958-BE38-EE9CA8E3F3BB}" srcOrd="1" destOrd="0" presId="urn:microsoft.com/office/officeart/2018/2/layout/IconVerticalSolidList"/>
    <dgm:cxn modelId="{AA080E0F-4173-47CE-A973-20C8294084EE}" type="presParOf" srcId="{46E0B92C-71A1-4528-88C7-C976CF5CD285}" destId="{3FE99755-533B-47B2-A125-C59FC1E2F1AC}" srcOrd="2" destOrd="0" presId="urn:microsoft.com/office/officeart/2018/2/layout/IconVerticalSolidList"/>
    <dgm:cxn modelId="{41AAC250-25AE-4744-879E-CE76394B06B8}" type="presParOf" srcId="{46E0B92C-71A1-4528-88C7-C976CF5CD285}" destId="{287655DE-B265-4301-B420-07901F553764}" srcOrd="3" destOrd="0" presId="urn:microsoft.com/office/officeart/2018/2/layout/IconVerticalSolidList"/>
    <dgm:cxn modelId="{8E9814A4-25D3-4D6B-A2A3-F70201437B35}" type="presParOf" srcId="{C1A62690-D83F-4634-9512-F599185E78A5}" destId="{E5606733-86C6-4F28-B623-0EEEE5BA2DA8}" srcOrd="1" destOrd="0" presId="urn:microsoft.com/office/officeart/2018/2/layout/IconVerticalSolidList"/>
    <dgm:cxn modelId="{452124B0-401A-4FDB-B652-7E5AF6E85862}" type="presParOf" srcId="{C1A62690-D83F-4634-9512-F599185E78A5}" destId="{5D57EB26-5477-4E98-A388-BEAC31021C9C}" srcOrd="2" destOrd="0" presId="urn:microsoft.com/office/officeart/2018/2/layout/IconVerticalSolidList"/>
    <dgm:cxn modelId="{35C1D43D-8AE2-43CB-89E7-04900BBF8087}" type="presParOf" srcId="{5D57EB26-5477-4E98-A388-BEAC31021C9C}" destId="{1E432883-98A9-4768-A6D0-D12A93E55556}" srcOrd="0" destOrd="0" presId="urn:microsoft.com/office/officeart/2018/2/layout/IconVerticalSolidList"/>
    <dgm:cxn modelId="{C1209F2B-4723-470E-B527-2D77A772C896}" type="presParOf" srcId="{5D57EB26-5477-4E98-A388-BEAC31021C9C}" destId="{A6007FDD-FCDA-49D3-898E-563B193A09D3}" srcOrd="1" destOrd="0" presId="urn:microsoft.com/office/officeart/2018/2/layout/IconVerticalSolidList"/>
    <dgm:cxn modelId="{ED97D42B-1135-402E-AA26-FB336D19C27F}" type="presParOf" srcId="{5D57EB26-5477-4E98-A388-BEAC31021C9C}" destId="{A93F6E79-1005-48AE-9F85-5F5334193EC0}" srcOrd="2" destOrd="0" presId="urn:microsoft.com/office/officeart/2018/2/layout/IconVerticalSolidList"/>
    <dgm:cxn modelId="{83F3BF55-8108-4FFD-8B79-ABE91E67A3E7}" type="presParOf" srcId="{5D57EB26-5477-4E98-A388-BEAC31021C9C}" destId="{A536B0B3-4972-4430-8A70-F52776A8CCF3}" srcOrd="3" destOrd="0" presId="urn:microsoft.com/office/officeart/2018/2/layout/IconVerticalSolidList"/>
    <dgm:cxn modelId="{EE874616-88EE-452C-BE76-74CC532CCAA6}" type="presParOf" srcId="{C1A62690-D83F-4634-9512-F599185E78A5}" destId="{B7397B9D-B5B0-4807-AD4E-1CCD84CDD679}" srcOrd="3" destOrd="0" presId="urn:microsoft.com/office/officeart/2018/2/layout/IconVerticalSolidList"/>
    <dgm:cxn modelId="{B64D7329-8B01-456B-BCE7-029F563E4D40}" type="presParOf" srcId="{C1A62690-D83F-4634-9512-F599185E78A5}" destId="{8AAABCAA-27FD-49A2-A6B4-4509B7E580E3}" srcOrd="4" destOrd="0" presId="urn:microsoft.com/office/officeart/2018/2/layout/IconVerticalSolidList"/>
    <dgm:cxn modelId="{3890337B-D9EC-40BC-A11A-16F4A4AC73D8}" type="presParOf" srcId="{8AAABCAA-27FD-49A2-A6B4-4509B7E580E3}" destId="{CAAA4211-D86C-4ABB-AB66-AB013D005F5B}" srcOrd="0" destOrd="0" presId="urn:microsoft.com/office/officeart/2018/2/layout/IconVerticalSolidList"/>
    <dgm:cxn modelId="{7C706246-D2FE-4FCA-B42F-67258D5E8DA1}" type="presParOf" srcId="{8AAABCAA-27FD-49A2-A6B4-4509B7E580E3}" destId="{179E6F99-2EC7-4EBC-9E5C-3798EE05BB48}" srcOrd="1" destOrd="0" presId="urn:microsoft.com/office/officeart/2018/2/layout/IconVerticalSolidList"/>
    <dgm:cxn modelId="{25FC27E5-FED2-444F-BEF2-8DFBB44CADA3}" type="presParOf" srcId="{8AAABCAA-27FD-49A2-A6B4-4509B7E580E3}" destId="{DE40ABE9-3E50-4CC3-B794-85624A36FA63}" srcOrd="2" destOrd="0" presId="urn:microsoft.com/office/officeart/2018/2/layout/IconVerticalSolidList"/>
    <dgm:cxn modelId="{76341166-DC86-4A2D-BCD1-823736DB72FC}" type="presParOf" srcId="{8AAABCAA-27FD-49A2-A6B4-4509B7E580E3}" destId="{0443DDA9-66E2-4AF5-8D20-C92ED7DB77E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F97188-A8E1-4304-8862-A9BAD7D0851F}"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9AEF591-0AA4-4583-A57F-B4A39A6E063B}">
      <dgm:prSet/>
      <dgm:spPr/>
      <dgm:t>
        <a:bodyPr/>
        <a:lstStyle/>
        <a:p>
          <a:pPr>
            <a:defRPr cap="all"/>
          </a:pPr>
          <a:r>
            <a:rPr lang="en-US" b="1"/>
            <a:t>Technology:</a:t>
          </a:r>
          <a:r>
            <a:rPr lang="en-US"/>
            <a:t> TF-IDF (Term Frequency-Inverse Document Frequency) &amp; Initial Classifiers.</a:t>
          </a:r>
        </a:p>
      </dgm:t>
    </dgm:pt>
    <dgm:pt modelId="{24F0EA6E-613C-4D46-A03D-5DDEB51DB80D}" type="parTrans" cxnId="{CDEBDFD5-842F-48AE-A22F-687E211B04B0}">
      <dgm:prSet/>
      <dgm:spPr/>
      <dgm:t>
        <a:bodyPr/>
        <a:lstStyle/>
        <a:p>
          <a:endParaRPr lang="en-US"/>
        </a:p>
      </dgm:t>
    </dgm:pt>
    <dgm:pt modelId="{E4B1A9A7-80E1-4185-BEF5-800431EB7450}" type="sibTrans" cxnId="{CDEBDFD5-842F-48AE-A22F-687E211B04B0}">
      <dgm:prSet/>
      <dgm:spPr/>
      <dgm:t>
        <a:bodyPr/>
        <a:lstStyle/>
        <a:p>
          <a:endParaRPr lang="en-US"/>
        </a:p>
      </dgm:t>
    </dgm:pt>
    <dgm:pt modelId="{7AD5516B-2F34-4F34-B994-21C659C91ED2}">
      <dgm:prSet/>
      <dgm:spPr/>
      <dgm:t>
        <a:bodyPr/>
        <a:lstStyle/>
        <a:p>
          <a:pPr>
            <a:defRPr cap="all"/>
          </a:pPr>
          <a:r>
            <a:rPr lang="en-US" b="1"/>
            <a:t>Purpose:</a:t>
          </a:r>
          <a:r>
            <a:rPr lang="en-US"/>
            <a:t> Rapid lexical analysis to catch obvious structural anomalies.</a:t>
          </a:r>
        </a:p>
      </dgm:t>
    </dgm:pt>
    <dgm:pt modelId="{F120A042-3131-485B-AC5E-87ADA1C582C7}" type="parTrans" cxnId="{0CB4F298-18CD-43D1-B499-016F2D103A19}">
      <dgm:prSet/>
      <dgm:spPr/>
      <dgm:t>
        <a:bodyPr/>
        <a:lstStyle/>
        <a:p>
          <a:endParaRPr lang="en-US"/>
        </a:p>
      </dgm:t>
    </dgm:pt>
    <dgm:pt modelId="{F33A7C48-DF32-45A4-B4CF-6153FBBA11FD}" type="sibTrans" cxnId="{0CB4F298-18CD-43D1-B499-016F2D103A19}">
      <dgm:prSet/>
      <dgm:spPr/>
      <dgm:t>
        <a:bodyPr/>
        <a:lstStyle/>
        <a:p>
          <a:endParaRPr lang="en-US"/>
        </a:p>
      </dgm:t>
    </dgm:pt>
    <dgm:pt modelId="{B2A8CF22-8346-40E0-8D9B-0E21ADE31DCF}">
      <dgm:prSet/>
      <dgm:spPr/>
      <dgm:t>
        <a:bodyPr/>
        <a:lstStyle/>
        <a:p>
          <a:pPr>
            <a:defRPr cap="all"/>
          </a:pPr>
          <a:r>
            <a:rPr lang="en-US" b="1"/>
            <a:t>Speed:</a:t>
          </a:r>
          <a:r>
            <a:rPr lang="en-US"/>
            <a:t> Processes massive volumes instantly to filter out noise.</a:t>
          </a:r>
        </a:p>
      </dgm:t>
    </dgm:pt>
    <dgm:pt modelId="{35106FBE-3A0D-437B-A267-DF8377BED527}" type="parTrans" cxnId="{0E563791-A523-4996-B95E-FBC29E30525B}">
      <dgm:prSet/>
      <dgm:spPr/>
      <dgm:t>
        <a:bodyPr/>
        <a:lstStyle/>
        <a:p>
          <a:endParaRPr lang="en-US"/>
        </a:p>
      </dgm:t>
    </dgm:pt>
    <dgm:pt modelId="{CAFB2C1C-03C8-4C8B-BAD9-C09356FC00BC}" type="sibTrans" cxnId="{0E563791-A523-4996-B95E-FBC29E30525B}">
      <dgm:prSet/>
      <dgm:spPr/>
      <dgm:t>
        <a:bodyPr/>
        <a:lstStyle/>
        <a:p>
          <a:endParaRPr lang="en-US"/>
        </a:p>
      </dgm:t>
    </dgm:pt>
    <dgm:pt modelId="{C0C8F919-860E-4CF3-8DB4-C30895057A9B}" type="pres">
      <dgm:prSet presAssocID="{0AF97188-A8E1-4304-8862-A9BAD7D0851F}" presName="root" presStyleCnt="0">
        <dgm:presLayoutVars>
          <dgm:dir/>
          <dgm:resizeHandles val="exact"/>
        </dgm:presLayoutVars>
      </dgm:prSet>
      <dgm:spPr/>
    </dgm:pt>
    <dgm:pt modelId="{ECC54714-F2A2-4CAF-B6E1-E11BBD52A9E6}" type="pres">
      <dgm:prSet presAssocID="{29AEF591-0AA4-4583-A57F-B4A39A6E063B}" presName="compNode" presStyleCnt="0"/>
      <dgm:spPr/>
    </dgm:pt>
    <dgm:pt modelId="{55DBF23F-9B6B-4500-A87C-6E762431B9F4}" type="pres">
      <dgm:prSet presAssocID="{29AEF591-0AA4-4583-A57F-B4A39A6E063B}" presName="iconBgRect" presStyleLbl="bgShp" presStyleIdx="0" presStyleCnt="3"/>
      <dgm:spPr>
        <a:prstGeom prst="round2DiagRect">
          <a:avLst>
            <a:gd name="adj1" fmla="val 29727"/>
            <a:gd name="adj2" fmla="val 0"/>
          </a:avLst>
        </a:prstGeom>
      </dgm:spPr>
    </dgm:pt>
    <dgm:pt modelId="{0163A523-4527-4A3A-AF67-5A4E4D33062F}" type="pres">
      <dgm:prSet presAssocID="{29AEF591-0AA4-4583-A57F-B4A39A6E063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irefighter"/>
        </a:ext>
      </dgm:extLst>
    </dgm:pt>
    <dgm:pt modelId="{19EAFBF2-3CB2-4D11-98AA-8EB093E8C7CE}" type="pres">
      <dgm:prSet presAssocID="{29AEF591-0AA4-4583-A57F-B4A39A6E063B}" presName="spaceRect" presStyleCnt="0"/>
      <dgm:spPr/>
    </dgm:pt>
    <dgm:pt modelId="{2D201DCA-C3D0-42E1-9A9C-6D4220BD0FDA}" type="pres">
      <dgm:prSet presAssocID="{29AEF591-0AA4-4583-A57F-B4A39A6E063B}" presName="textRect" presStyleLbl="revTx" presStyleIdx="0" presStyleCnt="3">
        <dgm:presLayoutVars>
          <dgm:chMax val="1"/>
          <dgm:chPref val="1"/>
        </dgm:presLayoutVars>
      </dgm:prSet>
      <dgm:spPr/>
    </dgm:pt>
    <dgm:pt modelId="{CF73733C-4A44-4F90-A9A8-B917EACEE6BB}" type="pres">
      <dgm:prSet presAssocID="{E4B1A9A7-80E1-4185-BEF5-800431EB7450}" presName="sibTrans" presStyleCnt="0"/>
      <dgm:spPr/>
    </dgm:pt>
    <dgm:pt modelId="{9E840EAE-7E51-4574-AA28-C19E62D4B5D5}" type="pres">
      <dgm:prSet presAssocID="{7AD5516B-2F34-4F34-B994-21C659C91ED2}" presName="compNode" presStyleCnt="0"/>
      <dgm:spPr/>
    </dgm:pt>
    <dgm:pt modelId="{E6D76289-B762-42D0-AF06-3D6D76CF01B9}" type="pres">
      <dgm:prSet presAssocID="{7AD5516B-2F34-4F34-B994-21C659C91ED2}" presName="iconBgRect" presStyleLbl="bgShp" presStyleIdx="1" presStyleCnt="3"/>
      <dgm:spPr>
        <a:prstGeom prst="round2DiagRect">
          <a:avLst>
            <a:gd name="adj1" fmla="val 29727"/>
            <a:gd name="adj2" fmla="val 0"/>
          </a:avLst>
        </a:prstGeom>
      </dgm:spPr>
    </dgm:pt>
    <dgm:pt modelId="{9344835A-3B82-447A-9818-95324F082AF8}" type="pres">
      <dgm:prSet presAssocID="{7AD5516B-2F34-4F34-B994-21C659C91ED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08464B04-BC55-46FF-AB97-2A3FB46C466C}" type="pres">
      <dgm:prSet presAssocID="{7AD5516B-2F34-4F34-B994-21C659C91ED2}" presName="spaceRect" presStyleCnt="0"/>
      <dgm:spPr/>
    </dgm:pt>
    <dgm:pt modelId="{E8D7DA7C-AD3E-4DEC-A72D-D6007A78C1AA}" type="pres">
      <dgm:prSet presAssocID="{7AD5516B-2F34-4F34-B994-21C659C91ED2}" presName="textRect" presStyleLbl="revTx" presStyleIdx="1" presStyleCnt="3">
        <dgm:presLayoutVars>
          <dgm:chMax val="1"/>
          <dgm:chPref val="1"/>
        </dgm:presLayoutVars>
      </dgm:prSet>
      <dgm:spPr/>
    </dgm:pt>
    <dgm:pt modelId="{17BBC2F0-C8E1-47F5-8EFB-A0399CEF329A}" type="pres">
      <dgm:prSet presAssocID="{F33A7C48-DF32-45A4-B4CF-6153FBBA11FD}" presName="sibTrans" presStyleCnt="0"/>
      <dgm:spPr/>
    </dgm:pt>
    <dgm:pt modelId="{36D24B91-E253-43E6-9FDC-DED7ECD1D763}" type="pres">
      <dgm:prSet presAssocID="{B2A8CF22-8346-40E0-8D9B-0E21ADE31DCF}" presName="compNode" presStyleCnt="0"/>
      <dgm:spPr/>
    </dgm:pt>
    <dgm:pt modelId="{4BB9E523-AC32-467C-9D2C-DC00D7B57415}" type="pres">
      <dgm:prSet presAssocID="{B2A8CF22-8346-40E0-8D9B-0E21ADE31DCF}" presName="iconBgRect" presStyleLbl="bgShp" presStyleIdx="2" presStyleCnt="3"/>
      <dgm:spPr>
        <a:prstGeom prst="round2DiagRect">
          <a:avLst>
            <a:gd name="adj1" fmla="val 29727"/>
            <a:gd name="adj2" fmla="val 0"/>
          </a:avLst>
        </a:prstGeom>
      </dgm:spPr>
    </dgm:pt>
    <dgm:pt modelId="{9AD22B03-70DC-4723-8A1E-8867B15CA1C1}" type="pres">
      <dgm:prSet presAssocID="{B2A8CF22-8346-40E0-8D9B-0E21ADE31DC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lter"/>
        </a:ext>
      </dgm:extLst>
    </dgm:pt>
    <dgm:pt modelId="{F297100B-C64E-4972-81D6-35887FCD44A6}" type="pres">
      <dgm:prSet presAssocID="{B2A8CF22-8346-40E0-8D9B-0E21ADE31DCF}" presName="spaceRect" presStyleCnt="0"/>
      <dgm:spPr/>
    </dgm:pt>
    <dgm:pt modelId="{A15B5694-67A7-4D93-84FD-7AB444D7A299}" type="pres">
      <dgm:prSet presAssocID="{B2A8CF22-8346-40E0-8D9B-0E21ADE31DCF}" presName="textRect" presStyleLbl="revTx" presStyleIdx="2" presStyleCnt="3">
        <dgm:presLayoutVars>
          <dgm:chMax val="1"/>
          <dgm:chPref val="1"/>
        </dgm:presLayoutVars>
      </dgm:prSet>
      <dgm:spPr/>
    </dgm:pt>
  </dgm:ptLst>
  <dgm:cxnLst>
    <dgm:cxn modelId="{A5243884-D3AE-420A-8233-417E0109CE49}" type="presOf" srcId="{29AEF591-0AA4-4583-A57F-B4A39A6E063B}" destId="{2D201DCA-C3D0-42E1-9A9C-6D4220BD0FDA}" srcOrd="0" destOrd="0" presId="urn:microsoft.com/office/officeart/2018/5/layout/IconLeafLabelList"/>
    <dgm:cxn modelId="{0E563791-A523-4996-B95E-FBC29E30525B}" srcId="{0AF97188-A8E1-4304-8862-A9BAD7D0851F}" destId="{B2A8CF22-8346-40E0-8D9B-0E21ADE31DCF}" srcOrd="2" destOrd="0" parTransId="{35106FBE-3A0D-437B-A267-DF8377BED527}" sibTransId="{CAFB2C1C-03C8-4C8B-BAD9-C09356FC00BC}"/>
    <dgm:cxn modelId="{0CB4F298-18CD-43D1-B499-016F2D103A19}" srcId="{0AF97188-A8E1-4304-8862-A9BAD7D0851F}" destId="{7AD5516B-2F34-4F34-B994-21C659C91ED2}" srcOrd="1" destOrd="0" parTransId="{F120A042-3131-485B-AC5E-87ADA1C582C7}" sibTransId="{F33A7C48-DF32-45A4-B4CF-6153FBBA11FD}"/>
    <dgm:cxn modelId="{D20B9DB0-9DAF-4561-A3D5-BD6E73095F8D}" type="presOf" srcId="{B2A8CF22-8346-40E0-8D9B-0E21ADE31DCF}" destId="{A15B5694-67A7-4D93-84FD-7AB444D7A299}" srcOrd="0" destOrd="0" presId="urn:microsoft.com/office/officeart/2018/5/layout/IconLeafLabelList"/>
    <dgm:cxn modelId="{B63FB2BD-2F9D-4301-AE30-50E08895E15E}" type="presOf" srcId="{7AD5516B-2F34-4F34-B994-21C659C91ED2}" destId="{E8D7DA7C-AD3E-4DEC-A72D-D6007A78C1AA}" srcOrd="0" destOrd="0" presId="urn:microsoft.com/office/officeart/2018/5/layout/IconLeafLabelList"/>
    <dgm:cxn modelId="{CDEBDFD5-842F-48AE-A22F-687E211B04B0}" srcId="{0AF97188-A8E1-4304-8862-A9BAD7D0851F}" destId="{29AEF591-0AA4-4583-A57F-B4A39A6E063B}" srcOrd="0" destOrd="0" parTransId="{24F0EA6E-613C-4D46-A03D-5DDEB51DB80D}" sibTransId="{E4B1A9A7-80E1-4185-BEF5-800431EB7450}"/>
    <dgm:cxn modelId="{38FCC2F2-B022-4580-BE41-CA8195FD0F78}" type="presOf" srcId="{0AF97188-A8E1-4304-8862-A9BAD7D0851F}" destId="{C0C8F919-860E-4CF3-8DB4-C30895057A9B}" srcOrd="0" destOrd="0" presId="urn:microsoft.com/office/officeart/2018/5/layout/IconLeafLabelList"/>
    <dgm:cxn modelId="{97034DDC-CE00-404E-A60F-C8A1BE0824A5}" type="presParOf" srcId="{C0C8F919-860E-4CF3-8DB4-C30895057A9B}" destId="{ECC54714-F2A2-4CAF-B6E1-E11BBD52A9E6}" srcOrd="0" destOrd="0" presId="urn:microsoft.com/office/officeart/2018/5/layout/IconLeafLabelList"/>
    <dgm:cxn modelId="{638B4D47-2EE3-4F6C-8DF6-58130E2C7DA3}" type="presParOf" srcId="{ECC54714-F2A2-4CAF-B6E1-E11BBD52A9E6}" destId="{55DBF23F-9B6B-4500-A87C-6E762431B9F4}" srcOrd="0" destOrd="0" presId="urn:microsoft.com/office/officeart/2018/5/layout/IconLeafLabelList"/>
    <dgm:cxn modelId="{9818A7C9-8BEB-47C6-B373-FF4B73D05E9E}" type="presParOf" srcId="{ECC54714-F2A2-4CAF-B6E1-E11BBD52A9E6}" destId="{0163A523-4527-4A3A-AF67-5A4E4D33062F}" srcOrd="1" destOrd="0" presId="urn:microsoft.com/office/officeart/2018/5/layout/IconLeafLabelList"/>
    <dgm:cxn modelId="{286AB7C4-CCBF-4AEB-894D-FB86E0F528EA}" type="presParOf" srcId="{ECC54714-F2A2-4CAF-B6E1-E11BBD52A9E6}" destId="{19EAFBF2-3CB2-4D11-98AA-8EB093E8C7CE}" srcOrd="2" destOrd="0" presId="urn:microsoft.com/office/officeart/2018/5/layout/IconLeafLabelList"/>
    <dgm:cxn modelId="{9AA80686-7F5B-46CA-8653-EE43974B7951}" type="presParOf" srcId="{ECC54714-F2A2-4CAF-B6E1-E11BBD52A9E6}" destId="{2D201DCA-C3D0-42E1-9A9C-6D4220BD0FDA}" srcOrd="3" destOrd="0" presId="urn:microsoft.com/office/officeart/2018/5/layout/IconLeafLabelList"/>
    <dgm:cxn modelId="{271FD4D7-B3DD-467B-AF9B-315CE16E3BA9}" type="presParOf" srcId="{C0C8F919-860E-4CF3-8DB4-C30895057A9B}" destId="{CF73733C-4A44-4F90-A9A8-B917EACEE6BB}" srcOrd="1" destOrd="0" presId="urn:microsoft.com/office/officeart/2018/5/layout/IconLeafLabelList"/>
    <dgm:cxn modelId="{4452E73D-B9F6-4E15-9F29-BD4C91B95715}" type="presParOf" srcId="{C0C8F919-860E-4CF3-8DB4-C30895057A9B}" destId="{9E840EAE-7E51-4574-AA28-C19E62D4B5D5}" srcOrd="2" destOrd="0" presId="urn:microsoft.com/office/officeart/2018/5/layout/IconLeafLabelList"/>
    <dgm:cxn modelId="{1E65D5E7-71F7-40FD-9F28-ABAFEC147D65}" type="presParOf" srcId="{9E840EAE-7E51-4574-AA28-C19E62D4B5D5}" destId="{E6D76289-B762-42D0-AF06-3D6D76CF01B9}" srcOrd="0" destOrd="0" presId="urn:microsoft.com/office/officeart/2018/5/layout/IconLeafLabelList"/>
    <dgm:cxn modelId="{E425A2E2-B710-4F1C-8F9C-BA5AEC194CE2}" type="presParOf" srcId="{9E840EAE-7E51-4574-AA28-C19E62D4B5D5}" destId="{9344835A-3B82-447A-9818-95324F082AF8}" srcOrd="1" destOrd="0" presId="urn:microsoft.com/office/officeart/2018/5/layout/IconLeafLabelList"/>
    <dgm:cxn modelId="{A0400636-EB5A-404B-9EA2-621C7C93B08B}" type="presParOf" srcId="{9E840EAE-7E51-4574-AA28-C19E62D4B5D5}" destId="{08464B04-BC55-46FF-AB97-2A3FB46C466C}" srcOrd="2" destOrd="0" presId="urn:microsoft.com/office/officeart/2018/5/layout/IconLeafLabelList"/>
    <dgm:cxn modelId="{DA5B6799-A76D-4F8B-8240-4E5313E4F20E}" type="presParOf" srcId="{9E840EAE-7E51-4574-AA28-C19E62D4B5D5}" destId="{E8D7DA7C-AD3E-4DEC-A72D-D6007A78C1AA}" srcOrd="3" destOrd="0" presId="urn:microsoft.com/office/officeart/2018/5/layout/IconLeafLabelList"/>
    <dgm:cxn modelId="{68A9BFCE-04C1-4D6B-AA79-001EFE83C211}" type="presParOf" srcId="{C0C8F919-860E-4CF3-8DB4-C30895057A9B}" destId="{17BBC2F0-C8E1-47F5-8EFB-A0399CEF329A}" srcOrd="3" destOrd="0" presId="urn:microsoft.com/office/officeart/2018/5/layout/IconLeafLabelList"/>
    <dgm:cxn modelId="{224217E8-8D51-4DD0-B2DB-2836CCEC41F0}" type="presParOf" srcId="{C0C8F919-860E-4CF3-8DB4-C30895057A9B}" destId="{36D24B91-E253-43E6-9FDC-DED7ECD1D763}" srcOrd="4" destOrd="0" presId="urn:microsoft.com/office/officeart/2018/5/layout/IconLeafLabelList"/>
    <dgm:cxn modelId="{162C0686-B3DA-46F0-8ABA-F93D5D36C377}" type="presParOf" srcId="{36D24B91-E253-43E6-9FDC-DED7ECD1D763}" destId="{4BB9E523-AC32-467C-9D2C-DC00D7B57415}" srcOrd="0" destOrd="0" presId="urn:microsoft.com/office/officeart/2018/5/layout/IconLeafLabelList"/>
    <dgm:cxn modelId="{3F6A411F-0D3F-4B29-800D-7A80007E30EA}" type="presParOf" srcId="{36D24B91-E253-43E6-9FDC-DED7ECD1D763}" destId="{9AD22B03-70DC-4723-8A1E-8867B15CA1C1}" srcOrd="1" destOrd="0" presId="urn:microsoft.com/office/officeart/2018/5/layout/IconLeafLabelList"/>
    <dgm:cxn modelId="{5EAAFC2D-C14E-4E2E-926D-AA005A85B19A}" type="presParOf" srcId="{36D24B91-E253-43E6-9FDC-DED7ECD1D763}" destId="{F297100B-C64E-4972-81D6-35887FCD44A6}" srcOrd="2" destOrd="0" presId="urn:microsoft.com/office/officeart/2018/5/layout/IconLeafLabelList"/>
    <dgm:cxn modelId="{C8E67404-DC9D-4280-9481-8A05FB53ED1C}" type="presParOf" srcId="{36D24B91-E253-43E6-9FDC-DED7ECD1D763}" destId="{A15B5694-67A7-4D93-84FD-7AB444D7A299}"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51273BD-66BE-4BF3-A9A5-2649638940A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A4C0564-1BE4-4AC9-AAB0-47396296D1B5}">
      <dgm:prSet/>
      <dgm:spPr/>
      <dgm:t>
        <a:bodyPr/>
        <a:lstStyle/>
        <a:p>
          <a:pPr>
            <a:defRPr cap="all"/>
          </a:pPr>
          <a:r>
            <a:rPr lang="en-US" b="1"/>
            <a:t>Technology:</a:t>
          </a:r>
          <a:r>
            <a:rPr lang="en-US"/>
            <a:t> HGB (HistGradientBoosting) algorithms.</a:t>
          </a:r>
        </a:p>
      </dgm:t>
    </dgm:pt>
    <dgm:pt modelId="{C20B9659-5633-4346-9F62-4794838B28A1}" type="parTrans" cxnId="{E8A20194-117D-4DD0-86D5-5ECF2ED69825}">
      <dgm:prSet/>
      <dgm:spPr/>
      <dgm:t>
        <a:bodyPr/>
        <a:lstStyle/>
        <a:p>
          <a:endParaRPr lang="en-US"/>
        </a:p>
      </dgm:t>
    </dgm:pt>
    <dgm:pt modelId="{028CE9B5-58BB-44FE-AC79-653CF06B433E}" type="sibTrans" cxnId="{E8A20194-117D-4DD0-86D5-5ECF2ED69825}">
      <dgm:prSet/>
      <dgm:spPr/>
      <dgm:t>
        <a:bodyPr/>
        <a:lstStyle/>
        <a:p>
          <a:endParaRPr lang="en-US"/>
        </a:p>
      </dgm:t>
    </dgm:pt>
    <dgm:pt modelId="{767737C2-5D20-4D8F-8BD0-901E9EECE63E}">
      <dgm:prSet/>
      <dgm:spPr/>
      <dgm:t>
        <a:bodyPr/>
        <a:lstStyle/>
        <a:p>
          <a:pPr>
            <a:defRPr cap="all"/>
          </a:pPr>
          <a:r>
            <a:rPr lang="en-US" b="1"/>
            <a:t>Purpose:</a:t>
          </a:r>
          <a:r>
            <a:rPr lang="en-US"/>
            <a:t> Deep, non-linear analysis of all 110+ extracted features.</a:t>
          </a:r>
        </a:p>
      </dgm:t>
    </dgm:pt>
    <dgm:pt modelId="{4B94F643-EB59-48C2-BE08-89C5C0E36E09}" type="parTrans" cxnId="{77AAB609-B03C-4418-A80F-63DC7504EBF6}">
      <dgm:prSet/>
      <dgm:spPr/>
      <dgm:t>
        <a:bodyPr/>
        <a:lstStyle/>
        <a:p>
          <a:endParaRPr lang="en-US"/>
        </a:p>
      </dgm:t>
    </dgm:pt>
    <dgm:pt modelId="{16451231-E635-4E6C-A304-22074CFEF128}" type="sibTrans" cxnId="{77AAB609-B03C-4418-A80F-63DC7504EBF6}">
      <dgm:prSet/>
      <dgm:spPr/>
      <dgm:t>
        <a:bodyPr/>
        <a:lstStyle/>
        <a:p>
          <a:endParaRPr lang="en-US"/>
        </a:p>
      </dgm:t>
    </dgm:pt>
    <dgm:pt modelId="{D09D37E4-4B47-4F3A-9234-1FB35D1A8C1C}">
      <dgm:prSet/>
      <dgm:spPr/>
      <dgm:t>
        <a:bodyPr/>
        <a:lstStyle/>
        <a:p>
          <a:pPr>
            <a:defRPr cap="all"/>
          </a:pPr>
          <a:r>
            <a:rPr lang="en-US" b="1"/>
            <a:t>Advantage:</a:t>
          </a:r>
          <a:r>
            <a:rPr lang="en-US"/>
            <a:t> Highly robust against polymorphic and intentionally obfuscated URLs.</a:t>
          </a:r>
        </a:p>
      </dgm:t>
    </dgm:pt>
    <dgm:pt modelId="{8375E814-DB6F-40CD-A7F0-164370A26918}" type="parTrans" cxnId="{164CF36D-9B7D-4F42-91AC-759A95C8B856}">
      <dgm:prSet/>
      <dgm:spPr/>
      <dgm:t>
        <a:bodyPr/>
        <a:lstStyle/>
        <a:p>
          <a:endParaRPr lang="en-US"/>
        </a:p>
      </dgm:t>
    </dgm:pt>
    <dgm:pt modelId="{D6A1AFDD-A6EB-4ED2-9F49-D234D730CFEF}" type="sibTrans" cxnId="{164CF36D-9B7D-4F42-91AC-759A95C8B856}">
      <dgm:prSet/>
      <dgm:spPr/>
      <dgm:t>
        <a:bodyPr/>
        <a:lstStyle/>
        <a:p>
          <a:endParaRPr lang="en-US"/>
        </a:p>
      </dgm:t>
    </dgm:pt>
    <dgm:pt modelId="{5CFBAA1B-3CE3-443B-9A6C-CF3D2C5D904D}" type="pres">
      <dgm:prSet presAssocID="{A51273BD-66BE-4BF3-A9A5-2649638940A4}" presName="root" presStyleCnt="0">
        <dgm:presLayoutVars>
          <dgm:dir/>
          <dgm:resizeHandles val="exact"/>
        </dgm:presLayoutVars>
      </dgm:prSet>
      <dgm:spPr/>
    </dgm:pt>
    <dgm:pt modelId="{785A410A-D0C4-42FA-911E-3A32DAE11F16}" type="pres">
      <dgm:prSet presAssocID="{AA4C0564-1BE4-4AC9-AAB0-47396296D1B5}" presName="compNode" presStyleCnt="0"/>
      <dgm:spPr/>
    </dgm:pt>
    <dgm:pt modelId="{94A0B563-9E78-4C94-9700-E3CFA93F8C20}" type="pres">
      <dgm:prSet presAssocID="{AA4C0564-1BE4-4AC9-AAB0-47396296D1B5}" presName="iconBgRect" presStyleLbl="bgShp" presStyleIdx="0" presStyleCnt="3"/>
      <dgm:spPr/>
    </dgm:pt>
    <dgm:pt modelId="{A4F7F16C-DC22-456E-84F7-12726165A101}" type="pres">
      <dgm:prSet presAssocID="{AA4C0564-1BE4-4AC9-AAB0-47396296D1B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53D8E7E3-950E-4C6E-BE1C-A85145255BA6}" type="pres">
      <dgm:prSet presAssocID="{AA4C0564-1BE4-4AC9-AAB0-47396296D1B5}" presName="spaceRect" presStyleCnt="0"/>
      <dgm:spPr/>
    </dgm:pt>
    <dgm:pt modelId="{DAA23D23-E2DF-4A33-A82B-EB2A60767A1A}" type="pres">
      <dgm:prSet presAssocID="{AA4C0564-1BE4-4AC9-AAB0-47396296D1B5}" presName="textRect" presStyleLbl="revTx" presStyleIdx="0" presStyleCnt="3">
        <dgm:presLayoutVars>
          <dgm:chMax val="1"/>
          <dgm:chPref val="1"/>
        </dgm:presLayoutVars>
      </dgm:prSet>
      <dgm:spPr/>
    </dgm:pt>
    <dgm:pt modelId="{4300C608-003A-4216-BC98-6B4EC6EF54CF}" type="pres">
      <dgm:prSet presAssocID="{028CE9B5-58BB-44FE-AC79-653CF06B433E}" presName="sibTrans" presStyleCnt="0"/>
      <dgm:spPr/>
    </dgm:pt>
    <dgm:pt modelId="{01633DB0-B6B0-4204-AA90-D2815052256C}" type="pres">
      <dgm:prSet presAssocID="{767737C2-5D20-4D8F-8BD0-901E9EECE63E}" presName="compNode" presStyleCnt="0"/>
      <dgm:spPr/>
    </dgm:pt>
    <dgm:pt modelId="{CFFB33ED-0576-4D5C-9FB5-B543546196B0}" type="pres">
      <dgm:prSet presAssocID="{767737C2-5D20-4D8F-8BD0-901E9EECE63E}" presName="iconBgRect" presStyleLbl="bgShp" presStyleIdx="1" presStyleCnt="3"/>
      <dgm:spPr/>
    </dgm:pt>
    <dgm:pt modelId="{AC351112-931F-4A23-97DB-760469776507}" type="pres">
      <dgm:prSet presAssocID="{767737C2-5D20-4D8F-8BD0-901E9EECE63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search"/>
        </a:ext>
      </dgm:extLst>
    </dgm:pt>
    <dgm:pt modelId="{07791D32-86A8-4A3A-8079-91742CB2AA9E}" type="pres">
      <dgm:prSet presAssocID="{767737C2-5D20-4D8F-8BD0-901E9EECE63E}" presName="spaceRect" presStyleCnt="0"/>
      <dgm:spPr/>
    </dgm:pt>
    <dgm:pt modelId="{ACE5E2BA-F615-418D-8553-55636CB9B04A}" type="pres">
      <dgm:prSet presAssocID="{767737C2-5D20-4D8F-8BD0-901E9EECE63E}" presName="textRect" presStyleLbl="revTx" presStyleIdx="1" presStyleCnt="3">
        <dgm:presLayoutVars>
          <dgm:chMax val="1"/>
          <dgm:chPref val="1"/>
        </dgm:presLayoutVars>
      </dgm:prSet>
      <dgm:spPr/>
    </dgm:pt>
    <dgm:pt modelId="{EAE6DEA5-9D52-45FA-9F54-146C0226CDB7}" type="pres">
      <dgm:prSet presAssocID="{16451231-E635-4E6C-A304-22074CFEF128}" presName="sibTrans" presStyleCnt="0"/>
      <dgm:spPr/>
    </dgm:pt>
    <dgm:pt modelId="{0E2995EB-CF0D-4D84-A64D-CF123C1E3BEF}" type="pres">
      <dgm:prSet presAssocID="{D09D37E4-4B47-4F3A-9234-1FB35D1A8C1C}" presName="compNode" presStyleCnt="0"/>
      <dgm:spPr/>
    </dgm:pt>
    <dgm:pt modelId="{2A1E5838-28A9-434A-BE41-AFBFF1C116CE}" type="pres">
      <dgm:prSet presAssocID="{D09D37E4-4B47-4F3A-9234-1FB35D1A8C1C}" presName="iconBgRect" presStyleLbl="bgShp" presStyleIdx="2" presStyleCnt="3"/>
      <dgm:spPr/>
    </dgm:pt>
    <dgm:pt modelId="{D92AF8AE-97CB-471C-BBDA-9ACFDC995F35}" type="pres">
      <dgm:prSet presAssocID="{D09D37E4-4B47-4F3A-9234-1FB35D1A8C1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 Print"/>
        </a:ext>
      </dgm:extLst>
    </dgm:pt>
    <dgm:pt modelId="{96F59F8C-28FE-494D-8B6F-6B0E1323EDDE}" type="pres">
      <dgm:prSet presAssocID="{D09D37E4-4B47-4F3A-9234-1FB35D1A8C1C}" presName="spaceRect" presStyleCnt="0"/>
      <dgm:spPr/>
    </dgm:pt>
    <dgm:pt modelId="{B88079E3-ED40-420B-A7DA-8F03AC598B0F}" type="pres">
      <dgm:prSet presAssocID="{D09D37E4-4B47-4F3A-9234-1FB35D1A8C1C}" presName="textRect" presStyleLbl="revTx" presStyleIdx="2" presStyleCnt="3">
        <dgm:presLayoutVars>
          <dgm:chMax val="1"/>
          <dgm:chPref val="1"/>
        </dgm:presLayoutVars>
      </dgm:prSet>
      <dgm:spPr/>
    </dgm:pt>
  </dgm:ptLst>
  <dgm:cxnLst>
    <dgm:cxn modelId="{77AAB609-B03C-4418-A80F-63DC7504EBF6}" srcId="{A51273BD-66BE-4BF3-A9A5-2649638940A4}" destId="{767737C2-5D20-4D8F-8BD0-901E9EECE63E}" srcOrd="1" destOrd="0" parTransId="{4B94F643-EB59-48C2-BE08-89C5C0E36E09}" sibTransId="{16451231-E635-4E6C-A304-22074CFEF128}"/>
    <dgm:cxn modelId="{164CF36D-9B7D-4F42-91AC-759A95C8B856}" srcId="{A51273BD-66BE-4BF3-A9A5-2649638940A4}" destId="{D09D37E4-4B47-4F3A-9234-1FB35D1A8C1C}" srcOrd="2" destOrd="0" parTransId="{8375E814-DB6F-40CD-A7F0-164370A26918}" sibTransId="{D6A1AFDD-A6EB-4ED2-9F49-D234D730CFEF}"/>
    <dgm:cxn modelId="{E8A20194-117D-4DD0-86D5-5ECF2ED69825}" srcId="{A51273BD-66BE-4BF3-A9A5-2649638940A4}" destId="{AA4C0564-1BE4-4AC9-AAB0-47396296D1B5}" srcOrd="0" destOrd="0" parTransId="{C20B9659-5633-4346-9F62-4794838B28A1}" sibTransId="{028CE9B5-58BB-44FE-AC79-653CF06B433E}"/>
    <dgm:cxn modelId="{BBFF5EA5-4CAC-4A23-8CA8-F95D15698C6C}" type="presOf" srcId="{AA4C0564-1BE4-4AC9-AAB0-47396296D1B5}" destId="{DAA23D23-E2DF-4A33-A82B-EB2A60767A1A}" srcOrd="0" destOrd="0" presId="urn:microsoft.com/office/officeart/2018/5/layout/IconCircleLabelList"/>
    <dgm:cxn modelId="{F75D5AB5-0955-4793-86FC-C24A5B0A2240}" type="presOf" srcId="{A51273BD-66BE-4BF3-A9A5-2649638940A4}" destId="{5CFBAA1B-3CE3-443B-9A6C-CF3D2C5D904D}" srcOrd="0" destOrd="0" presId="urn:microsoft.com/office/officeart/2018/5/layout/IconCircleLabelList"/>
    <dgm:cxn modelId="{953B3ECA-8058-48B7-B435-04D275677725}" type="presOf" srcId="{767737C2-5D20-4D8F-8BD0-901E9EECE63E}" destId="{ACE5E2BA-F615-418D-8553-55636CB9B04A}" srcOrd="0" destOrd="0" presId="urn:microsoft.com/office/officeart/2018/5/layout/IconCircleLabelList"/>
    <dgm:cxn modelId="{CD70C1E7-F4E5-4041-A930-43F0A8CE0F68}" type="presOf" srcId="{D09D37E4-4B47-4F3A-9234-1FB35D1A8C1C}" destId="{B88079E3-ED40-420B-A7DA-8F03AC598B0F}" srcOrd="0" destOrd="0" presId="urn:microsoft.com/office/officeart/2018/5/layout/IconCircleLabelList"/>
    <dgm:cxn modelId="{90886426-B172-49A9-B682-0C3505F4AEE4}" type="presParOf" srcId="{5CFBAA1B-3CE3-443B-9A6C-CF3D2C5D904D}" destId="{785A410A-D0C4-42FA-911E-3A32DAE11F16}" srcOrd="0" destOrd="0" presId="urn:microsoft.com/office/officeart/2018/5/layout/IconCircleLabelList"/>
    <dgm:cxn modelId="{6FEDA215-29FD-4F96-82FB-C89F28DBB35B}" type="presParOf" srcId="{785A410A-D0C4-42FA-911E-3A32DAE11F16}" destId="{94A0B563-9E78-4C94-9700-E3CFA93F8C20}" srcOrd="0" destOrd="0" presId="urn:microsoft.com/office/officeart/2018/5/layout/IconCircleLabelList"/>
    <dgm:cxn modelId="{7E2E46DF-DFF1-4483-B8A5-0A5A15F446D2}" type="presParOf" srcId="{785A410A-D0C4-42FA-911E-3A32DAE11F16}" destId="{A4F7F16C-DC22-456E-84F7-12726165A101}" srcOrd="1" destOrd="0" presId="urn:microsoft.com/office/officeart/2018/5/layout/IconCircleLabelList"/>
    <dgm:cxn modelId="{9E0E2D79-0816-4628-836C-614109586FF1}" type="presParOf" srcId="{785A410A-D0C4-42FA-911E-3A32DAE11F16}" destId="{53D8E7E3-950E-4C6E-BE1C-A85145255BA6}" srcOrd="2" destOrd="0" presId="urn:microsoft.com/office/officeart/2018/5/layout/IconCircleLabelList"/>
    <dgm:cxn modelId="{3499D5D4-168B-4512-BE58-38C742B4FAC2}" type="presParOf" srcId="{785A410A-D0C4-42FA-911E-3A32DAE11F16}" destId="{DAA23D23-E2DF-4A33-A82B-EB2A60767A1A}" srcOrd="3" destOrd="0" presId="urn:microsoft.com/office/officeart/2018/5/layout/IconCircleLabelList"/>
    <dgm:cxn modelId="{B557F74E-E294-46B2-AE26-5AA6BCFF9898}" type="presParOf" srcId="{5CFBAA1B-3CE3-443B-9A6C-CF3D2C5D904D}" destId="{4300C608-003A-4216-BC98-6B4EC6EF54CF}" srcOrd="1" destOrd="0" presId="urn:microsoft.com/office/officeart/2018/5/layout/IconCircleLabelList"/>
    <dgm:cxn modelId="{036D8762-F00E-42BD-8ECC-BEA49DD5345A}" type="presParOf" srcId="{5CFBAA1B-3CE3-443B-9A6C-CF3D2C5D904D}" destId="{01633DB0-B6B0-4204-AA90-D2815052256C}" srcOrd="2" destOrd="0" presId="urn:microsoft.com/office/officeart/2018/5/layout/IconCircleLabelList"/>
    <dgm:cxn modelId="{9174B0A2-AE60-4701-9297-69967CD66683}" type="presParOf" srcId="{01633DB0-B6B0-4204-AA90-D2815052256C}" destId="{CFFB33ED-0576-4D5C-9FB5-B543546196B0}" srcOrd="0" destOrd="0" presId="urn:microsoft.com/office/officeart/2018/5/layout/IconCircleLabelList"/>
    <dgm:cxn modelId="{0C3ECB9D-27EE-405B-8806-6A1BE17A4278}" type="presParOf" srcId="{01633DB0-B6B0-4204-AA90-D2815052256C}" destId="{AC351112-931F-4A23-97DB-760469776507}" srcOrd="1" destOrd="0" presId="urn:microsoft.com/office/officeart/2018/5/layout/IconCircleLabelList"/>
    <dgm:cxn modelId="{48D76111-7857-48C6-A28C-556FA40F9A57}" type="presParOf" srcId="{01633DB0-B6B0-4204-AA90-D2815052256C}" destId="{07791D32-86A8-4A3A-8079-91742CB2AA9E}" srcOrd="2" destOrd="0" presId="urn:microsoft.com/office/officeart/2018/5/layout/IconCircleLabelList"/>
    <dgm:cxn modelId="{F8928EAD-04B4-4A93-AFF0-F70E29801582}" type="presParOf" srcId="{01633DB0-B6B0-4204-AA90-D2815052256C}" destId="{ACE5E2BA-F615-418D-8553-55636CB9B04A}" srcOrd="3" destOrd="0" presId="urn:microsoft.com/office/officeart/2018/5/layout/IconCircleLabelList"/>
    <dgm:cxn modelId="{70D77E9E-5F40-48A1-82A7-1787413E7EE3}" type="presParOf" srcId="{5CFBAA1B-3CE3-443B-9A6C-CF3D2C5D904D}" destId="{EAE6DEA5-9D52-45FA-9F54-146C0226CDB7}" srcOrd="3" destOrd="0" presId="urn:microsoft.com/office/officeart/2018/5/layout/IconCircleLabelList"/>
    <dgm:cxn modelId="{C4EAAFEA-E2A8-4BE0-A768-F52CBCFA8CD4}" type="presParOf" srcId="{5CFBAA1B-3CE3-443B-9A6C-CF3D2C5D904D}" destId="{0E2995EB-CF0D-4D84-A64D-CF123C1E3BEF}" srcOrd="4" destOrd="0" presId="urn:microsoft.com/office/officeart/2018/5/layout/IconCircleLabelList"/>
    <dgm:cxn modelId="{2072E4FC-4830-4A8E-B6BC-55276DD54982}" type="presParOf" srcId="{0E2995EB-CF0D-4D84-A64D-CF123C1E3BEF}" destId="{2A1E5838-28A9-434A-BE41-AFBFF1C116CE}" srcOrd="0" destOrd="0" presId="urn:microsoft.com/office/officeart/2018/5/layout/IconCircleLabelList"/>
    <dgm:cxn modelId="{858DB1F5-EC31-4893-AFDC-FB348706C435}" type="presParOf" srcId="{0E2995EB-CF0D-4D84-A64D-CF123C1E3BEF}" destId="{D92AF8AE-97CB-471C-BBDA-9ACFDC995F35}" srcOrd="1" destOrd="0" presId="urn:microsoft.com/office/officeart/2018/5/layout/IconCircleLabelList"/>
    <dgm:cxn modelId="{E7F967A6-CC6F-477C-981B-81AAEE726C8D}" type="presParOf" srcId="{0E2995EB-CF0D-4D84-A64D-CF123C1E3BEF}" destId="{96F59F8C-28FE-494D-8B6F-6B0E1323EDDE}" srcOrd="2" destOrd="0" presId="urn:microsoft.com/office/officeart/2018/5/layout/IconCircleLabelList"/>
    <dgm:cxn modelId="{D39BEE7E-8601-42D7-910F-4D90F2FF1C67}" type="presParOf" srcId="{0E2995EB-CF0D-4D84-A64D-CF123C1E3BEF}" destId="{B88079E3-ED40-420B-A7DA-8F03AC598B0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9F9264-FC9D-4E97-955D-ACAD9EBF55B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CDA320-C13A-4342-9A9F-4720477EDC62}">
      <dgm:prSet/>
      <dgm:spPr/>
      <dgm:t>
        <a:bodyPr/>
        <a:lstStyle/>
        <a:p>
          <a:r>
            <a:rPr lang="en-US"/>
            <a:t>Absolute-override logic to resolve conflicting model predictions.</a:t>
          </a:r>
        </a:p>
      </dgm:t>
    </dgm:pt>
    <dgm:pt modelId="{A94F35A0-7D69-497D-971F-04EA4C1456F1}" type="parTrans" cxnId="{37211F6F-8F27-4CE4-B4B1-34E1EE8C16E8}">
      <dgm:prSet/>
      <dgm:spPr/>
      <dgm:t>
        <a:bodyPr/>
        <a:lstStyle/>
        <a:p>
          <a:endParaRPr lang="en-US"/>
        </a:p>
      </dgm:t>
    </dgm:pt>
    <dgm:pt modelId="{BEA508FC-8A5F-4CD6-8082-0ADBBD042332}" type="sibTrans" cxnId="{37211F6F-8F27-4CE4-B4B1-34E1EE8C16E8}">
      <dgm:prSet/>
      <dgm:spPr/>
      <dgm:t>
        <a:bodyPr/>
        <a:lstStyle/>
        <a:p>
          <a:endParaRPr lang="en-US"/>
        </a:p>
      </dgm:t>
    </dgm:pt>
    <dgm:pt modelId="{50BE51F5-BB22-4BAF-87AA-FFFC367FB83F}">
      <dgm:prSet/>
      <dgm:spPr/>
      <dgm:t>
        <a:bodyPr/>
        <a:lstStyle/>
        <a:p>
          <a:r>
            <a:rPr lang="en-US"/>
            <a:t>Reputation-aware system specifically designed to whitelist high-entropy legitimate sites (e.g., cloud platforms, gaming servers).</a:t>
          </a:r>
        </a:p>
      </dgm:t>
    </dgm:pt>
    <dgm:pt modelId="{CA1C5477-1E04-46E5-AE76-02456A246EC6}" type="parTrans" cxnId="{468C1604-DD00-4696-B44E-E1C34776485C}">
      <dgm:prSet/>
      <dgm:spPr/>
      <dgm:t>
        <a:bodyPr/>
        <a:lstStyle/>
        <a:p>
          <a:endParaRPr lang="en-US"/>
        </a:p>
      </dgm:t>
    </dgm:pt>
    <dgm:pt modelId="{64C2237D-A561-4FB5-9DD2-51369B2A1251}" type="sibTrans" cxnId="{468C1604-DD00-4696-B44E-E1C34776485C}">
      <dgm:prSet/>
      <dgm:spPr/>
      <dgm:t>
        <a:bodyPr/>
        <a:lstStyle/>
        <a:p>
          <a:endParaRPr lang="en-US"/>
        </a:p>
      </dgm:t>
    </dgm:pt>
    <dgm:pt modelId="{E77C5B18-857D-4284-A506-84338A4A9940}" type="pres">
      <dgm:prSet presAssocID="{DD9F9264-FC9D-4E97-955D-ACAD9EBF55B7}" presName="root" presStyleCnt="0">
        <dgm:presLayoutVars>
          <dgm:dir/>
          <dgm:resizeHandles val="exact"/>
        </dgm:presLayoutVars>
      </dgm:prSet>
      <dgm:spPr/>
    </dgm:pt>
    <dgm:pt modelId="{9F0B519D-6B10-446B-8711-02E1B62754E9}" type="pres">
      <dgm:prSet presAssocID="{E5CDA320-C13A-4342-9A9F-4720477EDC62}" presName="compNode" presStyleCnt="0"/>
      <dgm:spPr/>
    </dgm:pt>
    <dgm:pt modelId="{02F5FA70-1574-4681-9141-297D44ED69E4}" type="pres">
      <dgm:prSet presAssocID="{E5CDA320-C13A-4342-9A9F-4720477EDC6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Infinity"/>
        </a:ext>
      </dgm:extLst>
    </dgm:pt>
    <dgm:pt modelId="{B563ED90-E1BB-433F-839B-7B5ED557CCF6}" type="pres">
      <dgm:prSet presAssocID="{E5CDA320-C13A-4342-9A9F-4720477EDC62}" presName="spaceRect" presStyleCnt="0"/>
      <dgm:spPr/>
    </dgm:pt>
    <dgm:pt modelId="{2AD2DDF1-9DF1-4FFA-A879-7D58AD34A603}" type="pres">
      <dgm:prSet presAssocID="{E5CDA320-C13A-4342-9A9F-4720477EDC62}" presName="textRect" presStyleLbl="revTx" presStyleIdx="0" presStyleCnt="2">
        <dgm:presLayoutVars>
          <dgm:chMax val="1"/>
          <dgm:chPref val="1"/>
        </dgm:presLayoutVars>
      </dgm:prSet>
      <dgm:spPr/>
    </dgm:pt>
    <dgm:pt modelId="{F035737D-F823-42D2-B2E8-F10C4B54F0EE}" type="pres">
      <dgm:prSet presAssocID="{BEA508FC-8A5F-4CD6-8082-0ADBBD042332}" presName="sibTrans" presStyleCnt="0"/>
      <dgm:spPr/>
    </dgm:pt>
    <dgm:pt modelId="{3E031582-31F8-4F8D-9EFC-267D4C570B4C}" type="pres">
      <dgm:prSet presAssocID="{50BE51F5-BB22-4BAF-87AA-FFFC367FB83F}" presName="compNode" presStyleCnt="0"/>
      <dgm:spPr/>
    </dgm:pt>
    <dgm:pt modelId="{5FAA2EE0-F3C6-447F-9856-C15CA182BF85}" type="pres">
      <dgm:prSet presAssocID="{50BE51F5-BB22-4BAF-87AA-FFFC367FB83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D372EE5E-70D2-4496-95A1-8E21AABD84EF}" type="pres">
      <dgm:prSet presAssocID="{50BE51F5-BB22-4BAF-87AA-FFFC367FB83F}" presName="spaceRect" presStyleCnt="0"/>
      <dgm:spPr/>
    </dgm:pt>
    <dgm:pt modelId="{5F9A41E3-48A6-4CE4-BEA1-B3D08D37E305}" type="pres">
      <dgm:prSet presAssocID="{50BE51F5-BB22-4BAF-87AA-FFFC367FB83F}" presName="textRect" presStyleLbl="revTx" presStyleIdx="1" presStyleCnt="2">
        <dgm:presLayoutVars>
          <dgm:chMax val="1"/>
          <dgm:chPref val="1"/>
        </dgm:presLayoutVars>
      </dgm:prSet>
      <dgm:spPr/>
    </dgm:pt>
  </dgm:ptLst>
  <dgm:cxnLst>
    <dgm:cxn modelId="{468C1604-DD00-4696-B44E-E1C34776485C}" srcId="{DD9F9264-FC9D-4E97-955D-ACAD9EBF55B7}" destId="{50BE51F5-BB22-4BAF-87AA-FFFC367FB83F}" srcOrd="1" destOrd="0" parTransId="{CA1C5477-1E04-46E5-AE76-02456A246EC6}" sibTransId="{64C2237D-A561-4FB5-9DD2-51369B2A1251}"/>
    <dgm:cxn modelId="{9DAA5E43-A1F0-4D2E-A1CA-499B8850461A}" type="presOf" srcId="{50BE51F5-BB22-4BAF-87AA-FFFC367FB83F}" destId="{5F9A41E3-48A6-4CE4-BEA1-B3D08D37E305}" srcOrd="0" destOrd="0" presId="urn:microsoft.com/office/officeart/2018/2/layout/IconLabelList"/>
    <dgm:cxn modelId="{37211F6F-8F27-4CE4-B4B1-34E1EE8C16E8}" srcId="{DD9F9264-FC9D-4E97-955D-ACAD9EBF55B7}" destId="{E5CDA320-C13A-4342-9A9F-4720477EDC62}" srcOrd="0" destOrd="0" parTransId="{A94F35A0-7D69-497D-971F-04EA4C1456F1}" sibTransId="{BEA508FC-8A5F-4CD6-8082-0ADBBD042332}"/>
    <dgm:cxn modelId="{8CD577D9-9FFA-4B17-98C3-9C7197056AEC}" type="presOf" srcId="{E5CDA320-C13A-4342-9A9F-4720477EDC62}" destId="{2AD2DDF1-9DF1-4FFA-A879-7D58AD34A603}" srcOrd="0" destOrd="0" presId="urn:microsoft.com/office/officeart/2018/2/layout/IconLabelList"/>
    <dgm:cxn modelId="{E75C55DE-8D03-4331-9E9C-54F444B25DFC}" type="presOf" srcId="{DD9F9264-FC9D-4E97-955D-ACAD9EBF55B7}" destId="{E77C5B18-857D-4284-A506-84338A4A9940}" srcOrd="0" destOrd="0" presId="urn:microsoft.com/office/officeart/2018/2/layout/IconLabelList"/>
    <dgm:cxn modelId="{6447D72F-BCBC-44E2-AE74-B685438A3623}" type="presParOf" srcId="{E77C5B18-857D-4284-A506-84338A4A9940}" destId="{9F0B519D-6B10-446B-8711-02E1B62754E9}" srcOrd="0" destOrd="0" presId="urn:microsoft.com/office/officeart/2018/2/layout/IconLabelList"/>
    <dgm:cxn modelId="{5B7FE576-B77A-487C-87EF-7D7898BC1ECB}" type="presParOf" srcId="{9F0B519D-6B10-446B-8711-02E1B62754E9}" destId="{02F5FA70-1574-4681-9141-297D44ED69E4}" srcOrd="0" destOrd="0" presId="urn:microsoft.com/office/officeart/2018/2/layout/IconLabelList"/>
    <dgm:cxn modelId="{499FBCDE-4CD6-4784-A515-4A392A7A2ED4}" type="presParOf" srcId="{9F0B519D-6B10-446B-8711-02E1B62754E9}" destId="{B563ED90-E1BB-433F-839B-7B5ED557CCF6}" srcOrd="1" destOrd="0" presId="urn:microsoft.com/office/officeart/2018/2/layout/IconLabelList"/>
    <dgm:cxn modelId="{0A02546B-2847-40BF-9488-36EE9F2F694C}" type="presParOf" srcId="{9F0B519D-6B10-446B-8711-02E1B62754E9}" destId="{2AD2DDF1-9DF1-4FFA-A879-7D58AD34A603}" srcOrd="2" destOrd="0" presId="urn:microsoft.com/office/officeart/2018/2/layout/IconLabelList"/>
    <dgm:cxn modelId="{A9910BB6-CD5A-47B8-A86D-865609CEDD00}" type="presParOf" srcId="{E77C5B18-857D-4284-A506-84338A4A9940}" destId="{F035737D-F823-42D2-B2E8-F10C4B54F0EE}" srcOrd="1" destOrd="0" presId="urn:microsoft.com/office/officeart/2018/2/layout/IconLabelList"/>
    <dgm:cxn modelId="{1675CE53-A894-44E7-91B0-EDB00F552ABD}" type="presParOf" srcId="{E77C5B18-857D-4284-A506-84338A4A9940}" destId="{3E031582-31F8-4F8D-9EFC-267D4C570B4C}" srcOrd="2" destOrd="0" presId="urn:microsoft.com/office/officeart/2018/2/layout/IconLabelList"/>
    <dgm:cxn modelId="{7A4833B0-1543-43CB-AAC6-E980CA1C006D}" type="presParOf" srcId="{3E031582-31F8-4F8D-9EFC-267D4C570B4C}" destId="{5FAA2EE0-F3C6-447F-9856-C15CA182BF85}" srcOrd="0" destOrd="0" presId="urn:microsoft.com/office/officeart/2018/2/layout/IconLabelList"/>
    <dgm:cxn modelId="{BF40D650-1D0B-48E3-93F6-82972DAEC1C7}" type="presParOf" srcId="{3E031582-31F8-4F8D-9EFC-267D4C570B4C}" destId="{D372EE5E-70D2-4496-95A1-8E21AABD84EF}" srcOrd="1" destOrd="0" presId="urn:microsoft.com/office/officeart/2018/2/layout/IconLabelList"/>
    <dgm:cxn modelId="{DFC85C3A-B38F-485A-98D4-B81E7DF6EA72}" type="presParOf" srcId="{3E031582-31F8-4F8D-9EFC-267D4C570B4C}" destId="{5F9A41E3-48A6-4CE4-BEA1-B3D08D37E30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6DD27A4-F898-449A-BE3F-906AFA5C754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2BBED2B-A861-4955-AD79-3805C0B37E58}">
      <dgm:prSet/>
      <dgm:spPr/>
      <dgm:t>
        <a:bodyPr/>
        <a:lstStyle/>
        <a:p>
          <a:r>
            <a:rPr lang="en-US"/>
            <a:t>Cross-referencing URLs with live, global threat databases.</a:t>
          </a:r>
        </a:p>
      </dgm:t>
    </dgm:pt>
    <dgm:pt modelId="{CCC085E1-5A87-4CC1-8AA1-A189E7AC380F}" type="parTrans" cxnId="{52C04A2E-C2EC-4C57-8108-C4C47A2BE423}">
      <dgm:prSet/>
      <dgm:spPr/>
      <dgm:t>
        <a:bodyPr/>
        <a:lstStyle/>
        <a:p>
          <a:endParaRPr lang="en-US"/>
        </a:p>
      </dgm:t>
    </dgm:pt>
    <dgm:pt modelId="{252A57C1-20BB-4B9A-94CA-86FCE7E61988}" type="sibTrans" cxnId="{52C04A2E-C2EC-4C57-8108-C4C47A2BE423}">
      <dgm:prSet/>
      <dgm:spPr/>
      <dgm:t>
        <a:bodyPr/>
        <a:lstStyle/>
        <a:p>
          <a:endParaRPr lang="en-US"/>
        </a:p>
      </dgm:t>
    </dgm:pt>
    <dgm:pt modelId="{E9607AB4-BD49-4C0F-8C19-AC30DAB9EDCD}">
      <dgm:prSet/>
      <dgm:spPr/>
      <dgm:t>
        <a:bodyPr/>
        <a:lstStyle/>
        <a:p>
          <a:r>
            <a:rPr lang="en-US"/>
            <a:t>Enriches the ML prediction with real-world, real-time context.</a:t>
          </a:r>
        </a:p>
      </dgm:t>
    </dgm:pt>
    <dgm:pt modelId="{8DAC64C5-2A1A-47CA-952D-8773257EF647}" type="parTrans" cxnId="{E3AE7B75-E77A-4387-B3AC-CE1BD6478B5E}">
      <dgm:prSet/>
      <dgm:spPr/>
      <dgm:t>
        <a:bodyPr/>
        <a:lstStyle/>
        <a:p>
          <a:endParaRPr lang="en-US"/>
        </a:p>
      </dgm:t>
    </dgm:pt>
    <dgm:pt modelId="{547127BA-C98F-4E68-8373-FBAEBF8D79B6}" type="sibTrans" cxnId="{E3AE7B75-E77A-4387-B3AC-CE1BD6478B5E}">
      <dgm:prSet/>
      <dgm:spPr/>
      <dgm:t>
        <a:bodyPr/>
        <a:lstStyle/>
        <a:p>
          <a:endParaRPr lang="en-US"/>
        </a:p>
      </dgm:t>
    </dgm:pt>
    <dgm:pt modelId="{E05663AD-6FBF-4D4A-8BF1-BBA00B2A13F7}">
      <dgm:prSet/>
      <dgm:spPr/>
      <dgm:t>
        <a:bodyPr/>
        <a:lstStyle/>
        <a:p>
          <a:r>
            <a:rPr lang="en-US"/>
            <a:t>Ensures protection against established zero-minute campaigns.</a:t>
          </a:r>
        </a:p>
      </dgm:t>
    </dgm:pt>
    <dgm:pt modelId="{FAC8E8F5-D11C-44DB-B2BE-547C7BAA0ACC}" type="parTrans" cxnId="{B7757A27-8369-4740-8532-9DC4AB8DDFD6}">
      <dgm:prSet/>
      <dgm:spPr/>
      <dgm:t>
        <a:bodyPr/>
        <a:lstStyle/>
        <a:p>
          <a:endParaRPr lang="en-US"/>
        </a:p>
      </dgm:t>
    </dgm:pt>
    <dgm:pt modelId="{A828FC4E-2DAF-4205-AE9C-9B1229FC5342}" type="sibTrans" cxnId="{B7757A27-8369-4740-8532-9DC4AB8DDFD6}">
      <dgm:prSet/>
      <dgm:spPr/>
      <dgm:t>
        <a:bodyPr/>
        <a:lstStyle/>
        <a:p>
          <a:endParaRPr lang="en-US"/>
        </a:p>
      </dgm:t>
    </dgm:pt>
    <dgm:pt modelId="{86E3E521-AB8B-4BB0-A44C-5DE7550680C5}" type="pres">
      <dgm:prSet presAssocID="{96DD27A4-F898-449A-BE3F-906AFA5C754F}" presName="root" presStyleCnt="0">
        <dgm:presLayoutVars>
          <dgm:dir/>
          <dgm:resizeHandles val="exact"/>
        </dgm:presLayoutVars>
      </dgm:prSet>
      <dgm:spPr/>
    </dgm:pt>
    <dgm:pt modelId="{6C2F5132-DC87-4376-9411-18FB018E409B}" type="pres">
      <dgm:prSet presAssocID="{D2BBED2B-A861-4955-AD79-3805C0B37E58}" presName="compNode" presStyleCnt="0"/>
      <dgm:spPr/>
    </dgm:pt>
    <dgm:pt modelId="{7045034C-CDC3-401C-9BC4-162F04C776FA}" type="pres">
      <dgm:prSet presAssocID="{D2BBED2B-A861-4955-AD79-3805C0B37E5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91447365-E149-498D-AC66-67A6D2C47564}" type="pres">
      <dgm:prSet presAssocID="{D2BBED2B-A861-4955-AD79-3805C0B37E58}" presName="spaceRect" presStyleCnt="0"/>
      <dgm:spPr/>
    </dgm:pt>
    <dgm:pt modelId="{02E6B05B-6D58-4B70-8041-DD08B7C99232}" type="pres">
      <dgm:prSet presAssocID="{D2BBED2B-A861-4955-AD79-3805C0B37E58}" presName="textRect" presStyleLbl="revTx" presStyleIdx="0" presStyleCnt="3">
        <dgm:presLayoutVars>
          <dgm:chMax val="1"/>
          <dgm:chPref val="1"/>
        </dgm:presLayoutVars>
      </dgm:prSet>
      <dgm:spPr/>
    </dgm:pt>
    <dgm:pt modelId="{2A0E83B3-CF82-4270-AE94-40CC051018C2}" type="pres">
      <dgm:prSet presAssocID="{252A57C1-20BB-4B9A-94CA-86FCE7E61988}" presName="sibTrans" presStyleCnt="0"/>
      <dgm:spPr/>
    </dgm:pt>
    <dgm:pt modelId="{3866FD74-1FE0-4FFB-9841-0543363C52EA}" type="pres">
      <dgm:prSet presAssocID="{E9607AB4-BD49-4C0F-8C19-AC30DAB9EDCD}" presName="compNode" presStyleCnt="0"/>
      <dgm:spPr/>
    </dgm:pt>
    <dgm:pt modelId="{4F200D3D-A560-45BB-B02F-792D15F8BF86}" type="pres">
      <dgm:prSet presAssocID="{E9607AB4-BD49-4C0F-8C19-AC30DAB9EDC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
        </a:ext>
      </dgm:extLst>
    </dgm:pt>
    <dgm:pt modelId="{CBC77716-7B96-4496-8013-77B82C9C63C9}" type="pres">
      <dgm:prSet presAssocID="{E9607AB4-BD49-4C0F-8C19-AC30DAB9EDCD}" presName="spaceRect" presStyleCnt="0"/>
      <dgm:spPr/>
    </dgm:pt>
    <dgm:pt modelId="{362CD21E-23DA-4515-BBEA-E1A9E463431D}" type="pres">
      <dgm:prSet presAssocID="{E9607AB4-BD49-4C0F-8C19-AC30DAB9EDCD}" presName="textRect" presStyleLbl="revTx" presStyleIdx="1" presStyleCnt="3">
        <dgm:presLayoutVars>
          <dgm:chMax val="1"/>
          <dgm:chPref val="1"/>
        </dgm:presLayoutVars>
      </dgm:prSet>
      <dgm:spPr/>
    </dgm:pt>
    <dgm:pt modelId="{4CE47CB4-590A-4658-BE6A-3FDF42D5B67D}" type="pres">
      <dgm:prSet presAssocID="{547127BA-C98F-4E68-8373-FBAEBF8D79B6}" presName="sibTrans" presStyleCnt="0"/>
      <dgm:spPr/>
    </dgm:pt>
    <dgm:pt modelId="{5E88E137-EA51-4BA3-BE59-C76E51C20131}" type="pres">
      <dgm:prSet presAssocID="{E05663AD-6FBF-4D4A-8BF1-BBA00B2A13F7}" presName="compNode" presStyleCnt="0"/>
      <dgm:spPr/>
    </dgm:pt>
    <dgm:pt modelId="{FA19EFB6-23E9-47EC-8332-79CD5587FF3B}" type="pres">
      <dgm:prSet presAssocID="{E05663AD-6FBF-4D4A-8BF1-BBA00B2A13F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inimize"/>
        </a:ext>
      </dgm:extLst>
    </dgm:pt>
    <dgm:pt modelId="{60555FB5-B80C-4CB3-BBC3-BDE810802204}" type="pres">
      <dgm:prSet presAssocID="{E05663AD-6FBF-4D4A-8BF1-BBA00B2A13F7}" presName="spaceRect" presStyleCnt="0"/>
      <dgm:spPr/>
    </dgm:pt>
    <dgm:pt modelId="{062394B8-6F99-454F-9ED2-45DF51F59292}" type="pres">
      <dgm:prSet presAssocID="{E05663AD-6FBF-4D4A-8BF1-BBA00B2A13F7}" presName="textRect" presStyleLbl="revTx" presStyleIdx="2" presStyleCnt="3">
        <dgm:presLayoutVars>
          <dgm:chMax val="1"/>
          <dgm:chPref val="1"/>
        </dgm:presLayoutVars>
      </dgm:prSet>
      <dgm:spPr/>
    </dgm:pt>
  </dgm:ptLst>
  <dgm:cxnLst>
    <dgm:cxn modelId="{D514B521-42BE-4692-A52E-5A53B5E6B170}" type="presOf" srcId="{D2BBED2B-A861-4955-AD79-3805C0B37E58}" destId="{02E6B05B-6D58-4B70-8041-DD08B7C99232}" srcOrd="0" destOrd="0" presId="urn:microsoft.com/office/officeart/2018/2/layout/IconLabelList"/>
    <dgm:cxn modelId="{B7757A27-8369-4740-8532-9DC4AB8DDFD6}" srcId="{96DD27A4-F898-449A-BE3F-906AFA5C754F}" destId="{E05663AD-6FBF-4D4A-8BF1-BBA00B2A13F7}" srcOrd="2" destOrd="0" parTransId="{FAC8E8F5-D11C-44DB-B2BE-547C7BAA0ACC}" sibTransId="{A828FC4E-2DAF-4205-AE9C-9B1229FC5342}"/>
    <dgm:cxn modelId="{52C04A2E-C2EC-4C57-8108-C4C47A2BE423}" srcId="{96DD27A4-F898-449A-BE3F-906AFA5C754F}" destId="{D2BBED2B-A861-4955-AD79-3805C0B37E58}" srcOrd="0" destOrd="0" parTransId="{CCC085E1-5A87-4CC1-8AA1-A189E7AC380F}" sibTransId="{252A57C1-20BB-4B9A-94CA-86FCE7E61988}"/>
    <dgm:cxn modelId="{7869D72E-854B-443A-8D3C-F221FB1A3BEE}" type="presOf" srcId="{E9607AB4-BD49-4C0F-8C19-AC30DAB9EDCD}" destId="{362CD21E-23DA-4515-BBEA-E1A9E463431D}" srcOrd="0" destOrd="0" presId="urn:microsoft.com/office/officeart/2018/2/layout/IconLabelList"/>
    <dgm:cxn modelId="{6783C573-DD0F-4113-9F52-587801CE13D2}" type="presOf" srcId="{E05663AD-6FBF-4D4A-8BF1-BBA00B2A13F7}" destId="{062394B8-6F99-454F-9ED2-45DF51F59292}" srcOrd="0" destOrd="0" presId="urn:microsoft.com/office/officeart/2018/2/layout/IconLabelList"/>
    <dgm:cxn modelId="{E3AE7B75-E77A-4387-B3AC-CE1BD6478B5E}" srcId="{96DD27A4-F898-449A-BE3F-906AFA5C754F}" destId="{E9607AB4-BD49-4C0F-8C19-AC30DAB9EDCD}" srcOrd="1" destOrd="0" parTransId="{8DAC64C5-2A1A-47CA-952D-8773257EF647}" sibTransId="{547127BA-C98F-4E68-8373-FBAEBF8D79B6}"/>
    <dgm:cxn modelId="{83F871B3-5BBD-4318-BD9A-BFDB733B0B87}" type="presOf" srcId="{96DD27A4-F898-449A-BE3F-906AFA5C754F}" destId="{86E3E521-AB8B-4BB0-A44C-5DE7550680C5}" srcOrd="0" destOrd="0" presId="urn:microsoft.com/office/officeart/2018/2/layout/IconLabelList"/>
    <dgm:cxn modelId="{0F51FD6C-D97F-47D5-BE97-C59244BBF63A}" type="presParOf" srcId="{86E3E521-AB8B-4BB0-A44C-5DE7550680C5}" destId="{6C2F5132-DC87-4376-9411-18FB018E409B}" srcOrd="0" destOrd="0" presId="urn:microsoft.com/office/officeart/2018/2/layout/IconLabelList"/>
    <dgm:cxn modelId="{A087FF10-EBCF-4813-92E5-C400AFA0827C}" type="presParOf" srcId="{6C2F5132-DC87-4376-9411-18FB018E409B}" destId="{7045034C-CDC3-401C-9BC4-162F04C776FA}" srcOrd="0" destOrd="0" presId="urn:microsoft.com/office/officeart/2018/2/layout/IconLabelList"/>
    <dgm:cxn modelId="{43D6ECFE-EB2B-43C0-A6F7-9A862FE25177}" type="presParOf" srcId="{6C2F5132-DC87-4376-9411-18FB018E409B}" destId="{91447365-E149-498D-AC66-67A6D2C47564}" srcOrd="1" destOrd="0" presId="urn:microsoft.com/office/officeart/2018/2/layout/IconLabelList"/>
    <dgm:cxn modelId="{4D063301-FC15-4771-8E7B-1B6C9FEBB208}" type="presParOf" srcId="{6C2F5132-DC87-4376-9411-18FB018E409B}" destId="{02E6B05B-6D58-4B70-8041-DD08B7C99232}" srcOrd="2" destOrd="0" presId="urn:microsoft.com/office/officeart/2018/2/layout/IconLabelList"/>
    <dgm:cxn modelId="{2133339A-1ECD-4DB1-8589-BB8651953030}" type="presParOf" srcId="{86E3E521-AB8B-4BB0-A44C-5DE7550680C5}" destId="{2A0E83B3-CF82-4270-AE94-40CC051018C2}" srcOrd="1" destOrd="0" presId="urn:microsoft.com/office/officeart/2018/2/layout/IconLabelList"/>
    <dgm:cxn modelId="{F40AB72B-6C8F-4186-A379-893AB159DA82}" type="presParOf" srcId="{86E3E521-AB8B-4BB0-A44C-5DE7550680C5}" destId="{3866FD74-1FE0-4FFB-9841-0543363C52EA}" srcOrd="2" destOrd="0" presId="urn:microsoft.com/office/officeart/2018/2/layout/IconLabelList"/>
    <dgm:cxn modelId="{0403E8C1-4F00-4FDB-B888-9947F321509F}" type="presParOf" srcId="{3866FD74-1FE0-4FFB-9841-0543363C52EA}" destId="{4F200D3D-A560-45BB-B02F-792D15F8BF86}" srcOrd="0" destOrd="0" presId="urn:microsoft.com/office/officeart/2018/2/layout/IconLabelList"/>
    <dgm:cxn modelId="{3D6A0B45-B29B-4D5F-BC72-012E6638FB3C}" type="presParOf" srcId="{3866FD74-1FE0-4FFB-9841-0543363C52EA}" destId="{CBC77716-7B96-4496-8013-77B82C9C63C9}" srcOrd="1" destOrd="0" presId="urn:microsoft.com/office/officeart/2018/2/layout/IconLabelList"/>
    <dgm:cxn modelId="{E85D1D46-9188-4A71-9D5D-07483CE8C9D3}" type="presParOf" srcId="{3866FD74-1FE0-4FFB-9841-0543363C52EA}" destId="{362CD21E-23DA-4515-BBEA-E1A9E463431D}" srcOrd="2" destOrd="0" presId="urn:microsoft.com/office/officeart/2018/2/layout/IconLabelList"/>
    <dgm:cxn modelId="{651EC75A-B332-4072-A2F1-257E7717632A}" type="presParOf" srcId="{86E3E521-AB8B-4BB0-A44C-5DE7550680C5}" destId="{4CE47CB4-590A-4658-BE6A-3FDF42D5B67D}" srcOrd="3" destOrd="0" presId="urn:microsoft.com/office/officeart/2018/2/layout/IconLabelList"/>
    <dgm:cxn modelId="{65E2A35B-6CE2-4E4F-8958-83B212742EEA}" type="presParOf" srcId="{86E3E521-AB8B-4BB0-A44C-5DE7550680C5}" destId="{5E88E137-EA51-4BA3-BE59-C76E51C20131}" srcOrd="4" destOrd="0" presId="urn:microsoft.com/office/officeart/2018/2/layout/IconLabelList"/>
    <dgm:cxn modelId="{3E48FCFB-49B0-4FD2-94E1-6125BF6334BA}" type="presParOf" srcId="{5E88E137-EA51-4BA3-BE59-C76E51C20131}" destId="{FA19EFB6-23E9-47EC-8332-79CD5587FF3B}" srcOrd="0" destOrd="0" presId="urn:microsoft.com/office/officeart/2018/2/layout/IconLabelList"/>
    <dgm:cxn modelId="{46F26BD0-FAD1-4064-834D-C186E71234AD}" type="presParOf" srcId="{5E88E137-EA51-4BA3-BE59-C76E51C20131}" destId="{60555FB5-B80C-4CB3-BBC3-BDE810802204}" srcOrd="1" destOrd="0" presId="urn:microsoft.com/office/officeart/2018/2/layout/IconLabelList"/>
    <dgm:cxn modelId="{EEF51EAD-3174-48E3-A090-96388826D2D4}" type="presParOf" srcId="{5E88E137-EA51-4BA3-BE59-C76E51C20131}" destId="{062394B8-6F99-454F-9ED2-45DF51F5929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A4CE1B0-9BC9-4112-9A58-4B26CDDAB4BE}"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C1EEA0D2-F21A-43D2-80EF-55786F93A5F0}">
      <dgm:prSet/>
      <dgm:spPr/>
      <dgm:t>
        <a:bodyPr/>
        <a:lstStyle/>
        <a:p>
          <a:r>
            <a:rPr lang="en-US"/>
            <a:t>API is containerized and deployed on Render cloud infrastructure.</a:t>
          </a:r>
        </a:p>
      </dgm:t>
    </dgm:pt>
    <dgm:pt modelId="{951089B8-FD32-49EF-B0CE-B2441907D1B6}" type="parTrans" cxnId="{B9EEC3D7-ACCB-4366-B525-1E76136EC652}">
      <dgm:prSet/>
      <dgm:spPr/>
      <dgm:t>
        <a:bodyPr/>
        <a:lstStyle/>
        <a:p>
          <a:endParaRPr lang="en-US"/>
        </a:p>
      </dgm:t>
    </dgm:pt>
    <dgm:pt modelId="{B563EDBB-5327-42D6-85A1-F2C55F924210}" type="sibTrans" cxnId="{B9EEC3D7-ACCB-4366-B525-1E76136EC652}">
      <dgm:prSet phldrT="1"/>
      <dgm:spPr/>
      <dgm:t>
        <a:bodyPr/>
        <a:lstStyle/>
        <a:p>
          <a:r>
            <a:rPr lang="en-US"/>
            <a:t>1</a:t>
          </a:r>
        </a:p>
      </dgm:t>
    </dgm:pt>
    <dgm:pt modelId="{1AE5C103-6BAE-448E-AE20-E28AA4EEB828}">
      <dgm:prSet/>
      <dgm:spPr/>
      <dgm:t>
        <a:bodyPr/>
        <a:lstStyle/>
        <a:p>
          <a:r>
            <a:rPr lang="en-US"/>
            <a:t>Ensures 24/7 availability for the Chrome Extension and Dashboard.</a:t>
          </a:r>
        </a:p>
      </dgm:t>
    </dgm:pt>
    <dgm:pt modelId="{C566DE62-D0A3-4B27-BB6D-4DA8555E6A26}" type="parTrans" cxnId="{C1F0E627-3DFE-4C14-AECE-5C81D67E0529}">
      <dgm:prSet/>
      <dgm:spPr/>
      <dgm:t>
        <a:bodyPr/>
        <a:lstStyle/>
        <a:p>
          <a:endParaRPr lang="en-US"/>
        </a:p>
      </dgm:t>
    </dgm:pt>
    <dgm:pt modelId="{399CF0FD-3123-4CCD-BC61-40C0DE2DAC57}" type="sibTrans" cxnId="{C1F0E627-3DFE-4C14-AECE-5C81D67E0529}">
      <dgm:prSet phldrT="2"/>
      <dgm:spPr/>
      <dgm:t>
        <a:bodyPr/>
        <a:lstStyle/>
        <a:p>
          <a:r>
            <a:rPr lang="en-US"/>
            <a:t>2</a:t>
          </a:r>
        </a:p>
      </dgm:t>
    </dgm:pt>
    <dgm:pt modelId="{78F3DA1C-E3FE-4C11-A868-5E3D5BA0EFF9}">
      <dgm:prSet/>
      <dgm:spPr/>
      <dgm:t>
        <a:bodyPr/>
        <a:lstStyle/>
        <a:p>
          <a:r>
            <a:rPr lang="en-US"/>
            <a:t>Highly scalable architecture capable of handling concurrent requests.</a:t>
          </a:r>
        </a:p>
      </dgm:t>
    </dgm:pt>
    <dgm:pt modelId="{C76274C1-605E-4883-ACCA-46FDB4A938F7}" type="parTrans" cxnId="{9AF96329-D12F-401F-9E8D-0FAEFA195DA2}">
      <dgm:prSet/>
      <dgm:spPr/>
      <dgm:t>
        <a:bodyPr/>
        <a:lstStyle/>
        <a:p>
          <a:endParaRPr lang="en-US"/>
        </a:p>
      </dgm:t>
    </dgm:pt>
    <dgm:pt modelId="{BD7D6A94-C30C-49C9-B1FC-5F94DCE0C2BA}" type="sibTrans" cxnId="{9AF96329-D12F-401F-9E8D-0FAEFA195DA2}">
      <dgm:prSet phldrT="3"/>
      <dgm:spPr/>
      <dgm:t>
        <a:bodyPr/>
        <a:lstStyle/>
        <a:p>
          <a:r>
            <a:rPr lang="en-US"/>
            <a:t>3</a:t>
          </a:r>
        </a:p>
      </dgm:t>
    </dgm:pt>
    <dgm:pt modelId="{7640A89A-92BD-4E80-A791-48CFF3B609A5}" type="pres">
      <dgm:prSet presAssocID="{4A4CE1B0-9BC9-4112-9A58-4B26CDDAB4BE}" presName="Name0" presStyleCnt="0">
        <dgm:presLayoutVars>
          <dgm:animLvl val="lvl"/>
          <dgm:resizeHandles val="exact"/>
        </dgm:presLayoutVars>
      </dgm:prSet>
      <dgm:spPr/>
    </dgm:pt>
    <dgm:pt modelId="{94F34595-B776-4AD4-A211-1EBA383CB1B1}" type="pres">
      <dgm:prSet presAssocID="{C1EEA0D2-F21A-43D2-80EF-55786F93A5F0}" presName="compositeNode" presStyleCnt="0">
        <dgm:presLayoutVars>
          <dgm:bulletEnabled val="1"/>
        </dgm:presLayoutVars>
      </dgm:prSet>
      <dgm:spPr/>
    </dgm:pt>
    <dgm:pt modelId="{37BBD147-6101-4403-BB1E-A6017E1F1375}" type="pres">
      <dgm:prSet presAssocID="{C1EEA0D2-F21A-43D2-80EF-55786F93A5F0}" presName="bgRect" presStyleLbl="bgAccFollowNode1" presStyleIdx="0" presStyleCnt="3"/>
      <dgm:spPr/>
    </dgm:pt>
    <dgm:pt modelId="{DBDEA780-E9D1-4252-9C04-C65280015D7F}" type="pres">
      <dgm:prSet presAssocID="{B563EDBB-5327-42D6-85A1-F2C55F924210}" presName="sibTransNodeCircle" presStyleLbl="alignNode1" presStyleIdx="0" presStyleCnt="6">
        <dgm:presLayoutVars>
          <dgm:chMax val="0"/>
          <dgm:bulletEnabled/>
        </dgm:presLayoutVars>
      </dgm:prSet>
      <dgm:spPr/>
    </dgm:pt>
    <dgm:pt modelId="{E2E4B544-A1FF-45DD-899B-468379023538}" type="pres">
      <dgm:prSet presAssocID="{C1EEA0D2-F21A-43D2-80EF-55786F93A5F0}" presName="bottomLine" presStyleLbl="alignNode1" presStyleIdx="1" presStyleCnt="6">
        <dgm:presLayoutVars/>
      </dgm:prSet>
      <dgm:spPr/>
    </dgm:pt>
    <dgm:pt modelId="{113026EE-4927-446B-8C37-49898F32E8CE}" type="pres">
      <dgm:prSet presAssocID="{C1EEA0D2-F21A-43D2-80EF-55786F93A5F0}" presName="nodeText" presStyleLbl="bgAccFollowNode1" presStyleIdx="0" presStyleCnt="3">
        <dgm:presLayoutVars>
          <dgm:bulletEnabled val="1"/>
        </dgm:presLayoutVars>
      </dgm:prSet>
      <dgm:spPr/>
    </dgm:pt>
    <dgm:pt modelId="{F5EA53E8-2E11-43AD-BADE-B9C2F0F4DCC5}" type="pres">
      <dgm:prSet presAssocID="{B563EDBB-5327-42D6-85A1-F2C55F924210}" presName="sibTrans" presStyleCnt="0"/>
      <dgm:spPr/>
    </dgm:pt>
    <dgm:pt modelId="{E62A41B4-5C46-4A97-B26A-065EF8A313C4}" type="pres">
      <dgm:prSet presAssocID="{1AE5C103-6BAE-448E-AE20-E28AA4EEB828}" presName="compositeNode" presStyleCnt="0">
        <dgm:presLayoutVars>
          <dgm:bulletEnabled val="1"/>
        </dgm:presLayoutVars>
      </dgm:prSet>
      <dgm:spPr/>
    </dgm:pt>
    <dgm:pt modelId="{7E75A75F-930F-4884-BBFB-214B4FEA37EF}" type="pres">
      <dgm:prSet presAssocID="{1AE5C103-6BAE-448E-AE20-E28AA4EEB828}" presName="bgRect" presStyleLbl="bgAccFollowNode1" presStyleIdx="1" presStyleCnt="3"/>
      <dgm:spPr/>
    </dgm:pt>
    <dgm:pt modelId="{29F7F859-42D4-4E9A-B9EF-9649EB820536}" type="pres">
      <dgm:prSet presAssocID="{399CF0FD-3123-4CCD-BC61-40C0DE2DAC57}" presName="sibTransNodeCircle" presStyleLbl="alignNode1" presStyleIdx="2" presStyleCnt="6">
        <dgm:presLayoutVars>
          <dgm:chMax val="0"/>
          <dgm:bulletEnabled/>
        </dgm:presLayoutVars>
      </dgm:prSet>
      <dgm:spPr/>
    </dgm:pt>
    <dgm:pt modelId="{6B95A976-E9F6-4329-AA3F-716AE7297246}" type="pres">
      <dgm:prSet presAssocID="{1AE5C103-6BAE-448E-AE20-E28AA4EEB828}" presName="bottomLine" presStyleLbl="alignNode1" presStyleIdx="3" presStyleCnt="6">
        <dgm:presLayoutVars/>
      </dgm:prSet>
      <dgm:spPr/>
    </dgm:pt>
    <dgm:pt modelId="{0B541D7F-B3CC-46E0-8FB2-2E6A51B54F95}" type="pres">
      <dgm:prSet presAssocID="{1AE5C103-6BAE-448E-AE20-E28AA4EEB828}" presName="nodeText" presStyleLbl="bgAccFollowNode1" presStyleIdx="1" presStyleCnt="3">
        <dgm:presLayoutVars>
          <dgm:bulletEnabled val="1"/>
        </dgm:presLayoutVars>
      </dgm:prSet>
      <dgm:spPr/>
    </dgm:pt>
    <dgm:pt modelId="{9C966FED-593C-464B-AB54-D1B25355EED0}" type="pres">
      <dgm:prSet presAssocID="{399CF0FD-3123-4CCD-BC61-40C0DE2DAC57}" presName="sibTrans" presStyleCnt="0"/>
      <dgm:spPr/>
    </dgm:pt>
    <dgm:pt modelId="{07945C39-2510-48D1-A5A3-C7F7C41526AC}" type="pres">
      <dgm:prSet presAssocID="{78F3DA1C-E3FE-4C11-A868-5E3D5BA0EFF9}" presName="compositeNode" presStyleCnt="0">
        <dgm:presLayoutVars>
          <dgm:bulletEnabled val="1"/>
        </dgm:presLayoutVars>
      </dgm:prSet>
      <dgm:spPr/>
    </dgm:pt>
    <dgm:pt modelId="{56BB521A-9B96-477B-BD75-6A744807B7C4}" type="pres">
      <dgm:prSet presAssocID="{78F3DA1C-E3FE-4C11-A868-5E3D5BA0EFF9}" presName="bgRect" presStyleLbl="bgAccFollowNode1" presStyleIdx="2" presStyleCnt="3"/>
      <dgm:spPr/>
    </dgm:pt>
    <dgm:pt modelId="{C478B8D3-3E32-4534-AE26-91767A3C0A35}" type="pres">
      <dgm:prSet presAssocID="{BD7D6A94-C30C-49C9-B1FC-5F94DCE0C2BA}" presName="sibTransNodeCircle" presStyleLbl="alignNode1" presStyleIdx="4" presStyleCnt="6">
        <dgm:presLayoutVars>
          <dgm:chMax val="0"/>
          <dgm:bulletEnabled/>
        </dgm:presLayoutVars>
      </dgm:prSet>
      <dgm:spPr/>
    </dgm:pt>
    <dgm:pt modelId="{9A6654A2-FB85-401E-B2CF-13F9994214C3}" type="pres">
      <dgm:prSet presAssocID="{78F3DA1C-E3FE-4C11-A868-5E3D5BA0EFF9}" presName="bottomLine" presStyleLbl="alignNode1" presStyleIdx="5" presStyleCnt="6">
        <dgm:presLayoutVars/>
      </dgm:prSet>
      <dgm:spPr/>
    </dgm:pt>
    <dgm:pt modelId="{D5E04E6D-0217-4389-8E07-F5AE3E1BDA64}" type="pres">
      <dgm:prSet presAssocID="{78F3DA1C-E3FE-4C11-A868-5E3D5BA0EFF9}" presName="nodeText" presStyleLbl="bgAccFollowNode1" presStyleIdx="2" presStyleCnt="3">
        <dgm:presLayoutVars>
          <dgm:bulletEnabled val="1"/>
        </dgm:presLayoutVars>
      </dgm:prSet>
      <dgm:spPr/>
    </dgm:pt>
  </dgm:ptLst>
  <dgm:cxnLst>
    <dgm:cxn modelId="{068ECF27-F9D9-4B55-817A-28C39F97A90A}" type="presOf" srcId="{BD7D6A94-C30C-49C9-B1FC-5F94DCE0C2BA}" destId="{C478B8D3-3E32-4534-AE26-91767A3C0A35}" srcOrd="0" destOrd="0" presId="urn:microsoft.com/office/officeart/2016/7/layout/BasicLinearProcessNumbered"/>
    <dgm:cxn modelId="{C1F0E627-3DFE-4C14-AECE-5C81D67E0529}" srcId="{4A4CE1B0-9BC9-4112-9A58-4B26CDDAB4BE}" destId="{1AE5C103-6BAE-448E-AE20-E28AA4EEB828}" srcOrd="1" destOrd="0" parTransId="{C566DE62-D0A3-4B27-BB6D-4DA8555E6A26}" sibTransId="{399CF0FD-3123-4CCD-BC61-40C0DE2DAC57}"/>
    <dgm:cxn modelId="{9AF96329-D12F-401F-9E8D-0FAEFA195DA2}" srcId="{4A4CE1B0-9BC9-4112-9A58-4B26CDDAB4BE}" destId="{78F3DA1C-E3FE-4C11-A868-5E3D5BA0EFF9}" srcOrd="2" destOrd="0" parTransId="{C76274C1-605E-4883-ACCA-46FDB4A938F7}" sibTransId="{BD7D6A94-C30C-49C9-B1FC-5F94DCE0C2BA}"/>
    <dgm:cxn modelId="{34B3132E-A562-4F06-8F6B-BF07DF5FCD99}" type="presOf" srcId="{78F3DA1C-E3FE-4C11-A868-5E3D5BA0EFF9}" destId="{56BB521A-9B96-477B-BD75-6A744807B7C4}" srcOrd="0" destOrd="0" presId="urn:microsoft.com/office/officeart/2016/7/layout/BasicLinearProcessNumbered"/>
    <dgm:cxn modelId="{6BE6EC3B-3B22-4330-96A7-AE69AA5E545C}" type="presOf" srcId="{B563EDBB-5327-42D6-85A1-F2C55F924210}" destId="{DBDEA780-E9D1-4252-9C04-C65280015D7F}" srcOrd="0" destOrd="0" presId="urn:microsoft.com/office/officeart/2016/7/layout/BasicLinearProcessNumbered"/>
    <dgm:cxn modelId="{E3E59061-CB90-459C-8482-BD2C307F5908}" type="presOf" srcId="{399CF0FD-3123-4CCD-BC61-40C0DE2DAC57}" destId="{29F7F859-42D4-4E9A-B9EF-9649EB820536}" srcOrd="0" destOrd="0" presId="urn:microsoft.com/office/officeart/2016/7/layout/BasicLinearProcessNumbered"/>
    <dgm:cxn modelId="{A3A76864-601A-45DC-A824-C9BD1959CCC2}" type="presOf" srcId="{C1EEA0D2-F21A-43D2-80EF-55786F93A5F0}" destId="{113026EE-4927-446B-8C37-49898F32E8CE}" srcOrd="1" destOrd="0" presId="urn:microsoft.com/office/officeart/2016/7/layout/BasicLinearProcessNumbered"/>
    <dgm:cxn modelId="{8685CC66-C5A0-4C77-BCF5-3F2503EA2A7E}" type="presOf" srcId="{1AE5C103-6BAE-448E-AE20-E28AA4EEB828}" destId="{7E75A75F-930F-4884-BBFB-214B4FEA37EF}" srcOrd="0" destOrd="0" presId="urn:microsoft.com/office/officeart/2016/7/layout/BasicLinearProcessNumbered"/>
    <dgm:cxn modelId="{FA39B392-1CB1-4192-8202-FB3CF3B3C2A6}" type="presOf" srcId="{1AE5C103-6BAE-448E-AE20-E28AA4EEB828}" destId="{0B541D7F-B3CC-46E0-8FB2-2E6A51B54F95}" srcOrd="1" destOrd="0" presId="urn:microsoft.com/office/officeart/2016/7/layout/BasicLinearProcessNumbered"/>
    <dgm:cxn modelId="{1AAF2A95-F133-4E5B-8231-FF4632139888}" type="presOf" srcId="{78F3DA1C-E3FE-4C11-A868-5E3D5BA0EFF9}" destId="{D5E04E6D-0217-4389-8E07-F5AE3E1BDA64}" srcOrd="1" destOrd="0" presId="urn:microsoft.com/office/officeart/2016/7/layout/BasicLinearProcessNumbered"/>
    <dgm:cxn modelId="{63DAB497-4EB0-40D1-9FA7-4AD485F6706D}" type="presOf" srcId="{4A4CE1B0-9BC9-4112-9A58-4B26CDDAB4BE}" destId="{7640A89A-92BD-4E80-A791-48CFF3B609A5}" srcOrd="0" destOrd="0" presId="urn:microsoft.com/office/officeart/2016/7/layout/BasicLinearProcessNumbered"/>
    <dgm:cxn modelId="{174E4AA8-634F-4A7B-BF79-E13CC590EDA6}" type="presOf" srcId="{C1EEA0D2-F21A-43D2-80EF-55786F93A5F0}" destId="{37BBD147-6101-4403-BB1E-A6017E1F1375}" srcOrd="0" destOrd="0" presId="urn:microsoft.com/office/officeart/2016/7/layout/BasicLinearProcessNumbered"/>
    <dgm:cxn modelId="{B9EEC3D7-ACCB-4366-B525-1E76136EC652}" srcId="{4A4CE1B0-9BC9-4112-9A58-4B26CDDAB4BE}" destId="{C1EEA0D2-F21A-43D2-80EF-55786F93A5F0}" srcOrd="0" destOrd="0" parTransId="{951089B8-FD32-49EF-B0CE-B2441907D1B6}" sibTransId="{B563EDBB-5327-42D6-85A1-F2C55F924210}"/>
    <dgm:cxn modelId="{7180E5DA-B35B-4464-ADC7-AC0DB7383CEC}" type="presParOf" srcId="{7640A89A-92BD-4E80-A791-48CFF3B609A5}" destId="{94F34595-B776-4AD4-A211-1EBA383CB1B1}" srcOrd="0" destOrd="0" presId="urn:microsoft.com/office/officeart/2016/7/layout/BasicLinearProcessNumbered"/>
    <dgm:cxn modelId="{21095D32-7711-4BBC-A12F-4B6683832E3F}" type="presParOf" srcId="{94F34595-B776-4AD4-A211-1EBA383CB1B1}" destId="{37BBD147-6101-4403-BB1E-A6017E1F1375}" srcOrd="0" destOrd="0" presId="urn:microsoft.com/office/officeart/2016/7/layout/BasicLinearProcessNumbered"/>
    <dgm:cxn modelId="{0545079B-CCAA-4C46-80A9-44DF4B54BC27}" type="presParOf" srcId="{94F34595-B776-4AD4-A211-1EBA383CB1B1}" destId="{DBDEA780-E9D1-4252-9C04-C65280015D7F}" srcOrd="1" destOrd="0" presId="urn:microsoft.com/office/officeart/2016/7/layout/BasicLinearProcessNumbered"/>
    <dgm:cxn modelId="{289B33BD-45CD-4632-9E83-D4F1B50B9865}" type="presParOf" srcId="{94F34595-B776-4AD4-A211-1EBA383CB1B1}" destId="{E2E4B544-A1FF-45DD-899B-468379023538}" srcOrd="2" destOrd="0" presId="urn:microsoft.com/office/officeart/2016/7/layout/BasicLinearProcessNumbered"/>
    <dgm:cxn modelId="{A6A6E1AB-0DC1-4881-857C-3CDAEB5791FD}" type="presParOf" srcId="{94F34595-B776-4AD4-A211-1EBA383CB1B1}" destId="{113026EE-4927-446B-8C37-49898F32E8CE}" srcOrd="3" destOrd="0" presId="urn:microsoft.com/office/officeart/2016/7/layout/BasicLinearProcessNumbered"/>
    <dgm:cxn modelId="{853E391E-3B14-4CE6-BA5A-145A49595F98}" type="presParOf" srcId="{7640A89A-92BD-4E80-A791-48CFF3B609A5}" destId="{F5EA53E8-2E11-43AD-BADE-B9C2F0F4DCC5}" srcOrd="1" destOrd="0" presId="urn:microsoft.com/office/officeart/2016/7/layout/BasicLinearProcessNumbered"/>
    <dgm:cxn modelId="{6E6487AD-9607-432E-8D2C-040479C500B0}" type="presParOf" srcId="{7640A89A-92BD-4E80-A791-48CFF3B609A5}" destId="{E62A41B4-5C46-4A97-B26A-065EF8A313C4}" srcOrd="2" destOrd="0" presId="urn:microsoft.com/office/officeart/2016/7/layout/BasicLinearProcessNumbered"/>
    <dgm:cxn modelId="{E9261E74-2B94-44A6-BC88-CB61C028E84C}" type="presParOf" srcId="{E62A41B4-5C46-4A97-B26A-065EF8A313C4}" destId="{7E75A75F-930F-4884-BBFB-214B4FEA37EF}" srcOrd="0" destOrd="0" presId="urn:microsoft.com/office/officeart/2016/7/layout/BasicLinearProcessNumbered"/>
    <dgm:cxn modelId="{29BB3DFD-B8C6-4FEA-A1C9-2662790BF64A}" type="presParOf" srcId="{E62A41B4-5C46-4A97-B26A-065EF8A313C4}" destId="{29F7F859-42D4-4E9A-B9EF-9649EB820536}" srcOrd="1" destOrd="0" presId="urn:microsoft.com/office/officeart/2016/7/layout/BasicLinearProcessNumbered"/>
    <dgm:cxn modelId="{B0FAAF9B-289C-413F-AFC0-563C66CBC823}" type="presParOf" srcId="{E62A41B4-5C46-4A97-B26A-065EF8A313C4}" destId="{6B95A976-E9F6-4329-AA3F-716AE7297246}" srcOrd="2" destOrd="0" presId="urn:microsoft.com/office/officeart/2016/7/layout/BasicLinearProcessNumbered"/>
    <dgm:cxn modelId="{684DF1DA-4DEE-44D6-8DEE-7429BAB5475E}" type="presParOf" srcId="{E62A41B4-5C46-4A97-B26A-065EF8A313C4}" destId="{0B541D7F-B3CC-46E0-8FB2-2E6A51B54F95}" srcOrd="3" destOrd="0" presId="urn:microsoft.com/office/officeart/2016/7/layout/BasicLinearProcessNumbered"/>
    <dgm:cxn modelId="{717EE971-B35D-41FD-94C1-BA5C496E9A9F}" type="presParOf" srcId="{7640A89A-92BD-4E80-A791-48CFF3B609A5}" destId="{9C966FED-593C-464B-AB54-D1B25355EED0}" srcOrd="3" destOrd="0" presId="urn:microsoft.com/office/officeart/2016/7/layout/BasicLinearProcessNumbered"/>
    <dgm:cxn modelId="{CC2BE632-2414-4454-80EF-5D2FDE6A065B}" type="presParOf" srcId="{7640A89A-92BD-4E80-A791-48CFF3B609A5}" destId="{07945C39-2510-48D1-A5A3-C7F7C41526AC}" srcOrd="4" destOrd="0" presId="urn:microsoft.com/office/officeart/2016/7/layout/BasicLinearProcessNumbered"/>
    <dgm:cxn modelId="{64F4AE28-47C1-44B5-8BD2-933DFA5EDFC9}" type="presParOf" srcId="{07945C39-2510-48D1-A5A3-C7F7C41526AC}" destId="{56BB521A-9B96-477B-BD75-6A744807B7C4}" srcOrd="0" destOrd="0" presId="urn:microsoft.com/office/officeart/2016/7/layout/BasicLinearProcessNumbered"/>
    <dgm:cxn modelId="{F706168E-A570-4B23-A37D-B4384CE777BE}" type="presParOf" srcId="{07945C39-2510-48D1-A5A3-C7F7C41526AC}" destId="{C478B8D3-3E32-4534-AE26-91767A3C0A35}" srcOrd="1" destOrd="0" presId="urn:microsoft.com/office/officeart/2016/7/layout/BasicLinearProcessNumbered"/>
    <dgm:cxn modelId="{C0935392-2060-43CE-A353-390BFD6BA4B1}" type="presParOf" srcId="{07945C39-2510-48D1-A5A3-C7F7C41526AC}" destId="{9A6654A2-FB85-401E-B2CF-13F9994214C3}" srcOrd="2" destOrd="0" presId="urn:microsoft.com/office/officeart/2016/7/layout/BasicLinearProcessNumbered"/>
    <dgm:cxn modelId="{A46E8C26-FBBE-4A56-AB99-285D5C4BEC8C}" type="presParOf" srcId="{07945C39-2510-48D1-A5A3-C7F7C41526AC}" destId="{D5E04E6D-0217-4389-8E07-F5AE3E1BDA6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6E93416-4FD4-414D-9696-3C98AC605FB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D6983ACA-7473-4322-8CD0-0C6A09FE05AC}">
      <dgm:prSet/>
      <dgm:spPr/>
      <dgm:t>
        <a:bodyPr/>
        <a:lstStyle/>
        <a:p>
          <a:r>
            <a:rPr lang="en-US"/>
            <a:t>Interactive UI for security researchers and power users.</a:t>
          </a:r>
        </a:p>
      </dgm:t>
    </dgm:pt>
    <dgm:pt modelId="{FB518F62-2691-4D0E-8EFF-887615F1E12D}" type="parTrans" cxnId="{9060F882-913B-4F3F-9B4B-D10875EE5C67}">
      <dgm:prSet/>
      <dgm:spPr/>
      <dgm:t>
        <a:bodyPr/>
        <a:lstStyle/>
        <a:p>
          <a:endParaRPr lang="en-US"/>
        </a:p>
      </dgm:t>
    </dgm:pt>
    <dgm:pt modelId="{109B4CE9-57F1-403E-A1CA-6040E7306459}" type="sibTrans" cxnId="{9060F882-913B-4F3F-9B4B-D10875EE5C67}">
      <dgm:prSet/>
      <dgm:spPr/>
      <dgm:t>
        <a:bodyPr/>
        <a:lstStyle/>
        <a:p>
          <a:endParaRPr lang="en-US"/>
        </a:p>
      </dgm:t>
    </dgm:pt>
    <dgm:pt modelId="{B2722A8C-FD99-429C-A412-CB148D7FAC79}">
      <dgm:prSet/>
      <dgm:spPr/>
      <dgm:t>
        <a:bodyPr/>
        <a:lstStyle/>
        <a:p>
          <a:r>
            <a:rPr lang="en-US"/>
            <a:t>Detailed feature breakdown and confidence scores for every URL.</a:t>
          </a:r>
        </a:p>
      </dgm:t>
    </dgm:pt>
    <dgm:pt modelId="{1DBEB741-575A-4623-9268-87B5C4067FE7}" type="parTrans" cxnId="{5253C979-6743-45FE-B4EA-6FC6EAEA5409}">
      <dgm:prSet/>
      <dgm:spPr/>
      <dgm:t>
        <a:bodyPr/>
        <a:lstStyle/>
        <a:p>
          <a:endParaRPr lang="en-US"/>
        </a:p>
      </dgm:t>
    </dgm:pt>
    <dgm:pt modelId="{F4D93CD4-5AAA-4CDB-A168-6EC42153AC56}" type="sibTrans" cxnId="{5253C979-6743-45FE-B4EA-6FC6EAEA5409}">
      <dgm:prSet/>
      <dgm:spPr/>
      <dgm:t>
        <a:bodyPr/>
        <a:lstStyle/>
        <a:p>
          <a:endParaRPr lang="en-US"/>
        </a:p>
      </dgm:t>
    </dgm:pt>
    <dgm:pt modelId="{9A12F1C7-AF07-4E66-B116-6A9386D104BF}">
      <dgm:prSet/>
      <dgm:spPr/>
      <dgm:t>
        <a:bodyPr/>
        <a:lstStyle/>
        <a:p>
          <a:r>
            <a:rPr lang="en-US"/>
            <a:t>Global scan history and logging for auditing purposes.</a:t>
          </a:r>
        </a:p>
      </dgm:t>
    </dgm:pt>
    <dgm:pt modelId="{34BB3A46-F1C1-4AC3-8E09-BF53D5F4D4A4}" type="parTrans" cxnId="{B8729D10-4BC9-43CD-9869-709014A5CE2F}">
      <dgm:prSet/>
      <dgm:spPr/>
      <dgm:t>
        <a:bodyPr/>
        <a:lstStyle/>
        <a:p>
          <a:endParaRPr lang="en-US"/>
        </a:p>
      </dgm:t>
    </dgm:pt>
    <dgm:pt modelId="{B295B532-90B7-435A-A775-D1552FC06B9D}" type="sibTrans" cxnId="{B8729D10-4BC9-43CD-9869-709014A5CE2F}">
      <dgm:prSet/>
      <dgm:spPr/>
      <dgm:t>
        <a:bodyPr/>
        <a:lstStyle/>
        <a:p>
          <a:endParaRPr lang="en-US"/>
        </a:p>
      </dgm:t>
    </dgm:pt>
    <dgm:pt modelId="{61C88F6E-A7F4-4D3D-A5B2-9C4E239C8240}" type="pres">
      <dgm:prSet presAssocID="{C6E93416-4FD4-414D-9696-3C98AC605FBD}" presName="outerComposite" presStyleCnt="0">
        <dgm:presLayoutVars>
          <dgm:chMax val="5"/>
          <dgm:dir/>
          <dgm:resizeHandles val="exact"/>
        </dgm:presLayoutVars>
      </dgm:prSet>
      <dgm:spPr/>
    </dgm:pt>
    <dgm:pt modelId="{CA653191-4E25-4D32-BC4B-20F0966C4F09}" type="pres">
      <dgm:prSet presAssocID="{C6E93416-4FD4-414D-9696-3C98AC605FBD}" presName="dummyMaxCanvas" presStyleCnt="0">
        <dgm:presLayoutVars/>
      </dgm:prSet>
      <dgm:spPr/>
    </dgm:pt>
    <dgm:pt modelId="{B73B0907-5318-44BA-BA10-B4C5FAFDA3D2}" type="pres">
      <dgm:prSet presAssocID="{C6E93416-4FD4-414D-9696-3C98AC605FBD}" presName="ThreeNodes_1" presStyleLbl="node1" presStyleIdx="0" presStyleCnt="3">
        <dgm:presLayoutVars>
          <dgm:bulletEnabled val="1"/>
        </dgm:presLayoutVars>
      </dgm:prSet>
      <dgm:spPr/>
    </dgm:pt>
    <dgm:pt modelId="{4465B96B-D2F8-4C0A-99D7-7010C5E42263}" type="pres">
      <dgm:prSet presAssocID="{C6E93416-4FD4-414D-9696-3C98AC605FBD}" presName="ThreeNodes_2" presStyleLbl="node1" presStyleIdx="1" presStyleCnt="3">
        <dgm:presLayoutVars>
          <dgm:bulletEnabled val="1"/>
        </dgm:presLayoutVars>
      </dgm:prSet>
      <dgm:spPr/>
    </dgm:pt>
    <dgm:pt modelId="{4F37AD9A-2F4D-4C6A-8E06-6E81D4A76403}" type="pres">
      <dgm:prSet presAssocID="{C6E93416-4FD4-414D-9696-3C98AC605FBD}" presName="ThreeNodes_3" presStyleLbl="node1" presStyleIdx="2" presStyleCnt="3">
        <dgm:presLayoutVars>
          <dgm:bulletEnabled val="1"/>
        </dgm:presLayoutVars>
      </dgm:prSet>
      <dgm:spPr/>
    </dgm:pt>
    <dgm:pt modelId="{F8661476-CAB3-4D9C-B30B-AA7CC4295AD7}" type="pres">
      <dgm:prSet presAssocID="{C6E93416-4FD4-414D-9696-3C98AC605FBD}" presName="ThreeConn_1-2" presStyleLbl="fgAccFollowNode1" presStyleIdx="0" presStyleCnt="2">
        <dgm:presLayoutVars>
          <dgm:bulletEnabled val="1"/>
        </dgm:presLayoutVars>
      </dgm:prSet>
      <dgm:spPr/>
    </dgm:pt>
    <dgm:pt modelId="{1DBFE976-2616-4C4E-B276-F739FAADCE7C}" type="pres">
      <dgm:prSet presAssocID="{C6E93416-4FD4-414D-9696-3C98AC605FBD}" presName="ThreeConn_2-3" presStyleLbl="fgAccFollowNode1" presStyleIdx="1" presStyleCnt="2">
        <dgm:presLayoutVars>
          <dgm:bulletEnabled val="1"/>
        </dgm:presLayoutVars>
      </dgm:prSet>
      <dgm:spPr/>
    </dgm:pt>
    <dgm:pt modelId="{3EC79D2E-5D78-4C23-883B-BD2D64875A02}" type="pres">
      <dgm:prSet presAssocID="{C6E93416-4FD4-414D-9696-3C98AC605FBD}" presName="ThreeNodes_1_text" presStyleLbl="node1" presStyleIdx="2" presStyleCnt="3">
        <dgm:presLayoutVars>
          <dgm:bulletEnabled val="1"/>
        </dgm:presLayoutVars>
      </dgm:prSet>
      <dgm:spPr/>
    </dgm:pt>
    <dgm:pt modelId="{220F67A8-A330-4C10-8514-85DFAF36F698}" type="pres">
      <dgm:prSet presAssocID="{C6E93416-4FD4-414D-9696-3C98AC605FBD}" presName="ThreeNodes_2_text" presStyleLbl="node1" presStyleIdx="2" presStyleCnt="3">
        <dgm:presLayoutVars>
          <dgm:bulletEnabled val="1"/>
        </dgm:presLayoutVars>
      </dgm:prSet>
      <dgm:spPr/>
    </dgm:pt>
    <dgm:pt modelId="{56A5C08C-4FFE-4419-9018-41CD6583C0EF}" type="pres">
      <dgm:prSet presAssocID="{C6E93416-4FD4-414D-9696-3C98AC605FBD}" presName="ThreeNodes_3_text" presStyleLbl="node1" presStyleIdx="2" presStyleCnt="3">
        <dgm:presLayoutVars>
          <dgm:bulletEnabled val="1"/>
        </dgm:presLayoutVars>
      </dgm:prSet>
      <dgm:spPr/>
    </dgm:pt>
  </dgm:ptLst>
  <dgm:cxnLst>
    <dgm:cxn modelId="{B8729D10-4BC9-43CD-9869-709014A5CE2F}" srcId="{C6E93416-4FD4-414D-9696-3C98AC605FBD}" destId="{9A12F1C7-AF07-4E66-B116-6A9386D104BF}" srcOrd="2" destOrd="0" parTransId="{34BB3A46-F1C1-4AC3-8E09-BF53D5F4D4A4}" sibTransId="{B295B532-90B7-435A-A775-D1552FC06B9D}"/>
    <dgm:cxn modelId="{A4279F31-082B-40F2-8F4B-CC53A9E970A8}" type="presOf" srcId="{F4D93CD4-5AAA-4CDB-A168-6EC42153AC56}" destId="{1DBFE976-2616-4C4E-B276-F739FAADCE7C}" srcOrd="0" destOrd="0" presId="urn:microsoft.com/office/officeart/2005/8/layout/vProcess5"/>
    <dgm:cxn modelId="{A7412435-DCC1-453F-A3C7-582DB309DA86}" type="presOf" srcId="{109B4CE9-57F1-403E-A1CA-6040E7306459}" destId="{F8661476-CAB3-4D9C-B30B-AA7CC4295AD7}" srcOrd="0" destOrd="0" presId="urn:microsoft.com/office/officeart/2005/8/layout/vProcess5"/>
    <dgm:cxn modelId="{D3240E36-B41B-4A71-B87F-A50E5E9229E0}" type="presOf" srcId="{D6983ACA-7473-4322-8CD0-0C6A09FE05AC}" destId="{3EC79D2E-5D78-4C23-883B-BD2D64875A02}" srcOrd="1" destOrd="0" presId="urn:microsoft.com/office/officeart/2005/8/layout/vProcess5"/>
    <dgm:cxn modelId="{96A07B51-3876-4D8C-940E-5C4C2079B283}" type="presOf" srcId="{9A12F1C7-AF07-4E66-B116-6A9386D104BF}" destId="{56A5C08C-4FFE-4419-9018-41CD6583C0EF}" srcOrd="1" destOrd="0" presId="urn:microsoft.com/office/officeart/2005/8/layout/vProcess5"/>
    <dgm:cxn modelId="{B1191C72-4292-497A-8162-769BF11B730A}" type="presOf" srcId="{B2722A8C-FD99-429C-A412-CB148D7FAC79}" destId="{4465B96B-D2F8-4C0A-99D7-7010C5E42263}" srcOrd="0" destOrd="0" presId="urn:microsoft.com/office/officeart/2005/8/layout/vProcess5"/>
    <dgm:cxn modelId="{C9E32654-A5D1-4233-B69E-3587BA34FED2}" type="presOf" srcId="{9A12F1C7-AF07-4E66-B116-6A9386D104BF}" destId="{4F37AD9A-2F4D-4C6A-8E06-6E81D4A76403}" srcOrd="0" destOrd="0" presId="urn:microsoft.com/office/officeart/2005/8/layout/vProcess5"/>
    <dgm:cxn modelId="{5253C979-6743-45FE-B4EA-6FC6EAEA5409}" srcId="{C6E93416-4FD4-414D-9696-3C98AC605FBD}" destId="{B2722A8C-FD99-429C-A412-CB148D7FAC79}" srcOrd="1" destOrd="0" parTransId="{1DBEB741-575A-4623-9268-87B5C4067FE7}" sibTransId="{F4D93CD4-5AAA-4CDB-A168-6EC42153AC56}"/>
    <dgm:cxn modelId="{9060F882-913B-4F3F-9B4B-D10875EE5C67}" srcId="{C6E93416-4FD4-414D-9696-3C98AC605FBD}" destId="{D6983ACA-7473-4322-8CD0-0C6A09FE05AC}" srcOrd="0" destOrd="0" parTransId="{FB518F62-2691-4D0E-8EFF-887615F1E12D}" sibTransId="{109B4CE9-57F1-403E-A1CA-6040E7306459}"/>
    <dgm:cxn modelId="{B75491BE-B3A0-4F32-8266-EE5E55F87E9F}" type="presOf" srcId="{C6E93416-4FD4-414D-9696-3C98AC605FBD}" destId="{61C88F6E-A7F4-4D3D-A5B2-9C4E239C8240}" srcOrd="0" destOrd="0" presId="urn:microsoft.com/office/officeart/2005/8/layout/vProcess5"/>
    <dgm:cxn modelId="{F24BC2EA-131D-4338-8C12-957E813BACA0}" type="presOf" srcId="{D6983ACA-7473-4322-8CD0-0C6A09FE05AC}" destId="{B73B0907-5318-44BA-BA10-B4C5FAFDA3D2}" srcOrd="0" destOrd="0" presId="urn:microsoft.com/office/officeart/2005/8/layout/vProcess5"/>
    <dgm:cxn modelId="{2C40DCF2-8340-43EC-9898-7668C58C96F6}" type="presOf" srcId="{B2722A8C-FD99-429C-A412-CB148D7FAC79}" destId="{220F67A8-A330-4C10-8514-85DFAF36F698}" srcOrd="1" destOrd="0" presId="urn:microsoft.com/office/officeart/2005/8/layout/vProcess5"/>
    <dgm:cxn modelId="{42904780-C4B9-4484-972B-782FD1159D0C}" type="presParOf" srcId="{61C88F6E-A7F4-4D3D-A5B2-9C4E239C8240}" destId="{CA653191-4E25-4D32-BC4B-20F0966C4F09}" srcOrd="0" destOrd="0" presId="urn:microsoft.com/office/officeart/2005/8/layout/vProcess5"/>
    <dgm:cxn modelId="{D2E7401D-2416-458B-830E-E5C243B44882}" type="presParOf" srcId="{61C88F6E-A7F4-4D3D-A5B2-9C4E239C8240}" destId="{B73B0907-5318-44BA-BA10-B4C5FAFDA3D2}" srcOrd="1" destOrd="0" presId="urn:microsoft.com/office/officeart/2005/8/layout/vProcess5"/>
    <dgm:cxn modelId="{01646E55-BF70-46AC-9398-A70221420C9F}" type="presParOf" srcId="{61C88F6E-A7F4-4D3D-A5B2-9C4E239C8240}" destId="{4465B96B-D2F8-4C0A-99D7-7010C5E42263}" srcOrd="2" destOrd="0" presId="urn:microsoft.com/office/officeart/2005/8/layout/vProcess5"/>
    <dgm:cxn modelId="{0210527C-A0EC-487B-8E69-C85B5180BA7E}" type="presParOf" srcId="{61C88F6E-A7F4-4D3D-A5B2-9C4E239C8240}" destId="{4F37AD9A-2F4D-4C6A-8E06-6E81D4A76403}" srcOrd="3" destOrd="0" presId="urn:microsoft.com/office/officeart/2005/8/layout/vProcess5"/>
    <dgm:cxn modelId="{E8F984C0-D89E-4F70-84F0-79A748CDD267}" type="presParOf" srcId="{61C88F6E-A7F4-4D3D-A5B2-9C4E239C8240}" destId="{F8661476-CAB3-4D9C-B30B-AA7CC4295AD7}" srcOrd="4" destOrd="0" presId="urn:microsoft.com/office/officeart/2005/8/layout/vProcess5"/>
    <dgm:cxn modelId="{ED15E072-9856-482E-955E-1F4CDEA05CEE}" type="presParOf" srcId="{61C88F6E-A7F4-4D3D-A5B2-9C4E239C8240}" destId="{1DBFE976-2616-4C4E-B276-F739FAADCE7C}" srcOrd="5" destOrd="0" presId="urn:microsoft.com/office/officeart/2005/8/layout/vProcess5"/>
    <dgm:cxn modelId="{BA63D941-BBCF-4ADD-B880-8443BDE7FF7E}" type="presParOf" srcId="{61C88F6E-A7F4-4D3D-A5B2-9C4E239C8240}" destId="{3EC79D2E-5D78-4C23-883B-BD2D64875A02}" srcOrd="6" destOrd="0" presId="urn:microsoft.com/office/officeart/2005/8/layout/vProcess5"/>
    <dgm:cxn modelId="{875DBD73-0E32-4A63-8473-F8B3A91F2E01}" type="presParOf" srcId="{61C88F6E-A7F4-4D3D-A5B2-9C4E239C8240}" destId="{220F67A8-A330-4C10-8514-85DFAF36F698}" srcOrd="7" destOrd="0" presId="urn:microsoft.com/office/officeart/2005/8/layout/vProcess5"/>
    <dgm:cxn modelId="{BC0FE32E-04E1-494B-874D-1CD44E34A3CE}" type="presParOf" srcId="{61C88F6E-A7F4-4D3D-A5B2-9C4E239C8240}" destId="{56A5C08C-4FFE-4419-9018-41CD6583C0EF}"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F3F3275-E80F-4D50-8E49-0FF1678038C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592341-6FE6-4519-91F6-550A6C177EA4}">
      <dgm:prSet/>
      <dgm:spPr/>
      <dgm:t>
        <a:bodyPr/>
        <a:lstStyle/>
        <a:p>
          <a:r>
            <a:rPr lang="en-US"/>
            <a:t>Silent, real-time background protection.</a:t>
          </a:r>
        </a:p>
      </dgm:t>
    </dgm:pt>
    <dgm:pt modelId="{B2DC5E60-4FD3-4290-8BA3-7C7A6947913A}" type="parTrans" cxnId="{900037AE-29B4-4F48-A4F6-F0FF381CB5A7}">
      <dgm:prSet/>
      <dgm:spPr/>
      <dgm:t>
        <a:bodyPr/>
        <a:lstStyle/>
        <a:p>
          <a:endParaRPr lang="en-US"/>
        </a:p>
      </dgm:t>
    </dgm:pt>
    <dgm:pt modelId="{A0814F15-93C1-4D59-BA72-339166EDE592}" type="sibTrans" cxnId="{900037AE-29B4-4F48-A4F6-F0FF381CB5A7}">
      <dgm:prSet/>
      <dgm:spPr/>
      <dgm:t>
        <a:bodyPr/>
        <a:lstStyle/>
        <a:p>
          <a:endParaRPr lang="en-US"/>
        </a:p>
      </dgm:t>
    </dgm:pt>
    <dgm:pt modelId="{6021CB95-8010-467D-8CEB-E4481A9CC356}">
      <dgm:prSet/>
      <dgm:spPr/>
      <dgm:t>
        <a:bodyPr/>
        <a:lstStyle/>
        <a:p>
          <a:r>
            <a:rPr lang="en-US"/>
            <a:t>Intercepts malicious navigation before the page loads.</a:t>
          </a:r>
        </a:p>
      </dgm:t>
    </dgm:pt>
    <dgm:pt modelId="{D4321D6A-5A39-49DF-B9CE-BF89D308C311}" type="parTrans" cxnId="{9E71A9C4-B57A-4845-8C1C-301AB0C2ABCB}">
      <dgm:prSet/>
      <dgm:spPr/>
      <dgm:t>
        <a:bodyPr/>
        <a:lstStyle/>
        <a:p>
          <a:endParaRPr lang="en-US"/>
        </a:p>
      </dgm:t>
    </dgm:pt>
    <dgm:pt modelId="{86A6AE00-449B-4963-B89A-882330AFD0F3}" type="sibTrans" cxnId="{9E71A9C4-B57A-4845-8C1C-301AB0C2ABCB}">
      <dgm:prSet/>
      <dgm:spPr/>
      <dgm:t>
        <a:bodyPr/>
        <a:lstStyle/>
        <a:p>
          <a:endParaRPr lang="en-US"/>
        </a:p>
      </dgm:t>
    </dgm:pt>
    <dgm:pt modelId="{D9158C3F-F9F8-460D-80BE-06A7812A2614}">
      <dgm:prSet/>
      <dgm:spPr/>
      <dgm:t>
        <a:bodyPr/>
        <a:lstStyle/>
        <a:p>
          <a:r>
            <a:rPr lang="en-US"/>
            <a:t>Lightweight footprint with seamless user experience.</a:t>
          </a:r>
        </a:p>
      </dgm:t>
    </dgm:pt>
    <dgm:pt modelId="{508BADF6-9B33-489B-BA35-FEE33DA0B419}" type="parTrans" cxnId="{093D0D77-14FC-4704-B8B8-560F83280C09}">
      <dgm:prSet/>
      <dgm:spPr/>
      <dgm:t>
        <a:bodyPr/>
        <a:lstStyle/>
        <a:p>
          <a:endParaRPr lang="en-US"/>
        </a:p>
      </dgm:t>
    </dgm:pt>
    <dgm:pt modelId="{8C53396B-7256-4192-B681-90D08FA8597E}" type="sibTrans" cxnId="{093D0D77-14FC-4704-B8B8-560F83280C09}">
      <dgm:prSet/>
      <dgm:spPr/>
      <dgm:t>
        <a:bodyPr/>
        <a:lstStyle/>
        <a:p>
          <a:endParaRPr lang="en-US"/>
        </a:p>
      </dgm:t>
    </dgm:pt>
    <dgm:pt modelId="{5BE2B2BC-E10D-4808-AA49-EBD457E11AE3}" type="pres">
      <dgm:prSet presAssocID="{4F3F3275-E80F-4D50-8E49-0FF1678038C7}" presName="root" presStyleCnt="0">
        <dgm:presLayoutVars>
          <dgm:dir/>
          <dgm:resizeHandles val="exact"/>
        </dgm:presLayoutVars>
      </dgm:prSet>
      <dgm:spPr/>
    </dgm:pt>
    <dgm:pt modelId="{ACE53D8B-1B2B-415E-AC6F-E6E48A8A6CEF}" type="pres">
      <dgm:prSet presAssocID="{E5592341-6FE6-4519-91F6-550A6C177EA4}" presName="compNode" presStyleCnt="0"/>
      <dgm:spPr/>
    </dgm:pt>
    <dgm:pt modelId="{5F0620A8-F4C0-4559-A2D6-A2FEA8851FA8}" type="pres">
      <dgm:prSet presAssocID="{E5592341-6FE6-4519-91F6-550A6C177EA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lind"/>
        </a:ext>
      </dgm:extLst>
    </dgm:pt>
    <dgm:pt modelId="{06C661B8-0E27-400F-A182-48A7CC973A29}" type="pres">
      <dgm:prSet presAssocID="{E5592341-6FE6-4519-91F6-550A6C177EA4}" presName="spaceRect" presStyleCnt="0"/>
      <dgm:spPr/>
    </dgm:pt>
    <dgm:pt modelId="{6C651C2D-F9F4-4858-9822-2FB22F0FFC48}" type="pres">
      <dgm:prSet presAssocID="{E5592341-6FE6-4519-91F6-550A6C177EA4}" presName="textRect" presStyleLbl="revTx" presStyleIdx="0" presStyleCnt="3">
        <dgm:presLayoutVars>
          <dgm:chMax val="1"/>
          <dgm:chPref val="1"/>
        </dgm:presLayoutVars>
      </dgm:prSet>
      <dgm:spPr/>
    </dgm:pt>
    <dgm:pt modelId="{63FFB12F-40A4-4C77-8BFB-6C9DEAA59116}" type="pres">
      <dgm:prSet presAssocID="{A0814F15-93C1-4D59-BA72-339166EDE592}" presName="sibTrans" presStyleCnt="0"/>
      <dgm:spPr/>
    </dgm:pt>
    <dgm:pt modelId="{914F171F-BDDC-4BC8-BD48-9E1EAF5B4C8A}" type="pres">
      <dgm:prSet presAssocID="{6021CB95-8010-467D-8CEB-E4481A9CC356}" presName="compNode" presStyleCnt="0"/>
      <dgm:spPr/>
    </dgm:pt>
    <dgm:pt modelId="{43CE4A32-23EE-4FE1-AF91-51BA5B62E8F6}" type="pres">
      <dgm:prSet presAssocID="{6021CB95-8010-467D-8CEB-E4481A9CC35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F9CEFDF2-4681-4D52-A5EC-0F48B3F303AA}" type="pres">
      <dgm:prSet presAssocID="{6021CB95-8010-467D-8CEB-E4481A9CC356}" presName="spaceRect" presStyleCnt="0"/>
      <dgm:spPr/>
    </dgm:pt>
    <dgm:pt modelId="{1CF57416-5E60-4E94-96AD-122D5494C76D}" type="pres">
      <dgm:prSet presAssocID="{6021CB95-8010-467D-8CEB-E4481A9CC356}" presName="textRect" presStyleLbl="revTx" presStyleIdx="1" presStyleCnt="3">
        <dgm:presLayoutVars>
          <dgm:chMax val="1"/>
          <dgm:chPref val="1"/>
        </dgm:presLayoutVars>
      </dgm:prSet>
      <dgm:spPr/>
    </dgm:pt>
    <dgm:pt modelId="{81811E17-7C93-491C-9B41-4DE8DE0BE39E}" type="pres">
      <dgm:prSet presAssocID="{86A6AE00-449B-4963-B89A-882330AFD0F3}" presName="sibTrans" presStyleCnt="0"/>
      <dgm:spPr/>
    </dgm:pt>
    <dgm:pt modelId="{76CEF535-1BD6-47BA-9BC5-8D4FA6D544C0}" type="pres">
      <dgm:prSet presAssocID="{D9158C3F-F9F8-460D-80BE-06A7812A2614}" presName="compNode" presStyleCnt="0"/>
      <dgm:spPr/>
    </dgm:pt>
    <dgm:pt modelId="{3D37FA8A-6C49-4090-9561-B0E132FCCB16}" type="pres">
      <dgm:prSet presAssocID="{D9158C3F-F9F8-460D-80BE-06A7812A261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untain scene"/>
        </a:ext>
      </dgm:extLst>
    </dgm:pt>
    <dgm:pt modelId="{778596FD-DBE2-449B-A84D-33B198F0F7D6}" type="pres">
      <dgm:prSet presAssocID="{D9158C3F-F9F8-460D-80BE-06A7812A2614}" presName="spaceRect" presStyleCnt="0"/>
      <dgm:spPr/>
    </dgm:pt>
    <dgm:pt modelId="{01D36B4D-5149-49DD-95A7-B1D89D19607D}" type="pres">
      <dgm:prSet presAssocID="{D9158C3F-F9F8-460D-80BE-06A7812A2614}" presName="textRect" presStyleLbl="revTx" presStyleIdx="2" presStyleCnt="3">
        <dgm:presLayoutVars>
          <dgm:chMax val="1"/>
          <dgm:chPref val="1"/>
        </dgm:presLayoutVars>
      </dgm:prSet>
      <dgm:spPr/>
    </dgm:pt>
  </dgm:ptLst>
  <dgm:cxnLst>
    <dgm:cxn modelId="{79A16171-11AB-4381-B552-FC66D39B7C64}" type="presOf" srcId="{E5592341-6FE6-4519-91F6-550A6C177EA4}" destId="{6C651C2D-F9F4-4858-9822-2FB22F0FFC48}" srcOrd="0" destOrd="0" presId="urn:microsoft.com/office/officeart/2018/2/layout/IconLabelList"/>
    <dgm:cxn modelId="{98BF2356-28EB-4B76-8EB4-2A493553191A}" type="presOf" srcId="{D9158C3F-F9F8-460D-80BE-06A7812A2614}" destId="{01D36B4D-5149-49DD-95A7-B1D89D19607D}" srcOrd="0" destOrd="0" presId="urn:microsoft.com/office/officeart/2018/2/layout/IconLabelList"/>
    <dgm:cxn modelId="{093D0D77-14FC-4704-B8B8-560F83280C09}" srcId="{4F3F3275-E80F-4D50-8E49-0FF1678038C7}" destId="{D9158C3F-F9F8-460D-80BE-06A7812A2614}" srcOrd="2" destOrd="0" parTransId="{508BADF6-9B33-489B-BA35-FEE33DA0B419}" sibTransId="{8C53396B-7256-4192-B681-90D08FA8597E}"/>
    <dgm:cxn modelId="{900037AE-29B4-4F48-A4F6-F0FF381CB5A7}" srcId="{4F3F3275-E80F-4D50-8E49-0FF1678038C7}" destId="{E5592341-6FE6-4519-91F6-550A6C177EA4}" srcOrd="0" destOrd="0" parTransId="{B2DC5E60-4FD3-4290-8BA3-7C7A6947913A}" sibTransId="{A0814F15-93C1-4D59-BA72-339166EDE592}"/>
    <dgm:cxn modelId="{9E71A9C4-B57A-4845-8C1C-301AB0C2ABCB}" srcId="{4F3F3275-E80F-4D50-8E49-0FF1678038C7}" destId="{6021CB95-8010-467D-8CEB-E4481A9CC356}" srcOrd="1" destOrd="0" parTransId="{D4321D6A-5A39-49DF-B9CE-BF89D308C311}" sibTransId="{86A6AE00-449B-4963-B89A-882330AFD0F3}"/>
    <dgm:cxn modelId="{F535E0FE-1AD9-4ED8-8AB5-C75BA143193B}" type="presOf" srcId="{6021CB95-8010-467D-8CEB-E4481A9CC356}" destId="{1CF57416-5E60-4E94-96AD-122D5494C76D}" srcOrd="0" destOrd="0" presId="urn:microsoft.com/office/officeart/2018/2/layout/IconLabelList"/>
    <dgm:cxn modelId="{E8B0D2FF-2C59-4A63-A225-1D35BF6A5F57}" type="presOf" srcId="{4F3F3275-E80F-4D50-8E49-0FF1678038C7}" destId="{5BE2B2BC-E10D-4808-AA49-EBD457E11AE3}" srcOrd="0" destOrd="0" presId="urn:microsoft.com/office/officeart/2018/2/layout/IconLabelList"/>
    <dgm:cxn modelId="{BD646988-9000-4C9F-A2AC-6D9E63970862}" type="presParOf" srcId="{5BE2B2BC-E10D-4808-AA49-EBD457E11AE3}" destId="{ACE53D8B-1B2B-415E-AC6F-E6E48A8A6CEF}" srcOrd="0" destOrd="0" presId="urn:microsoft.com/office/officeart/2018/2/layout/IconLabelList"/>
    <dgm:cxn modelId="{DE592876-7151-4134-BC3D-F62BC1884FD5}" type="presParOf" srcId="{ACE53D8B-1B2B-415E-AC6F-E6E48A8A6CEF}" destId="{5F0620A8-F4C0-4559-A2D6-A2FEA8851FA8}" srcOrd="0" destOrd="0" presId="urn:microsoft.com/office/officeart/2018/2/layout/IconLabelList"/>
    <dgm:cxn modelId="{4FDFF9AE-220B-4205-B30B-17FB642C70E4}" type="presParOf" srcId="{ACE53D8B-1B2B-415E-AC6F-E6E48A8A6CEF}" destId="{06C661B8-0E27-400F-A182-48A7CC973A29}" srcOrd="1" destOrd="0" presId="urn:microsoft.com/office/officeart/2018/2/layout/IconLabelList"/>
    <dgm:cxn modelId="{E2FB6AE0-5D7D-49B0-BB09-918E9A68F7F4}" type="presParOf" srcId="{ACE53D8B-1B2B-415E-AC6F-E6E48A8A6CEF}" destId="{6C651C2D-F9F4-4858-9822-2FB22F0FFC48}" srcOrd="2" destOrd="0" presId="urn:microsoft.com/office/officeart/2018/2/layout/IconLabelList"/>
    <dgm:cxn modelId="{94EDBC08-5546-48DF-9B2D-F28D30739BE6}" type="presParOf" srcId="{5BE2B2BC-E10D-4808-AA49-EBD457E11AE3}" destId="{63FFB12F-40A4-4C77-8BFB-6C9DEAA59116}" srcOrd="1" destOrd="0" presId="urn:microsoft.com/office/officeart/2018/2/layout/IconLabelList"/>
    <dgm:cxn modelId="{6B438A17-F135-4EF2-90FA-D3D05AB99EAA}" type="presParOf" srcId="{5BE2B2BC-E10D-4808-AA49-EBD457E11AE3}" destId="{914F171F-BDDC-4BC8-BD48-9E1EAF5B4C8A}" srcOrd="2" destOrd="0" presId="urn:microsoft.com/office/officeart/2018/2/layout/IconLabelList"/>
    <dgm:cxn modelId="{B397266A-1530-4B15-A566-BF38B8C67F7A}" type="presParOf" srcId="{914F171F-BDDC-4BC8-BD48-9E1EAF5B4C8A}" destId="{43CE4A32-23EE-4FE1-AF91-51BA5B62E8F6}" srcOrd="0" destOrd="0" presId="urn:microsoft.com/office/officeart/2018/2/layout/IconLabelList"/>
    <dgm:cxn modelId="{9B8D7AB1-6AD1-4D65-9A04-2314B5802EA8}" type="presParOf" srcId="{914F171F-BDDC-4BC8-BD48-9E1EAF5B4C8A}" destId="{F9CEFDF2-4681-4D52-A5EC-0F48B3F303AA}" srcOrd="1" destOrd="0" presId="urn:microsoft.com/office/officeart/2018/2/layout/IconLabelList"/>
    <dgm:cxn modelId="{27014445-E5B1-42E3-B319-E482E417D5BF}" type="presParOf" srcId="{914F171F-BDDC-4BC8-BD48-9E1EAF5B4C8A}" destId="{1CF57416-5E60-4E94-96AD-122D5494C76D}" srcOrd="2" destOrd="0" presId="urn:microsoft.com/office/officeart/2018/2/layout/IconLabelList"/>
    <dgm:cxn modelId="{AE66702E-5683-4D75-9374-6D9D427B3032}" type="presParOf" srcId="{5BE2B2BC-E10D-4808-AA49-EBD457E11AE3}" destId="{81811E17-7C93-491C-9B41-4DE8DE0BE39E}" srcOrd="3" destOrd="0" presId="urn:microsoft.com/office/officeart/2018/2/layout/IconLabelList"/>
    <dgm:cxn modelId="{BBC0A697-9FED-4CBD-B509-1100BA202BBC}" type="presParOf" srcId="{5BE2B2BC-E10D-4808-AA49-EBD457E11AE3}" destId="{76CEF535-1BD6-47BA-9BC5-8D4FA6D544C0}" srcOrd="4" destOrd="0" presId="urn:microsoft.com/office/officeart/2018/2/layout/IconLabelList"/>
    <dgm:cxn modelId="{735B2E13-1116-4CD2-ADB2-2750088474A2}" type="presParOf" srcId="{76CEF535-1BD6-47BA-9BC5-8D4FA6D544C0}" destId="{3D37FA8A-6C49-4090-9561-B0E132FCCB16}" srcOrd="0" destOrd="0" presId="urn:microsoft.com/office/officeart/2018/2/layout/IconLabelList"/>
    <dgm:cxn modelId="{DEA90FBE-3B51-41C1-838B-037BDD0DE026}" type="presParOf" srcId="{76CEF535-1BD6-47BA-9BC5-8D4FA6D544C0}" destId="{778596FD-DBE2-449B-A84D-33B198F0F7D6}" srcOrd="1" destOrd="0" presId="urn:microsoft.com/office/officeart/2018/2/layout/IconLabelList"/>
    <dgm:cxn modelId="{F295E64A-CEB0-44F5-AA61-3D29DC9E0ADD}" type="presParOf" srcId="{76CEF535-1BD6-47BA-9BC5-8D4FA6D544C0}" destId="{01D36B4D-5149-49DD-95A7-B1D89D19607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6A8BEC2-FCF5-4D22-B151-1DB97A192B7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D3D94C2-904D-4D8F-92E2-615BAF80B300}">
      <dgm:prSet/>
      <dgm:spPr/>
      <dgm:t>
        <a:bodyPr/>
        <a:lstStyle/>
        <a:p>
          <a:r>
            <a:rPr lang="en-US"/>
            <a:t>Interactive dashboards tracking threat trends and model performance.</a:t>
          </a:r>
        </a:p>
      </dgm:t>
    </dgm:pt>
    <dgm:pt modelId="{C5C3F1D9-110A-4469-8156-A9228331C064}" type="parTrans" cxnId="{B82EE0C6-68E1-4CA3-A168-AC728159DFB6}">
      <dgm:prSet/>
      <dgm:spPr/>
      <dgm:t>
        <a:bodyPr/>
        <a:lstStyle/>
        <a:p>
          <a:endParaRPr lang="en-US"/>
        </a:p>
      </dgm:t>
    </dgm:pt>
    <dgm:pt modelId="{A31E0556-D5CE-407D-9225-61E2358EEBCF}" type="sibTrans" cxnId="{B82EE0C6-68E1-4CA3-A168-AC728159DFB6}">
      <dgm:prSet/>
      <dgm:spPr/>
      <dgm:t>
        <a:bodyPr/>
        <a:lstStyle/>
        <a:p>
          <a:endParaRPr lang="en-US"/>
        </a:p>
      </dgm:t>
    </dgm:pt>
    <dgm:pt modelId="{840289A4-944B-4371-B171-1AAE40DEA9FE}">
      <dgm:prSet/>
      <dgm:spPr/>
      <dgm:t>
        <a:bodyPr/>
        <a:lstStyle/>
        <a:p>
          <a:r>
            <a:rPr lang="en-US"/>
            <a:t>Visualizes which URL features are most predictive of phishing.</a:t>
          </a:r>
        </a:p>
      </dgm:t>
    </dgm:pt>
    <dgm:pt modelId="{32630DE8-32A3-4812-A7B4-B4C954B61315}" type="parTrans" cxnId="{C78CB683-E2C5-4221-8533-751E3D742BB5}">
      <dgm:prSet/>
      <dgm:spPr/>
      <dgm:t>
        <a:bodyPr/>
        <a:lstStyle/>
        <a:p>
          <a:endParaRPr lang="en-US"/>
        </a:p>
      </dgm:t>
    </dgm:pt>
    <dgm:pt modelId="{7E163FFB-0FCB-4F38-8714-27EE9AD0EEF9}" type="sibTrans" cxnId="{C78CB683-E2C5-4221-8533-751E3D742BB5}">
      <dgm:prSet/>
      <dgm:spPr/>
      <dgm:t>
        <a:bodyPr/>
        <a:lstStyle/>
        <a:p>
          <a:endParaRPr lang="en-US"/>
        </a:p>
      </dgm:t>
    </dgm:pt>
    <dgm:pt modelId="{BE030840-DA07-4D11-8E80-F459A05ACC4B}" type="pres">
      <dgm:prSet presAssocID="{66A8BEC2-FCF5-4D22-B151-1DB97A192B7E}" presName="root" presStyleCnt="0">
        <dgm:presLayoutVars>
          <dgm:dir/>
          <dgm:resizeHandles val="exact"/>
        </dgm:presLayoutVars>
      </dgm:prSet>
      <dgm:spPr/>
    </dgm:pt>
    <dgm:pt modelId="{38391BF5-4064-494E-8311-D8557D3F29DD}" type="pres">
      <dgm:prSet presAssocID="{BD3D94C2-904D-4D8F-92E2-615BAF80B300}" presName="compNode" presStyleCnt="0"/>
      <dgm:spPr/>
    </dgm:pt>
    <dgm:pt modelId="{86D91C45-499D-4C2A-9692-C3506454DCAA}" type="pres">
      <dgm:prSet presAssocID="{BD3D94C2-904D-4D8F-92E2-615BAF80B30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auge"/>
        </a:ext>
      </dgm:extLst>
    </dgm:pt>
    <dgm:pt modelId="{6F3A621E-90A2-475B-94B7-7BDA365CD7C7}" type="pres">
      <dgm:prSet presAssocID="{BD3D94C2-904D-4D8F-92E2-615BAF80B300}" presName="spaceRect" presStyleCnt="0"/>
      <dgm:spPr/>
    </dgm:pt>
    <dgm:pt modelId="{28E6125F-3A4C-4673-98A1-95B1C80D77E2}" type="pres">
      <dgm:prSet presAssocID="{BD3D94C2-904D-4D8F-92E2-615BAF80B300}" presName="textRect" presStyleLbl="revTx" presStyleIdx="0" presStyleCnt="2">
        <dgm:presLayoutVars>
          <dgm:chMax val="1"/>
          <dgm:chPref val="1"/>
        </dgm:presLayoutVars>
      </dgm:prSet>
      <dgm:spPr/>
    </dgm:pt>
    <dgm:pt modelId="{EC26BB1D-FD1C-4FF5-B253-5AA651C18D1A}" type="pres">
      <dgm:prSet presAssocID="{A31E0556-D5CE-407D-9225-61E2358EEBCF}" presName="sibTrans" presStyleCnt="0"/>
      <dgm:spPr/>
    </dgm:pt>
    <dgm:pt modelId="{1F47F97B-C5DF-4D57-B841-F3B2DC69678E}" type="pres">
      <dgm:prSet presAssocID="{840289A4-944B-4371-B171-1AAE40DEA9FE}" presName="compNode" presStyleCnt="0"/>
      <dgm:spPr/>
    </dgm:pt>
    <dgm:pt modelId="{4A01026C-2853-42B8-A4A6-EE8FD9780E10}" type="pres">
      <dgm:prSet presAssocID="{840289A4-944B-4371-B171-1AAE40DEA9F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7E426E31-04B6-40C5-8580-266B224E9968}" type="pres">
      <dgm:prSet presAssocID="{840289A4-944B-4371-B171-1AAE40DEA9FE}" presName="spaceRect" presStyleCnt="0"/>
      <dgm:spPr/>
    </dgm:pt>
    <dgm:pt modelId="{240A1B0A-5263-4D28-83B0-E2E404CE65C6}" type="pres">
      <dgm:prSet presAssocID="{840289A4-944B-4371-B171-1AAE40DEA9FE}" presName="textRect" presStyleLbl="revTx" presStyleIdx="1" presStyleCnt="2">
        <dgm:presLayoutVars>
          <dgm:chMax val="1"/>
          <dgm:chPref val="1"/>
        </dgm:presLayoutVars>
      </dgm:prSet>
      <dgm:spPr/>
    </dgm:pt>
  </dgm:ptLst>
  <dgm:cxnLst>
    <dgm:cxn modelId="{58A2DB1D-0C74-4228-8AA1-5541D9465366}" type="presOf" srcId="{840289A4-944B-4371-B171-1AAE40DEA9FE}" destId="{240A1B0A-5263-4D28-83B0-E2E404CE65C6}" srcOrd="0" destOrd="0" presId="urn:microsoft.com/office/officeart/2018/2/layout/IconLabelList"/>
    <dgm:cxn modelId="{C78CB683-E2C5-4221-8533-751E3D742BB5}" srcId="{66A8BEC2-FCF5-4D22-B151-1DB97A192B7E}" destId="{840289A4-944B-4371-B171-1AAE40DEA9FE}" srcOrd="1" destOrd="0" parTransId="{32630DE8-32A3-4812-A7B4-B4C954B61315}" sibTransId="{7E163FFB-0FCB-4F38-8714-27EE9AD0EEF9}"/>
    <dgm:cxn modelId="{B82EE0C6-68E1-4CA3-A168-AC728159DFB6}" srcId="{66A8BEC2-FCF5-4D22-B151-1DB97A192B7E}" destId="{BD3D94C2-904D-4D8F-92E2-615BAF80B300}" srcOrd="0" destOrd="0" parTransId="{C5C3F1D9-110A-4469-8156-A9228331C064}" sibTransId="{A31E0556-D5CE-407D-9225-61E2358EEBCF}"/>
    <dgm:cxn modelId="{C6CE61D4-009E-4A00-93FD-8FD79CA2B96D}" type="presOf" srcId="{BD3D94C2-904D-4D8F-92E2-615BAF80B300}" destId="{28E6125F-3A4C-4673-98A1-95B1C80D77E2}" srcOrd="0" destOrd="0" presId="urn:microsoft.com/office/officeart/2018/2/layout/IconLabelList"/>
    <dgm:cxn modelId="{E99904EE-61B5-4C67-B271-87363DE59A24}" type="presOf" srcId="{66A8BEC2-FCF5-4D22-B151-1DB97A192B7E}" destId="{BE030840-DA07-4D11-8E80-F459A05ACC4B}" srcOrd="0" destOrd="0" presId="urn:microsoft.com/office/officeart/2018/2/layout/IconLabelList"/>
    <dgm:cxn modelId="{29EBF5AE-5FFC-4B88-A1C5-5EA729FED26A}" type="presParOf" srcId="{BE030840-DA07-4D11-8E80-F459A05ACC4B}" destId="{38391BF5-4064-494E-8311-D8557D3F29DD}" srcOrd="0" destOrd="0" presId="urn:microsoft.com/office/officeart/2018/2/layout/IconLabelList"/>
    <dgm:cxn modelId="{70C41232-D32B-42E5-A70F-01E565C54D6E}" type="presParOf" srcId="{38391BF5-4064-494E-8311-D8557D3F29DD}" destId="{86D91C45-499D-4C2A-9692-C3506454DCAA}" srcOrd="0" destOrd="0" presId="urn:microsoft.com/office/officeart/2018/2/layout/IconLabelList"/>
    <dgm:cxn modelId="{E9FB487D-CC60-402D-8D86-280C04450210}" type="presParOf" srcId="{38391BF5-4064-494E-8311-D8557D3F29DD}" destId="{6F3A621E-90A2-475B-94B7-7BDA365CD7C7}" srcOrd="1" destOrd="0" presId="urn:microsoft.com/office/officeart/2018/2/layout/IconLabelList"/>
    <dgm:cxn modelId="{E52995AE-1FC5-480F-940B-D3942D8B2C82}" type="presParOf" srcId="{38391BF5-4064-494E-8311-D8557D3F29DD}" destId="{28E6125F-3A4C-4673-98A1-95B1C80D77E2}" srcOrd="2" destOrd="0" presId="urn:microsoft.com/office/officeart/2018/2/layout/IconLabelList"/>
    <dgm:cxn modelId="{EA1D6A1E-BF1D-4E95-AF8E-456F5B85231B}" type="presParOf" srcId="{BE030840-DA07-4D11-8E80-F459A05ACC4B}" destId="{EC26BB1D-FD1C-4FF5-B253-5AA651C18D1A}" srcOrd="1" destOrd="0" presId="urn:microsoft.com/office/officeart/2018/2/layout/IconLabelList"/>
    <dgm:cxn modelId="{0B8F43AB-05EC-4C13-AADE-8F2C9C0D11FA}" type="presParOf" srcId="{BE030840-DA07-4D11-8E80-F459A05ACC4B}" destId="{1F47F97B-C5DF-4D57-B841-F3B2DC69678E}" srcOrd="2" destOrd="0" presId="urn:microsoft.com/office/officeart/2018/2/layout/IconLabelList"/>
    <dgm:cxn modelId="{670DB822-43C5-48F6-846E-F1483E51AA11}" type="presParOf" srcId="{1F47F97B-C5DF-4D57-B841-F3B2DC69678E}" destId="{4A01026C-2853-42B8-A4A6-EE8FD9780E10}" srcOrd="0" destOrd="0" presId="urn:microsoft.com/office/officeart/2018/2/layout/IconLabelList"/>
    <dgm:cxn modelId="{EEACC924-151D-41DA-8448-577079DC1510}" type="presParOf" srcId="{1F47F97B-C5DF-4D57-B841-F3B2DC69678E}" destId="{7E426E31-04B6-40C5-8580-266B224E9968}" srcOrd="1" destOrd="0" presId="urn:microsoft.com/office/officeart/2018/2/layout/IconLabelList"/>
    <dgm:cxn modelId="{F9B9E8BB-FCE2-48BD-BCC5-27F32C69229A}" type="presParOf" srcId="{1F47F97B-C5DF-4D57-B841-F3B2DC69678E}" destId="{240A1B0A-5263-4D28-83B0-E2E404CE65C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AACCED8-7D40-4D37-9700-8B7BC4B8600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8701EFD-9AE8-4239-9071-3E2DA6F093C8}">
      <dgm:prSet/>
      <dgm:spPr/>
      <dgm:t>
        <a:bodyPr/>
        <a:lstStyle/>
        <a:p>
          <a:r>
            <a:rPr lang="en-US" b="1" dirty="0"/>
            <a:t>Overall Accuracy:</a:t>
          </a:r>
          <a:r>
            <a:rPr lang="en-US" dirty="0"/>
            <a:t> 99.96%</a:t>
          </a:r>
        </a:p>
      </dgm:t>
    </dgm:pt>
    <dgm:pt modelId="{1B8D47C8-2690-43C7-AF4C-26C737BCB9EA}" type="parTrans" cxnId="{0AEDB12A-5FEE-4A3D-B535-0F7410D9E3AF}">
      <dgm:prSet/>
      <dgm:spPr/>
      <dgm:t>
        <a:bodyPr/>
        <a:lstStyle/>
        <a:p>
          <a:endParaRPr lang="en-US"/>
        </a:p>
      </dgm:t>
    </dgm:pt>
    <dgm:pt modelId="{90F5885A-B19C-40E9-8635-2D7A61B002BA}" type="sibTrans" cxnId="{0AEDB12A-5FEE-4A3D-B535-0F7410D9E3AF}">
      <dgm:prSet/>
      <dgm:spPr/>
      <dgm:t>
        <a:bodyPr/>
        <a:lstStyle/>
        <a:p>
          <a:endParaRPr lang="en-US"/>
        </a:p>
      </dgm:t>
    </dgm:pt>
    <dgm:pt modelId="{4E951530-782C-4155-BD52-7C54E0AA3E05}">
      <dgm:prSet/>
      <dgm:spPr/>
      <dgm:t>
        <a:bodyPr/>
        <a:lstStyle/>
        <a:p>
          <a:r>
            <a:rPr lang="en-US" b="1"/>
            <a:t>Threat Detection Rate:</a:t>
          </a:r>
          <a:r>
            <a:rPr lang="en-US"/>
            <a:t> 99.52%</a:t>
          </a:r>
        </a:p>
      </dgm:t>
    </dgm:pt>
    <dgm:pt modelId="{0B3D4122-00A2-4B75-8436-E15F476FFFBA}" type="parTrans" cxnId="{319435D4-A517-449E-AF94-32B3EF5F9484}">
      <dgm:prSet/>
      <dgm:spPr/>
      <dgm:t>
        <a:bodyPr/>
        <a:lstStyle/>
        <a:p>
          <a:endParaRPr lang="en-US"/>
        </a:p>
      </dgm:t>
    </dgm:pt>
    <dgm:pt modelId="{CFEB4498-EED7-4F2B-BABD-25C4117CB78D}" type="sibTrans" cxnId="{319435D4-A517-449E-AF94-32B3EF5F9484}">
      <dgm:prSet/>
      <dgm:spPr/>
      <dgm:t>
        <a:bodyPr/>
        <a:lstStyle/>
        <a:p>
          <a:endParaRPr lang="en-US"/>
        </a:p>
      </dgm:t>
    </dgm:pt>
    <dgm:pt modelId="{6C4537A4-6592-4C5B-9E47-14681FB4BD8A}">
      <dgm:prSet/>
      <dgm:spPr/>
      <dgm:t>
        <a:bodyPr/>
        <a:lstStyle/>
        <a:p>
          <a:r>
            <a:rPr lang="en-US"/>
            <a:t>Near-zero false positive rate due to the Fusion Verification Layer.</a:t>
          </a:r>
        </a:p>
      </dgm:t>
    </dgm:pt>
    <dgm:pt modelId="{A0DF7CE0-F4AE-4BEC-9575-D81BE76309CE}" type="parTrans" cxnId="{B8018B76-2E87-4DD1-94A9-ACCD36E13587}">
      <dgm:prSet/>
      <dgm:spPr/>
      <dgm:t>
        <a:bodyPr/>
        <a:lstStyle/>
        <a:p>
          <a:endParaRPr lang="en-US"/>
        </a:p>
      </dgm:t>
    </dgm:pt>
    <dgm:pt modelId="{BB5F017A-27FC-4F9F-AF33-858C91771B6A}" type="sibTrans" cxnId="{B8018B76-2E87-4DD1-94A9-ACCD36E13587}">
      <dgm:prSet/>
      <dgm:spPr/>
      <dgm:t>
        <a:bodyPr/>
        <a:lstStyle/>
        <a:p>
          <a:endParaRPr lang="en-US"/>
        </a:p>
      </dgm:t>
    </dgm:pt>
    <dgm:pt modelId="{78D82B9D-8676-4BD8-8280-A6CAB399A30C}" type="pres">
      <dgm:prSet presAssocID="{1AACCED8-7D40-4D37-9700-8B7BC4B8600E}" presName="root" presStyleCnt="0">
        <dgm:presLayoutVars>
          <dgm:dir/>
          <dgm:resizeHandles val="exact"/>
        </dgm:presLayoutVars>
      </dgm:prSet>
      <dgm:spPr/>
    </dgm:pt>
    <dgm:pt modelId="{1C7B8BD9-658D-43E4-A6A1-E8AE962183E9}" type="pres">
      <dgm:prSet presAssocID="{F8701EFD-9AE8-4239-9071-3E2DA6F093C8}" presName="compNode" presStyleCnt="0"/>
      <dgm:spPr/>
    </dgm:pt>
    <dgm:pt modelId="{F53C8B5B-B5B2-4833-8E03-A2E8062F597C}" type="pres">
      <dgm:prSet presAssocID="{F8701EFD-9AE8-4239-9071-3E2DA6F093C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rget"/>
        </a:ext>
      </dgm:extLst>
    </dgm:pt>
    <dgm:pt modelId="{BB1F8880-FFA6-466F-8794-257B691BB41B}" type="pres">
      <dgm:prSet presAssocID="{F8701EFD-9AE8-4239-9071-3E2DA6F093C8}" presName="spaceRect" presStyleCnt="0"/>
      <dgm:spPr/>
    </dgm:pt>
    <dgm:pt modelId="{B531BB24-5169-4D8F-AB98-D251A696E855}" type="pres">
      <dgm:prSet presAssocID="{F8701EFD-9AE8-4239-9071-3E2DA6F093C8}" presName="textRect" presStyleLbl="revTx" presStyleIdx="0" presStyleCnt="3">
        <dgm:presLayoutVars>
          <dgm:chMax val="1"/>
          <dgm:chPref val="1"/>
        </dgm:presLayoutVars>
      </dgm:prSet>
      <dgm:spPr/>
    </dgm:pt>
    <dgm:pt modelId="{2F82C868-9D8C-46E1-85B5-E849E54EE9A4}" type="pres">
      <dgm:prSet presAssocID="{90F5885A-B19C-40E9-8635-2D7A61B002BA}" presName="sibTrans" presStyleCnt="0"/>
      <dgm:spPr/>
    </dgm:pt>
    <dgm:pt modelId="{A12F1ABB-340C-470B-A1CC-BDC777CF2221}" type="pres">
      <dgm:prSet presAssocID="{4E951530-782C-4155-BD52-7C54E0AA3E05}" presName="compNode" presStyleCnt="0"/>
      <dgm:spPr/>
    </dgm:pt>
    <dgm:pt modelId="{6A62816B-15EB-4F9F-97AF-4CC95556B7D1}" type="pres">
      <dgm:prSet presAssocID="{4E951530-782C-4155-BD52-7C54E0AA3E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20E38756-529F-478A-8690-9BF238A76C8D}" type="pres">
      <dgm:prSet presAssocID="{4E951530-782C-4155-BD52-7C54E0AA3E05}" presName="spaceRect" presStyleCnt="0"/>
      <dgm:spPr/>
    </dgm:pt>
    <dgm:pt modelId="{4769EE9F-C7AE-41A6-9C35-B085CBFE3FD5}" type="pres">
      <dgm:prSet presAssocID="{4E951530-782C-4155-BD52-7C54E0AA3E05}" presName="textRect" presStyleLbl="revTx" presStyleIdx="1" presStyleCnt="3">
        <dgm:presLayoutVars>
          <dgm:chMax val="1"/>
          <dgm:chPref val="1"/>
        </dgm:presLayoutVars>
      </dgm:prSet>
      <dgm:spPr/>
    </dgm:pt>
    <dgm:pt modelId="{AF9E4B0D-E175-4969-A0B5-613D68AF3F42}" type="pres">
      <dgm:prSet presAssocID="{CFEB4498-EED7-4F2B-BABD-25C4117CB78D}" presName="sibTrans" presStyleCnt="0"/>
      <dgm:spPr/>
    </dgm:pt>
    <dgm:pt modelId="{F68E0956-3777-4539-91A2-2AB873242459}" type="pres">
      <dgm:prSet presAssocID="{6C4537A4-6592-4C5B-9E47-14681FB4BD8A}" presName="compNode" presStyleCnt="0"/>
      <dgm:spPr/>
    </dgm:pt>
    <dgm:pt modelId="{4AC0A03E-A07A-49D3-B0D3-B48460FCA12B}" type="pres">
      <dgm:prSet presAssocID="{6C4537A4-6592-4C5B-9E47-14681FB4BD8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dioactive Sign"/>
        </a:ext>
      </dgm:extLst>
    </dgm:pt>
    <dgm:pt modelId="{A8B18D44-F1DC-4B42-9E76-6DE498719843}" type="pres">
      <dgm:prSet presAssocID="{6C4537A4-6592-4C5B-9E47-14681FB4BD8A}" presName="spaceRect" presStyleCnt="0"/>
      <dgm:spPr/>
    </dgm:pt>
    <dgm:pt modelId="{24BD0572-C37A-4C75-99CC-6F362001EB83}" type="pres">
      <dgm:prSet presAssocID="{6C4537A4-6592-4C5B-9E47-14681FB4BD8A}" presName="textRect" presStyleLbl="revTx" presStyleIdx="2" presStyleCnt="3">
        <dgm:presLayoutVars>
          <dgm:chMax val="1"/>
          <dgm:chPref val="1"/>
        </dgm:presLayoutVars>
      </dgm:prSet>
      <dgm:spPr/>
    </dgm:pt>
  </dgm:ptLst>
  <dgm:cxnLst>
    <dgm:cxn modelId="{D3BAE020-0FF5-4E0E-8D87-80B7EC739EFF}" type="presOf" srcId="{1AACCED8-7D40-4D37-9700-8B7BC4B8600E}" destId="{78D82B9D-8676-4BD8-8280-A6CAB399A30C}" srcOrd="0" destOrd="0" presId="urn:microsoft.com/office/officeart/2018/2/layout/IconLabelList"/>
    <dgm:cxn modelId="{0AEDB12A-5FEE-4A3D-B535-0F7410D9E3AF}" srcId="{1AACCED8-7D40-4D37-9700-8B7BC4B8600E}" destId="{F8701EFD-9AE8-4239-9071-3E2DA6F093C8}" srcOrd="0" destOrd="0" parTransId="{1B8D47C8-2690-43C7-AF4C-26C737BCB9EA}" sibTransId="{90F5885A-B19C-40E9-8635-2D7A61B002BA}"/>
    <dgm:cxn modelId="{B8018B76-2E87-4DD1-94A9-ACCD36E13587}" srcId="{1AACCED8-7D40-4D37-9700-8B7BC4B8600E}" destId="{6C4537A4-6592-4C5B-9E47-14681FB4BD8A}" srcOrd="2" destOrd="0" parTransId="{A0DF7CE0-F4AE-4BEC-9575-D81BE76309CE}" sibTransId="{BB5F017A-27FC-4F9F-AF33-858C91771B6A}"/>
    <dgm:cxn modelId="{0838ADB1-6EB6-404D-A482-C45A9561CD08}" type="presOf" srcId="{4E951530-782C-4155-BD52-7C54E0AA3E05}" destId="{4769EE9F-C7AE-41A6-9C35-B085CBFE3FD5}" srcOrd="0" destOrd="0" presId="urn:microsoft.com/office/officeart/2018/2/layout/IconLabelList"/>
    <dgm:cxn modelId="{319435D4-A517-449E-AF94-32B3EF5F9484}" srcId="{1AACCED8-7D40-4D37-9700-8B7BC4B8600E}" destId="{4E951530-782C-4155-BD52-7C54E0AA3E05}" srcOrd="1" destOrd="0" parTransId="{0B3D4122-00A2-4B75-8436-E15F476FFFBA}" sibTransId="{CFEB4498-EED7-4F2B-BABD-25C4117CB78D}"/>
    <dgm:cxn modelId="{A9E427E5-C671-41E0-A05F-7B860BADC045}" type="presOf" srcId="{F8701EFD-9AE8-4239-9071-3E2DA6F093C8}" destId="{B531BB24-5169-4D8F-AB98-D251A696E855}" srcOrd="0" destOrd="0" presId="urn:microsoft.com/office/officeart/2018/2/layout/IconLabelList"/>
    <dgm:cxn modelId="{FAC28CE6-B08D-4072-9B63-C75249137B01}" type="presOf" srcId="{6C4537A4-6592-4C5B-9E47-14681FB4BD8A}" destId="{24BD0572-C37A-4C75-99CC-6F362001EB83}" srcOrd="0" destOrd="0" presId="urn:microsoft.com/office/officeart/2018/2/layout/IconLabelList"/>
    <dgm:cxn modelId="{FCA753A6-8768-4FA3-8467-0AE970625257}" type="presParOf" srcId="{78D82B9D-8676-4BD8-8280-A6CAB399A30C}" destId="{1C7B8BD9-658D-43E4-A6A1-E8AE962183E9}" srcOrd="0" destOrd="0" presId="urn:microsoft.com/office/officeart/2018/2/layout/IconLabelList"/>
    <dgm:cxn modelId="{09913845-348F-4EEB-87D4-70A250F5D4EC}" type="presParOf" srcId="{1C7B8BD9-658D-43E4-A6A1-E8AE962183E9}" destId="{F53C8B5B-B5B2-4833-8E03-A2E8062F597C}" srcOrd="0" destOrd="0" presId="urn:microsoft.com/office/officeart/2018/2/layout/IconLabelList"/>
    <dgm:cxn modelId="{BD936561-74A0-47E8-A2B6-24AE177432F8}" type="presParOf" srcId="{1C7B8BD9-658D-43E4-A6A1-E8AE962183E9}" destId="{BB1F8880-FFA6-466F-8794-257B691BB41B}" srcOrd="1" destOrd="0" presId="urn:microsoft.com/office/officeart/2018/2/layout/IconLabelList"/>
    <dgm:cxn modelId="{80C9DD2A-ADF8-42E3-96E8-2578B4FFA0E1}" type="presParOf" srcId="{1C7B8BD9-658D-43E4-A6A1-E8AE962183E9}" destId="{B531BB24-5169-4D8F-AB98-D251A696E855}" srcOrd="2" destOrd="0" presId="urn:microsoft.com/office/officeart/2018/2/layout/IconLabelList"/>
    <dgm:cxn modelId="{A7BF411D-12FC-4F23-B9EE-612CB949A280}" type="presParOf" srcId="{78D82B9D-8676-4BD8-8280-A6CAB399A30C}" destId="{2F82C868-9D8C-46E1-85B5-E849E54EE9A4}" srcOrd="1" destOrd="0" presId="urn:microsoft.com/office/officeart/2018/2/layout/IconLabelList"/>
    <dgm:cxn modelId="{17FE8CAF-051A-411A-B400-E5FD5A8F9699}" type="presParOf" srcId="{78D82B9D-8676-4BD8-8280-A6CAB399A30C}" destId="{A12F1ABB-340C-470B-A1CC-BDC777CF2221}" srcOrd="2" destOrd="0" presId="urn:microsoft.com/office/officeart/2018/2/layout/IconLabelList"/>
    <dgm:cxn modelId="{FFC03270-B3FC-407E-8DF1-73CC6342B218}" type="presParOf" srcId="{A12F1ABB-340C-470B-A1CC-BDC777CF2221}" destId="{6A62816B-15EB-4F9F-97AF-4CC95556B7D1}" srcOrd="0" destOrd="0" presId="urn:microsoft.com/office/officeart/2018/2/layout/IconLabelList"/>
    <dgm:cxn modelId="{7BF0FFA3-9C9F-46A4-A93E-6E8D9B52CE07}" type="presParOf" srcId="{A12F1ABB-340C-470B-A1CC-BDC777CF2221}" destId="{20E38756-529F-478A-8690-9BF238A76C8D}" srcOrd="1" destOrd="0" presId="urn:microsoft.com/office/officeart/2018/2/layout/IconLabelList"/>
    <dgm:cxn modelId="{95C8A5F9-F765-4086-9632-46D2CCBD17A7}" type="presParOf" srcId="{A12F1ABB-340C-470B-A1CC-BDC777CF2221}" destId="{4769EE9F-C7AE-41A6-9C35-B085CBFE3FD5}" srcOrd="2" destOrd="0" presId="urn:microsoft.com/office/officeart/2018/2/layout/IconLabelList"/>
    <dgm:cxn modelId="{F3572FE3-BC65-4CA2-9442-403D45CBC5B6}" type="presParOf" srcId="{78D82B9D-8676-4BD8-8280-A6CAB399A30C}" destId="{AF9E4B0D-E175-4969-A0B5-613D68AF3F42}" srcOrd="3" destOrd="0" presId="urn:microsoft.com/office/officeart/2018/2/layout/IconLabelList"/>
    <dgm:cxn modelId="{356C5E9E-EFD3-4BDB-B536-79688D5204FF}" type="presParOf" srcId="{78D82B9D-8676-4BD8-8280-A6CAB399A30C}" destId="{F68E0956-3777-4539-91A2-2AB873242459}" srcOrd="4" destOrd="0" presId="urn:microsoft.com/office/officeart/2018/2/layout/IconLabelList"/>
    <dgm:cxn modelId="{D641A9A4-289B-4FFA-BDFD-6B1B31A29D17}" type="presParOf" srcId="{F68E0956-3777-4539-91A2-2AB873242459}" destId="{4AC0A03E-A07A-49D3-B0D3-B48460FCA12B}" srcOrd="0" destOrd="0" presId="urn:microsoft.com/office/officeart/2018/2/layout/IconLabelList"/>
    <dgm:cxn modelId="{22928F2E-3E5C-47DA-A225-D9C341ACE022}" type="presParOf" srcId="{F68E0956-3777-4539-91A2-2AB873242459}" destId="{A8B18D44-F1DC-4B42-9E76-6DE498719843}" srcOrd="1" destOrd="0" presId="urn:microsoft.com/office/officeart/2018/2/layout/IconLabelList"/>
    <dgm:cxn modelId="{B5346C56-1E58-49AE-94E7-0DF1CC9AD0F0}" type="presParOf" srcId="{F68E0956-3777-4539-91A2-2AB873242459}" destId="{24BD0572-C37A-4C75-99CC-6F362001EB83}"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A9880EB-AD68-459E-8CB5-9BDD49FAAEE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47545CE-69FF-4329-849B-B2D9A7C856A2}">
      <dgm:prSet/>
      <dgm:spPr/>
      <dgm:t>
        <a:bodyPr/>
        <a:lstStyle/>
        <a:p>
          <a:r>
            <a:rPr lang="en-US"/>
            <a:t>Ready for enterprise "Acqui-hire" or strategic partnership.</a:t>
          </a:r>
        </a:p>
      </dgm:t>
    </dgm:pt>
    <dgm:pt modelId="{64D78E05-8F02-4080-94B7-D9706EB40DA6}" type="parTrans" cxnId="{14940096-457A-4300-AA6A-21837E0046C4}">
      <dgm:prSet/>
      <dgm:spPr/>
      <dgm:t>
        <a:bodyPr/>
        <a:lstStyle/>
        <a:p>
          <a:endParaRPr lang="en-US"/>
        </a:p>
      </dgm:t>
    </dgm:pt>
    <dgm:pt modelId="{D35DC36B-0BB0-4674-8E6E-CF4A5FC322C2}" type="sibTrans" cxnId="{14940096-457A-4300-AA6A-21837E0046C4}">
      <dgm:prSet/>
      <dgm:spPr/>
      <dgm:t>
        <a:bodyPr/>
        <a:lstStyle/>
        <a:p>
          <a:endParaRPr lang="en-US"/>
        </a:p>
      </dgm:t>
    </dgm:pt>
    <dgm:pt modelId="{CBBAD381-7CFF-4F19-A1C4-E19741935693}">
      <dgm:prSet/>
      <dgm:spPr/>
      <dgm:t>
        <a:bodyPr/>
        <a:lstStyle/>
        <a:p>
          <a:r>
            <a:rPr lang="en-US"/>
            <a:t>Future Work: Expanding the 110-feature set to include deep-page HTML analysis.</a:t>
          </a:r>
        </a:p>
      </dgm:t>
    </dgm:pt>
    <dgm:pt modelId="{8C6625F8-5CE1-41D0-80A4-D83CAA6E9C76}" type="parTrans" cxnId="{883B0553-D989-41D6-B236-DA2457B864A5}">
      <dgm:prSet/>
      <dgm:spPr/>
      <dgm:t>
        <a:bodyPr/>
        <a:lstStyle/>
        <a:p>
          <a:endParaRPr lang="en-US"/>
        </a:p>
      </dgm:t>
    </dgm:pt>
    <dgm:pt modelId="{6BF596C5-15E0-4261-B3EE-FA8EBD6A34EF}" type="sibTrans" cxnId="{883B0553-D989-41D6-B236-DA2457B864A5}">
      <dgm:prSet/>
      <dgm:spPr/>
      <dgm:t>
        <a:bodyPr/>
        <a:lstStyle/>
        <a:p>
          <a:endParaRPr lang="en-US"/>
        </a:p>
      </dgm:t>
    </dgm:pt>
    <dgm:pt modelId="{BD7F369F-D85D-495D-8393-4D94349571E9}">
      <dgm:prSet/>
      <dgm:spPr/>
      <dgm:t>
        <a:bodyPr/>
        <a:lstStyle/>
        <a:p>
          <a:r>
            <a:rPr lang="en-US"/>
            <a:t>Scaling infrastructure for B2B API licensing.</a:t>
          </a:r>
        </a:p>
      </dgm:t>
    </dgm:pt>
    <dgm:pt modelId="{58816E1A-50B7-4014-9856-375C657F017E}" type="parTrans" cxnId="{ACDA866C-A37E-4CEA-9E1F-12FBDEC43738}">
      <dgm:prSet/>
      <dgm:spPr/>
      <dgm:t>
        <a:bodyPr/>
        <a:lstStyle/>
        <a:p>
          <a:endParaRPr lang="en-US"/>
        </a:p>
      </dgm:t>
    </dgm:pt>
    <dgm:pt modelId="{32D4F20A-3843-43ED-A8D4-001B665E8DFD}" type="sibTrans" cxnId="{ACDA866C-A37E-4CEA-9E1F-12FBDEC43738}">
      <dgm:prSet/>
      <dgm:spPr/>
      <dgm:t>
        <a:bodyPr/>
        <a:lstStyle/>
        <a:p>
          <a:endParaRPr lang="en-US"/>
        </a:p>
      </dgm:t>
    </dgm:pt>
    <dgm:pt modelId="{2F96AEDE-4527-438B-84A6-52A0A64F53F4}" type="pres">
      <dgm:prSet presAssocID="{3A9880EB-AD68-459E-8CB5-9BDD49FAAEEE}" presName="root" presStyleCnt="0">
        <dgm:presLayoutVars>
          <dgm:dir/>
          <dgm:resizeHandles val="exact"/>
        </dgm:presLayoutVars>
      </dgm:prSet>
      <dgm:spPr/>
    </dgm:pt>
    <dgm:pt modelId="{AFEBB060-DBF7-4465-A459-607F45585811}" type="pres">
      <dgm:prSet presAssocID="{247545CE-69FF-4329-849B-B2D9A7C856A2}" presName="compNode" presStyleCnt="0"/>
      <dgm:spPr/>
    </dgm:pt>
    <dgm:pt modelId="{D475DA5B-F2A7-44D3-A104-6ED53CEB02E3}" type="pres">
      <dgm:prSet presAssocID="{247545CE-69FF-4329-849B-B2D9A7C856A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lder"/>
        </a:ext>
      </dgm:extLst>
    </dgm:pt>
    <dgm:pt modelId="{F942B9E1-D9A4-43D5-86DA-8EE7C6771218}" type="pres">
      <dgm:prSet presAssocID="{247545CE-69FF-4329-849B-B2D9A7C856A2}" presName="spaceRect" presStyleCnt="0"/>
      <dgm:spPr/>
    </dgm:pt>
    <dgm:pt modelId="{8E822A72-E29C-4D0B-8310-F221DC037F95}" type="pres">
      <dgm:prSet presAssocID="{247545CE-69FF-4329-849B-B2D9A7C856A2}" presName="textRect" presStyleLbl="revTx" presStyleIdx="0" presStyleCnt="3">
        <dgm:presLayoutVars>
          <dgm:chMax val="1"/>
          <dgm:chPref val="1"/>
        </dgm:presLayoutVars>
      </dgm:prSet>
      <dgm:spPr/>
    </dgm:pt>
    <dgm:pt modelId="{51EE3772-EAF0-42E5-8CEA-90C8A061CB10}" type="pres">
      <dgm:prSet presAssocID="{D35DC36B-0BB0-4674-8E6E-CF4A5FC322C2}" presName="sibTrans" presStyleCnt="0"/>
      <dgm:spPr/>
    </dgm:pt>
    <dgm:pt modelId="{62F07965-B7A1-4D97-9CE3-63A9D5FD8F8E}" type="pres">
      <dgm:prSet presAssocID="{CBBAD381-7CFF-4F19-A1C4-E19741935693}" presName="compNode" presStyleCnt="0"/>
      <dgm:spPr/>
    </dgm:pt>
    <dgm:pt modelId="{5E73DDC0-DB21-4C3C-A671-E07FE1A5D668}" type="pres">
      <dgm:prSet presAssocID="{CBBAD381-7CFF-4F19-A1C4-E1974193569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5AE0022A-4619-49F7-A214-6BE80028C2AF}" type="pres">
      <dgm:prSet presAssocID="{CBBAD381-7CFF-4F19-A1C4-E19741935693}" presName="spaceRect" presStyleCnt="0"/>
      <dgm:spPr/>
    </dgm:pt>
    <dgm:pt modelId="{86E11B00-BE06-47BB-AAD0-9507706E3D1A}" type="pres">
      <dgm:prSet presAssocID="{CBBAD381-7CFF-4F19-A1C4-E19741935693}" presName="textRect" presStyleLbl="revTx" presStyleIdx="1" presStyleCnt="3">
        <dgm:presLayoutVars>
          <dgm:chMax val="1"/>
          <dgm:chPref val="1"/>
        </dgm:presLayoutVars>
      </dgm:prSet>
      <dgm:spPr/>
    </dgm:pt>
    <dgm:pt modelId="{755C947E-5C3C-4781-B38D-E56D9CD3E5AC}" type="pres">
      <dgm:prSet presAssocID="{6BF596C5-15E0-4261-B3EE-FA8EBD6A34EF}" presName="sibTrans" presStyleCnt="0"/>
      <dgm:spPr/>
    </dgm:pt>
    <dgm:pt modelId="{429FC3F3-30F3-4566-B95A-038DD0F320C2}" type="pres">
      <dgm:prSet presAssocID="{BD7F369F-D85D-495D-8393-4D94349571E9}" presName="compNode" presStyleCnt="0"/>
      <dgm:spPr/>
    </dgm:pt>
    <dgm:pt modelId="{E25750D6-FAB9-4226-ACAB-30C06630D6D1}" type="pres">
      <dgm:prSet presAssocID="{BD7F369F-D85D-495D-8393-4D94349571E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a:ext>
      </dgm:extLst>
    </dgm:pt>
    <dgm:pt modelId="{509010E2-2A1E-4EF6-BED3-C2C80B1B0DE2}" type="pres">
      <dgm:prSet presAssocID="{BD7F369F-D85D-495D-8393-4D94349571E9}" presName="spaceRect" presStyleCnt="0"/>
      <dgm:spPr/>
    </dgm:pt>
    <dgm:pt modelId="{F4C4582B-CDCC-4406-85E0-C519EA1DF4FD}" type="pres">
      <dgm:prSet presAssocID="{BD7F369F-D85D-495D-8393-4D94349571E9}" presName="textRect" presStyleLbl="revTx" presStyleIdx="2" presStyleCnt="3">
        <dgm:presLayoutVars>
          <dgm:chMax val="1"/>
          <dgm:chPref val="1"/>
        </dgm:presLayoutVars>
      </dgm:prSet>
      <dgm:spPr/>
    </dgm:pt>
  </dgm:ptLst>
  <dgm:cxnLst>
    <dgm:cxn modelId="{FE20421C-068E-4280-A96A-11DD72F70E20}" type="presOf" srcId="{CBBAD381-7CFF-4F19-A1C4-E19741935693}" destId="{86E11B00-BE06-47BB-AAD0-9507706E3D1A}" srcOrd="0" destOrd="0" presId="urn:microsoft.com/office/officeart/2018/2/layout/IconLabelList"/>
    <dgm:cxn modelId="{ACDA866C-A37E-4CEA-9E1F-12FBDEC43738}" srcId="{3A9880EB-AD68-459E-8CB5-9BDD49FAAEEE}" destId="{BD7F369F-D85D-495D-8393-4D94349571E9}" srcOrd="2" destOrd="0" parTransId="{58816E1A-50B7-4014-9856-375C657F017E}" sibTransId="{32D4F20A-3843-43ED-A8D4-001B665E8DFD}"/>
    <dgm:cxn modelId="{883B0553-D989-41D6-B236-DA2457B864A5}" srcId="{3A9880EB-AD68-459E-8CB5-9BDD49FAAEEE}" destId="{CBBAD381-7CFF-4F19-A1C4-E19741935693}" srcOrd="1" destOrd="0" parTransId="{8C6625F8-5CE1-41D0-80A4-D83CAA6E9C76}" sibTransId="{6BF596C5-15E0-4261-B3EE-FA8EBD6A34EF}"/>
    <dgm:cxn modelId="{14940096-457A-4300-AA6A-21837E0046C4}" srcId="{3A9880EB-AD68-459E-8CB5-9BDD49FAAEEE}" destId="{247545CE-69FF-4329-849B-B2D9A7C856A2}" srcOrd="0" destOrd="0" parTransId="{64D78E05-8F02-4080-94B7-D9706EB40DA6}" sibTransId="{D35DC36B-0BB0-4674-8E6E-CF4A5FC322C2}"/>
    <dgm:cxn modelId="{BEAE36DD-03EF-4714-AF73-A5260D075697}" type="presOf" srcId="{BD7F369F-D85D-495D-8393-4D94349571E9}" destId="{F4C4582B-CDCC-4406-85E0-C519EA1DF4FD}" srcOrd="0" destOrd="0" presId="urn:microsoft.com/office/officeart/2018/2/layout/IconLabelList"/>
    <dgm:cxn modelId="{86B262E1-6387-4E45-8B45-74E0BC94B34B}" type="presOf" srcId="{3A9880EB-AD68-459E-8CB5-9BDD49FAAEEE}" destId="{2F96AEDE-4527-438B-84A6-52A0A64F53F4}" srcOrd="0" destOrd="0" presId="urn:microsoft.com/office/officeart/2018/2/layout/IconLabelList"/>
    <dgm:cxn modelId="{3284C1FD-068E-4DB5-BA46-AD1A7E0E6ACD}" type="presOf" srcId="{247545CE-69FF-4329-849B-B2D9A7C856A2}" destId="{8E822A72-E29C-4D0B-8310-F221DC037F95}" srcOrd="0" destOrd="0" presId="urn:microsoft.com/office/officeart/2018/2/layout/IconLabelList"/>
    <dgm:cxn modelId="{42EE0B16-D206-471B-BC20-3F9C7DFA9E89}" type="presParOf" srcId="{2F96AEDE-4527-438B-84A6-52A0A64F53F4}" destId="{AFEBB060-DBF7-4465-A459-607F45585811}" srcOrd="0" destOrd="0" presId="urn:microsoft.com/office/officeart/2018/2/layout/IconLabelList"/>
    <dgm:cxn modelId="{5DD0E32C-F1DC-455F-8C56-0B99878B6568}" type="presParOf" srcId="{AFEBB060-DBF7-4465-A459-607F45585811}" destId="{D475DA5B-F2A7-44D3-A104-6ED53CEB02E3}" srcOrd="0" destOrd="0" presId="urn:microsoft.com/office/officeart/2018/2/layout/IconLabelList"/>
    <dgm:cxn modelId="{130E89C9-5C26-47B8-8185-486927E93211}" type="presParOf" srcId="{AFEBB060-DBF7-4465-A459-607F45585811}" destId="{F942B9E1-D9A4-43D5-86DA-8EE7C6771218}" srcOrd="1" destOrd="0" presId="urn:microsoft.com/office/officeart/2018/2/layout/IconLabelList"/>
    <dgm:cxn modelId="{045EA9C3-80AB-40CA-9915-0352485AE9E0}" type="presParOf" srcId="{AFEBB060-DBF7-4465-A459-607F45585811}" destId="{8E822A72-E29C-4D0B-8310-F221DC037F95}" srcOrd="2" destOrd="0" presId="urn:microsoft.com/office/officeart/2018/2/layout/IconLabelList"/>
    <dgm:cxn modelId="{47BC5B44-488B-4E91-9289-31D9F626CB4B}" type="presParOf" srcId="{2F96AEDE-4527-438B-84A6-52A0A64F53F4}" destId="{51EE3772-EAF0-42E5-8CEA-90C8A061CB10}" srcOrd="1" destOrd="0" presId="urn:microsoft.com/office/officeart/2018/2/layout/IconLabelList"/>
    <dgm:cxn modelId="{9B19160A-6093-4D9E-A92D-948EF80A83FB}" type="presParOf" srcId="{2F96AEDE-4527-438B-84A6-52A0A64F53F4}" destId="{62F07965-B7A1-4D97-9CE3-63A9D5FD8F8E}" srcOrd="2" destOrd="0" presId="urn:microsoft.com/office/officeart/2018/2/layout/IconLabelList"/>
    <dgm:cxn modelId="{FBBDADFE-899F-44BE-B733-48C519AAA7B3}" type="presParOf" srcId="{62F07965-B7A1-4D97-9CE3-63A9D5FD8F8E}" destId="{5E73DDC0-DB21-4C3C-A671-E07FE1A5D668}" srcOrd="0" destOrd="0" presId="urn:microsoft.com/office/officeart/2018/2/layout/IconLabelList"/>
    <dgm:cxn modelId="{78D9968A-BD0A-46EF-B511-D604D5F92E9E}" type="presParOf" srcId="{62F07965-B7A1-4D97-9CE3-63A9D5FD8F8E}" destId="{5AE0022A-4619-49F7-A214-6BE80028C2AF}" srcOrd="1" destOrd="0" presId="urn:microsoft.com/office/officeart/2018/2/layout/IconLabelList"/>
    <dgm:cxn modelId="{8ADD1375-4564-4FCE-8106-B721798303FE}" type="presParOf" srcId="{62F07965-B7A1-4D97-9CE3-63A9D5FD8F8E}" destId="{86E11B00-BE06-47BB-AAD0-9507706E3D1A}" srcOrd="2" destOrd="0" presId="urn:microsoft.com/office/officeart/2018/2/layout/IconLabelList"/>
    <dgm:cxn modelId="{09B8E3E1-3E11-48BF-90D1-9643D4B9D338}" type="presParOf" srcId="{2F96AEDE-4527-438B-84A6-52A0A64F53F4}" destId="{755C947E-5C3C-4781-B38D-E56D9CD3E5AC}" srcOrd="3" destOrd="0" presId="urn:microsoft.com/office/officeart/2018/2/layout/IconLabelList"/>
    <dgm:cxn modelId="{9116C27D-5D12-4FD3-BBDB-2563AEB60E9C}" type="presParOf" srcId="{2F96AEDE-4527-438B-84A6-52A0A64F53F4}" destId="{429FC3F3-30F3-4566-B95A-038DD0F320C2}" srcOrd="4" destOrd="0" presId="urn:microsoft.com/office/officeart/2018/2/layout/IconLabelList"/>
    <dgm:cxn modelId="{600E7105-4C53-40B1-9C76-F0ED59A753E9}" type="presParOf" srcId="{429FC3F3-30F3-4566-B95A-038DD0F320C2}" destId="{E25750D6-FAB9-4226-ACAB-30C06630D6D1}" srcOrd="0" destOrd="0" presId="urn:microsoft.com/office/officeart/2018/2/layout/IconLabelList"/>
    <dgm:cxn modelId="{8628D210-B575-40CB-82FB-12AFD24D03C4}" type="presParOf" srcId="{429FC3F3-30F3-4566-B95A-038DD0F320C2}" destId="{509010E2-2A1E-4EF6-BED3-C2C80B1B0DE2}" srcOrd="1" destOrd="0" presId="urn:microsoft.com/office/officeart/2018/2/layout/IconLabelList"/>
    <dgm:cxn modelId="{94E22C69-DDE5-4C58-BCC4-B5D74AB111A9}" type="presParOf" srcId="{429FC3F3-30F3-4566-B95A-038DD0F320C2}" destId="{F4C4582B-CDCC-4406-85E0-C519EA1DF4F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3428A-0F97-44E4-B3A7-62C3B76C3A65}">
      <dsp:nvSpPr>
        <dsp:cNvPr id="0" name=""/>
        <dsp:cNvSpPr/>
      </dsp:nvSpPr>
      <dsp:spPr>
        <a:xfrm>
          <a:off x="679050" y="376937"/>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A01738-CF50-4885-A6BD-EF8AD56A338B}">
      <dsp:nvSpPr>
        <dsp:cNvPr id="0" name=""/>
        <dsp:cNvSpPr/>
      </dsp:nvSpPr>
      <dsp:spPr>
        <a:xfrm>
          <a:off x="1081237"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98CEB0-76AD-4829-B3EA-58D05856448E}">
      <dsp:nvSpPr>
        <dsp:cNvPr id="0" name=""/>
        <dsp:cNvSpPr/>
      </dsp:nvSpPr>
      <dsp:spPr>
        <a:xfrm>
          <a:off x="75768"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Phishing attacks are growing in volume and sophistication (polymorphic URLs, zero-day threats).</a:t>
          </a:r>
        </a:p>
      </dsp:txBody>
      <dsp:txXfrm>
        <a:off x="75768" y="2851938"/>
        <a:ext cx="3093750" cy="720000"/>
      </dsp:txXfrm>
    </dsp:sp>
    <dsp:sp modelId="{8A8FD5F5-9055-41AA-AC67-4F4A7064E34F}">
      <dsp:nvSpPr>
        <dsp:cNvPr id="0" name=""/>
        <dsp:cNvSpPr/>
      </dsp:nvSpPr>
      <dsp:spPr>
        <a:xfrm>
          <a:off x="4314206" y="376937"/>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24AFD-D543-4454-8035-AB80E8C5A4FD}">
      <dsp:nvSpPr>
        <dsp:cNvPr id="0" name=""/>
        <dsp:cNvSpPr/>
      </dsp:nvSpPr>
      <dsp:spPr>
        <a:xfrm>
          <a:off x="4716393"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A0D174-65B3-4C37-8E93-8B5386BE1C73}">
      <dsp:nvSpPr>
        <dsp:cNvPr id="0" name=""/>
        <dsp:cNvSpPr/>
      </dsp:nvSpPr>
      <dsp:spPr>
        <a:xfrm>
          <a:off x="3710925"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Traditional blacklist-based solutions are too slow; they only catch threats </a:t>
          </a:r>
          <a:r>
            <a:rPr lang="en-US" sz="1200" i="1" kern="1200"/>
            <a:t>after</a:t>
          </a:r>
          <a:r>
            <a:rPr lang="en-US" sz="1200" kern="1200"/>
            <a:t> they are reported.</a:t>
          </a:r>
        </a:p>
      </dsp:txBody>
      <dsp:txXfrm>
        <a:off x="3710925" y="2851938"/>
        <a:ext cx="3093750" cy="720000"/>
      </dsp:txXfrm>
    </dsp:sp>
    <dsp:sp modelId="{5A07E0E0-E334-4F66-89DD-611A4E88C193}">
      <dsp:nvSpPr>
        <dsp:cNvPr id="0" name=""/>
        <dsp:cNvSpPr/>
      </dsp:nvSpPr>
      <dsp:spPr>
        <a:xfrm>
          <a:off x="7949362" y="376937"/>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3A2C11-6556-47D9-AFD7-A441115C169F}">
      <dsp:nvSpPr>
        <dsp:cNvPr id="0" name=""/>
        <dsp:cNvSpPr/>
      </dsp:nvSpPr>
      <dsp:spPr>
        <a:xfrm>
          <a:off x="8351550"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BD171C-D538-4AD8-9AAC-06DD8CD3C310}">
      <dsp:nvSpPr>
        <dsp:cNvPr id="0" name=""/>
        <dsp:cNvSpPr/>
      </dsp:nvSpPr>
      <dsp:spPr>
        <a:xfrm>
          <a:off x="7346081"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Existing ML models often suffer from high "False Positive" rates, blocking legitimate websites and disrupting user workflow.</a:t>
          </a:r>
        </a:p>
      </dsp:txBody>
      <dsp:txXfrm>
        <a:off x="7346081" y="2851938"/>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75532E-D2E3-489A-B7DF-5473A70CFA71}">
      <dsp:nvSpPr>
        <dsp:cNvPr id="0" name=""/>
        <dsp:cNvSpPr/>
      </dsp:nvSpPr>
      <dsp:spPr>
        <a:xfrm>
          <a:off x="1747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ABB7CD-2554-4682-AA8F-630AE6B06A80}">
      <dsp:nvSpPr>
        <dsp:cNvPr id="0" name=""/>
        <dsp:cNvSpPr/>
      </dsp:nvSpPr>
      <dsp:spPr>
        <a:xfrm>
          <a:off x="559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Target Audience:</a:t>
          </a:r>
          <a:r>
            <a:rPr lang="en-US" sz="1700" kern="1200"/>
            <a:t> Enterprise security teams, everyday web users, and threat intelligence firms.</a:t>
          </a:r>
        </a:p>
      </dsp:txBody>
      <dsp:txXfrm>
        <a:off x="559800" y="2821519"/>
        <a:ext cx="4320000" cy="720000"/>
      </dsp:txXfrm>
    </dsp:sp>
    <dsp:sp modelId="{06F2BCD4-8BDF-421C-A928-325D803FA0F7}">
      <dsp:nvSpPr>
        <dsp:cNvPr id="0" name=""/>
        <dsp:cNvSpPr/>
      </dsp:nvSpPr>
      <dsp:spPr>
        <a:xfrm>
          <a:off x="6823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B95BDB-772D-443E-BEC6-C2F929F65EDE}">
      <dsp:nvSpPr>
        <dsp:cNvPr id="0" name=""/>
        <dsp:cNvSpPr/>
      </dsp:nvSpPr>
      <dsp:spPr>
        <a:xfrm>
          <a:off x="5635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Value Proposition:</a:t>
          </a:r>
          <a:r>
            <a:rPr lang="en-US" sz="1700" kern="1200"/>
            <a:t> Proactive zero-day threat detection, ultra-low false-positive rate, and seamless real-time browser integration.</a:t>
          </a:r>
        </a:p>
      </dsp:txBody>
      <dsp:txXfrm>
        <a:off x="5635800" y="2821519"/>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86C84-F38F-4986-94B1-2036184B2D86}">
      <dsp:nvSpPr>
        <dsp:cNvPr id="0" name=""/>
        <dsp:cNvSpPr/>
      </dsp:nvSpPr>
      <dsp:spPr>
        <a:xfrm>
          <a:off x="1747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BF80F6-B898-4F96-9465-CFE23C9A84AB}">
      <dsp:nvSpPr>
        <dsp:cNvPr id="0" name=""/>
        <dsp:cNvSpPr/>
      </dsp:nvSpPr>
      <dsp:spPr>
        <a:xfrm>
          <a:off x="559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What is it?</a:t>
          </a:r>
          <a:r>
            <a:rPr lang="en-US" sz="1700" kern="1200"/>
            <a:t> A hybrid intelligence platform combining Machine Learning and external Threat Intelligence.</a:t>
          </a:r>
        </a:p>
      </dsp:txBody>
      <dsp:txXfrm>
        <a:off x="559800" y="2821519"/>
        <a:ext cx="4320000" cy="720000"/>
      </dsp:txXfrm>
    </dsp:sp>
    <dsp:sp modelId="{626BC4CA-19B0-4B3E-AF8B-DEBF074368BF}">
      <dsp:nvSpPr>
        <dsp:cNvPr id="0" name=""/>
        <dsp:cNvSpPr/>
      </dsp:nvSpPr>
      <dsp:spPr>
        <a:xfrm>
          <a:off x="6823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40E3C7-5B29-4245-AB6C-EA1373D6B927}">
      <dsp:nvSpPr>
        <dsp:cNvPr id="0" name=""/>
        <dsp:cNvSpPr/>
      </dsp:nvSpPr>
      <dsp:spPr>
        <a:xfrm>
          <a:off x="5635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Core Capabilities:</a:t>
          </a:r>
          <a:r>
            <a:rPr lang="en-US" sz="1700" kern="1200"/>
            <a:t> Real-time analysis, continuous self-learning dataset, cross-platform accessibility (API, Web, Extension).</a:t>
          </a:r>
        </a:p>
      </dsp:txBody>
      <dsp:txXfrm>
        <a:off x="5635800" y="2821519"/>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79280-D4F4-4FCC-B9AD-BF48B8CDD0F0}">
      <dsp:nvSpPr>
        <dsp:cNvPr id="0" name=""/>
        <dsp:cNvSpPr/>
      </dsp:nvSpPr>
      <dsp:spPr>
        <a:xfrm>
          <a:off x="0" y="673"/>
          <a:ext cx="6364224" cy="15749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1C034-7B30-4958-BE38-EE9CA8E3F3BB}">
      <dsp:nvSpPr>
        <dsp:cNvPr id="0" name=""/>
        <dsp:cNvSpPr/>
      </dsp:nvSpPr>
      <dsp:spPr>
        <a:xfrm>
          <a:off x="476436" y="355047"/>
          <a:ext cx="866247" cy="8662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7655DE-B265-4301-B420-07901F553764}">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022350">
            <a:lnSpc>
              <a:spcPct val="90000"/>
            </a:lnSpc>
            <a:spcBef>
              <a:spcPct val="0"/>
            </a:spcBef>
            <a:spcAft>
              <a:spcPct val="35000"/>
            </a:spcAft>
            <a:buNone/>
          </a:pPr>
          <a:r>
            <a:rPr lang="en-US" sz="2300" kern="1200"/>
            <a:t>Extraction of </a:t>
          </a:r>
          <a:r>
            <a:rPr lang="en-US" sz="2300" b="1" kern="1200"/>
            <a:t>110+ distinct features</a:t>
          </a:r>
          <a:r>
            <a:rPr lang="en-US" sz="2300" kern="1200"/>
            <a:t> (lexical, structural, and network-based).</a:t>
          </a:r>
        </a:p>
      </dsp:txBody>
      <dsp:txXfrm>
        <a:off x="1819120" y="673"/>
        <a:ext cx="4545103" cy="1574995"/>
      </dsp:txXfrm>
    </dsp:sp>
    <dsp:sp modelId="{1E432883-98A9-4768-A6D0-D12A93E55556}">
      <dsp:nvSpPr>
        <dsp:cNvPr id="0" name=""/>
        <dsp:cNvSpPr/>
      </dsp:nvSpPr>
      <dsp:spPr>
        <a:xfrm>
          <a:off x="0" y="1969418"/>
          <a:ext cx="6364224" cy="157499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07FDD-FCDA-49D3-898E-563B193A09D3}">
      <dsp:nvSpPr>
        <dsp:cNvPr id="0" name=""/>
        <dsp:cNvSpPr/>
      </dsp:nvSpPr>
      <dsp:spPr>
        <a:xfrm>
          <a:off x="476436" y="2323792"/>
          <a:ext cx="866247" cy="8662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6B0B3-4972-4430-8A70-F52776A8CCF3}">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022350">
            <a:lnSpc>
              <a:spcPct val="90000"/>
            </a:lnSpc>
            <a:spcBef>
              <a:spcPct val="0"/>
            </a:spcBef>
            <a:spcAft>
              <a:spcPct val="35000"/>
            </a:spcAft>
            <a:buNone/>
          </a:pPr>
          <a:r>
            <a:rPr lang="en-US" sz="2300" kern="1200"/>
            <a:t>Automated daily stress tests to ingest and label high-confidence new threats (&gt;90% confidence).</a:t>
          </a:r>
        </a:p>
      </dsp:txBody>
      <dsp:txXfrm>
        <a:off x="1819120" y="1969418"/>
        <a:ext cx="4545103" cy="1574995"/>
      </dsp:txXfrm>
    </dsp:sp>
    <dsp:sp modelId="{CAAA4211-D86C-4ABB-AB66-AB013D005F5B}">
      <dsp:nvSpPr>
        <dsp:cNvPr id="0" name=""/>
        <dsp:cNvSpPr/>
      </dsp:nvSpPr>
      <dsp:spPr>
        <a:xfrm>
          <a:off x="0" y="3938162"/>
          <a:ext cx="6364224" cy="157499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9E6F99-2EC7-4EBC-9E5C-3798EE05BB48}">
      <dsp:nvSpPr>
        <dsp:cNvPr id="0" name=""/>
        <dsp:cNvSpPr/>
      </dsp:nvSpPr>
      <dsp:spPr>
        <a:xfrm>
          <a:off x="476436" y="4292537"/>
          <a:ext cx="866247" cy="8662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43DDA9-66E2-4AF5-8D20-C92ED7DB77E5}">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022350">
            <a:lnSpc>
              <a:spcPct val="90000"/>
            </a:lnSpc>
            <a:spcBef>
              <a:spcPct val="0"/>
            </a:spcBef>
            <a:spcAft>
              <a:spcPct val="35000"/>
            </a:spcAft>
            <a:buNone/>
          </a:pPr>
          <a:r>
            <a:rPr lang="en-US" sz="2300" kern="1200"/>
            <a:t>Rigorous deduplication pipeline to maintain data integrity.</a:t>
          </a:r>
        </a:p>
      </dsp:txBody>
      <dsp:txXfrm>
        <a:off x="1819120" y="3938162"/>
        <a:ext cx="4545103" cy="15749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BF23F-9B6B-4500-A87C-6E762431B9F4}">
      <dsp:nvSpPr>
        <dsp:cNvPr id="0" name=""/>
        <dsp:cNvSpPr/>
      </dsp:nvSpPr>
      <dsp:spPr>
        <a:xfrm>
          <a:off x="679050" y="376937"/>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63A523-4527-4A3A-AF67-5A4E4D33062F}">
      <dsp:nvSpPr>
        <dsp:cNvPr id="0" name=""/>
        <dsp:cNvSpPr/>
      </dsp:nvSpPr>
      <dsp:spPr>
        <a:xfrm>
          <a:off x="1081237"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201DCA-C3D0-42E1-9A9C-6D4220BD0FDA}">
      <dsp:nvSpPr>
        <dsp:cNvPr id="0" name=""/>
        <dsp:cNvSpPr/>
      </dsp:nvSpPr>
      <dsp:spPr>
        <a:xfrm>
          <a:off x="75768"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Technology:</a:t>
          </a:r>
          <a:r>
            <a:rPr lang="en-US" sz="1500" kern="1200"/>
            <a:t> TF-IDF (Term Frequency-Inverse Document Frequency) &amp; Initial Classifiers.</a:t>
          </a:r>
        </a:p>
      </dsp:txBody>
      <dsp:txXfrm>
        <a:off x="75768" y="2851938"/>
        <a:ext cx="3093750" cy="720000"/>
      </dsp:txXfrm>
    </dsp:sp>
    <dsp:sp modelId="{E6D76289-B762-42D0-AF06-3D6D76CF01B9}">
      <dsp:nvSpPr>
        <dsp:cNvPr id="0" name=""/>
        <dsp:cNvSpPr/>
      </dsp:nvSpPr>
      <dsp:spPr>
        <a:xfrm>
          <a:off x="4314206" y="376937"/>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4835A-3B82-447A-9818-95324F082AF8}">
      <dsp:nvSpPr>
        <dsp:cNvPr id="0" name=""/>
        <dsp:cNvSpPr/>
      </dsp:nvSpPr>
      <dsp:spPr>
        <a:xfrm>
          <a:off x="4716393"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D7DA7C-AD3E-4DEC-A72D-D6007A78C1AA}">
      <dsp:nvSpPr>
        <dsp:cNvPr id="0" name=""/>
        <dsp:cNvSpPr/>
      </dsp:nvSpPr>
      <dsp:spPr>
        <a:xfrm>
          <a:off x="3710925"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Purpose:</a:t>
          </a:r>
          <a:r>
            <a:rPr lang="en-US" sz="1500" kern="1200"/>
            <a:t> Rapid lexical analysis to catch obvious structural anomalies.</a:t>
          </a:r>
        </a:p>
      </dsp:txBody>
      <dsp:txXfrm>
        <a:off x="3710925" y="2851938"/>
        <a:ext cx="3093750" cy="720000"/>
      </dsp:txXfrm>
    </dsp:sp>
    <dsp:sp modelId="{4BB9E523-AC32-467C-9D2C-DC00D7B57415}">
      <dsp:nvSpPr>
        <dsp:cNvPr id="0" name=""/>
        <dsp:cNvSpPr/>
      </dsp:nvSpPr>
      <dsp:spPr>
        <a:xfrm>
          <a:off x="7949362" y="376937"/>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D22B03-70DC-4723-8A1E-8867B15CA1C1}">
      <dsp:nvSpPr>
        <dsp:cNvPr id="0" name=""/>
        <dsp:cNvSpPr/>
      </dsp:nvSpPr>
      <dsp:spPr>
        <a:xfrm>
          <a:off x="8351550"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5B5694-67A7-4D93-84FD-7AB444D7A299}">
      <dsp:nvSpPr>
        <dsp:cNvPr id="0" name=""/>
        <dsp:cNvSpPr/>
      </dsp:nvSpPr>
      <dsp:spPr>
        <a:xfrm>
          <a:off x="7346081"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Speed:</a:t>
          </a:r>
          <a:r>
            <a:rPr lang="en-US" sz="1500" kern="1200"/>
            <a:t> Processes massive volumes instantly to filter out noise.</a:t>
          </a:r>
        </a:p>
      </dsp:txBody>
      <dsp:txXfrm>
        <a:off x="7346081" y="2851938"/>
        <a:ext cx="30937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A0B563-9E78-4C94-9700-E3CFA93F8C20}">
      <dsp:nvSpPr>
        <dsp:cNvPr id="0" name=""/>
        <dsp:cNvSpPr/>
      </dsp:nvSpPr>
      <dsp:spPr>
        <a:xfrm>
          <a:off x="679050" y="376937"/>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F7F16C-DC22-456E-84F7-12726165A101}">
      <dsp:nvSpPr>
        <dsp:cNvPr id="0" name=""/>
        <dsp:cNvSpPr/>
      </dsp:nvSpPr>
      <dsp:spPr>
        <a:xfrm>
          <a:off x="1081237"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A23D23-E2DF-4A33-A82B-EB2A60767A1A}">
      <dsp:nvSpPr>
        <dsp:cNvPr id="0" name=""/>
        <dsp:cNvSpPr/>
      </dsp:nvSpPr>
      <dsp:spPr>
        <a:xfrm>
          <a:off x="75768"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Technology:</a:t>
          </a:r>
          <a:r>
            <a:rPr lang="en-US" sz="1500" kern="1200"/>
            <a:t> HGB (HistGradientBoosting) algorithms.</a:t>
          </a:r>
        </a:p>
      </dsp:txBody>
      <dsp:txXfrm>
        <a:off x="75768" y="2851938"/>
        <a:ext cx="3093750" cy="720000"/>
      </dsp:txXfrm>
    </dsp:sp>
    <dsp:sp modelId="{CFFB33ED-0576-4D5C-9FB5-B543546196B0}">
      <dsp:nvSpPr>
        <dsp:cNvPr id="0" name=""/>
        <dsp:cNvSpPr/>
      </dsp:nvSpPr>
      <dsp:spPr>
        <a:xfrm>
          <a:off x="4314206" y="376937"/>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351112-931F-4A23-97DB-760469776507}">
      <dsp:nvSpPr>
        <dsp:cNvPr id="0" name=""/>
        <dsp:cNvSpPr/>
      </dsp:nvSpPr>
      <dsp:spPr>
        <a:xfrm>
          <a:off x="4716393"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E5E2BA-F615-418D-8553-55636CB9B04A}">
      <dsp:nvSpPr>
        <dsp:cNvPr id="0" name=""/>
        <dsp:cNvSpPr/>
      </dsp:nvSpPr>
      <dsp:spPr>
        <a:xfrm>
          <a:off x="3710925"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Purpose:</a:t>
          </a:r>
          <a:r>
            <a:rPr lang="en-US" sz="1500" kern="1200"/>
            <a:t> Deep, non-linear analysis of all 110+ extracted features.</a:t>
          </a:r>
        </a:p>
      </dsp:txBody>
      <dsp:txXfrm>
        <a:off x="3710925" y="2851938"/>
        <a:ext cx="3093750" cy="720000"/>
      </dsp:txXfrm>
    </dsp:sp>
    <dsp:sp modelId="{2A1E5838-28A9-434A-BE41-AFBFF1C116CE}">
      <dsp:nvSpPr>
        <dsp:cNvPr id="0" name=""/>
        <dsp:cNvSpPr/>
      </dsp:nvSpPr>
      <dsp:spPr>
        <a:xfrm>
          <a:off x="7949362" y="376937"/>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2AF8AE-97CB-471C-BBDA-9ACFDC995F35}">
      <dsp:nvSpPr>
        <dsp:cNvPr id="0" name=""/>
        <dsp:cNvSpPr/>
      </dsp:nvSpPr>
      <dsp:spPr>
        <a:xfrm>
          <a:off x="8351550"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8079E3-ED40-420B-A7DA-8F03AC598B0F}">
      <dsp:nvSpPr>
        <dsp:cNvPr id="0" name=""/>
        <dsp:cNvSpPr/>
      </dsp:nvSpPr>
      <dsp:spPr>
        <a:xfrm>
          <a:off x="7346081"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a:t>Advantage:</a:t>
          </a:r>
          <a:r>
            <a:rPr lang="en-US" sz="1500" kern="1200"/>
            <a:t> Highly robust against polymorphic and intentionally obfuscated URLs.</a:t>
          </a:r>
        </a:p>
      </dsp:txBody>
      <dsp:txXfrm>
        <a:off x="7346081" y="2851938"/>
        <a:ext cx="30937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5FA70-1574-4681-9141-297D44ED69E4}">
      <dsp:nvSpPr>
        <dsp:cNvPr id="0" name=""/>
        <dsp:cNvSpPr/>
      </dsp:nvSpPr>
      <dsp:spPr>
        <a:xfrm>
          <a:off x="1747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D2DDF1-9DF1-4FFA-A879-7D58AD34A603}">
      <dsp:nvSpPr>
        <dsp:cNvPr id="0" name=""/>
        <dsp:cNvSpPr/>
      </dsp:nvSpPr>
      <dsp:spPr>
        <a:xfrm>
          <a:off x="559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Absolute-override logic to resolve conflicting model predictions.</a:t>
          </a:r>
        </a:p>
      </dsp:txBody>
      <dsp:txXfrm>
        <a:off x="559800" y="2821519"/>
        <a:ext cx="4320000" cy="720000"/>
      </dsp:txXfrm>
    </dsp:sp>
    <dsp:sp modelId="{5FAA2EE0-F3C6-447F-9856-C15CA182BF85}">
      <dsp:nvSpPr>
        <dsp:cNvPr id="0" name=""/>
        <dsp:cNvSpPr/>
      </dsp:nvSpPr>
      <dsp:spPr>
        <a:xfrm>
          <a:off x="6823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9A41E3-48A6-4CE4-BEA1-B3D08D37E305}">
      <dsp:nvSpPr>
        <dsp:cNvPr id="0" name=""/>
        <dsp:cNvSpPr/>
      </dsp:nvSpPr>
      <dsp:spPr>
        <a:xfrm>
          <a:off x="5635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Reputation-aware system specifically designed to whitelist high-entropy legitimate sites (e.g., cloud platforms, gaming servers).</a:t>
          </a:r>
        </a:p>
      </dsp:txBody>
      <dsp:txXfrm>
        <a:off x="5635800" y="2821519"/>
        <a:ext cx="432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5034C-CDC3-401C-9BC4-162F04C776FA}">
      <dsp:nvSpPr>
        <dsp:cNvPr id="0" name=""/>
        <dsp:cNvSpPr/>
      </dsp:nvSpPr>
      <dsp:spPr>
        <a:xfrm>
          <a:off x="1212569"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E6B05B-6D58-4B70-8041-DD08B7C99232}">
      <dsp:nvSpPr>
        <dsp:cNvPr id="0" name=""/>
        <dsp:cNvSpPr/>
      </dsp:nvSpPr>
      <dsp:spPr>
        <a:xfrm>
          <a:off x="417971"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Cross-referencing URLs with live, global threat databases.</a:t>
          </a:r>
        </a:p>
      </dsp:txBody>
      <dsp:txXfrm>
        <a:off x="417971" y="2442842"/>
        <a:ext cx="2889450" cy="720000"/>
      </dsp:txXfrm>
    </dsp:sp>
    <dsp:sp modelId="{4F200D3D-A560-45BB-B02F-792D15F8BF86}">
      <dsp:nvSpPr>
        <dsp:cNvPr id="0" name=""/>
        <dsp:cNvSpPr/>
      </dsp:nvSpPr>
      <dsp:spPr>
        <a:xfrm>
          <a:off x="4607673"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2CD21E-23DA-4515-BBEA-E1A9E463431D}">
      <dsp:nvSpPr>
        <dsp:cNvPr id="0" name=""/>
        <dsp:cNvSpPr/>
      </dsp:nvSpPr>
      <dsp:spPr>
        <a:xfrm>
          <a:off x="3813075"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Enriches the ML prediction with real-world, real-time context.</a:t>
          </a:r>
        </a:p>
      </dsp:txBody>
      <dsp:txXfrm>
        <a:off x="3813075" y="2442842"/>
        <a:ext cx="2889450" cy="720000"/>
      </dsp:txXfrm>
    </dsp:sp>
    <dsp:sp modelId="{FA19EFB6-23E9-47EC-8332-79CD5587FF3B}">
      <dsp:nvSpPr>
        <dsp:cNvPr id="0" name=""/>
        <dsp:cNvSpPr/>
      </dsp:nvSpPr>
      <dsp:spPr>
        <a:xfrm>
          <a:off x="8002777"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2394B8-6F99-454F-9ED2-45DF51F59292}">
      <dsp:nvSpPr>
        <dsp:cNvPr id="0" name=""/>
        <dsp:cNvSpPr/>
      </dsp:nvSpPr>
      <dsp:spPr>
        <a:xfrm>
          <a:off x="7208178"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Ensures protection against established zero-minute campaigns.</a:t>
          </a:r>
        </a:p>
      </dsp:txBody>
      <dsp:txXfrm>
        <a:off x="7208178" y="2442842"/>
        <a:ext cx="28894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BBD147-6101-4403-BB1E-A6017E1F1375}">
      <dsp:nvSpPr>
        <dsp:cNvPr id="0" name=""/>
        <dsp:cNvSpPr/>
      </dsp:nvSpPr>
      <dsp:spPr>
        <a:xfrm>
          <a:off x="0" y="0"/>
          <a:ext cx="3286125" cy="435133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11250">
            <a:lnSpc>
              <a:spcPct val="90000"/>
            </a:lnSpc>
            <a:spcBef>
              <a:spcPct val="0"/>
            </a:spcBef>
            <a:spcAft>
              <a:spcPct val="35000"/>
            </a:spcAft>
            <a:buNone/>
          </a:pPr>
          <a:r>
            <a:rPr lang="en-US" sz="2500" kern="1200"/>
            <a:t>API is containerized and deployed on Render cloud infrastructure.</a:t>
          </a:r>
        </a:p>
      </dsp:txBody>
      <dsp:txXfrm>
        <a:off x="0" y="1653508"/>
        <a:ext cx="3286125" cy="2610802"/>
      </dsp:txXfrm>
    </dsp:sp>
    <dsp:sp modelId="{DBDEA780-E9D1-4252-9C04-C65280015D7F}">
      <dsp:nvSpPr>
        <dsp:cNvPr id="0" name=""/>
        <dsp:cNvSpPr/>
      </dsp:nvSpPr>
      <dsp:spPr>
        <a:xfrm>
          <a:off x="990361" y="435133"/>
          <a:ext cx="1305401" cy="1305401"/>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1533" y="626305"/>
        <a:ext cx="923057" cy="923057"/>
      </dsp:txXfrm>
    </dsp:sp>
    <dsp:sp modelId="{E2E4B544-A1FF-45DD-899B-468379023538}">
      <dsp:nvSpPr>
        <dsp:cNvPr id="0" name=""/>
        <dsp:cNvSpPr/>
      </dsp:nvSpPr>
      <dsp:spPr>
        <a:xfrm>
          <a:off x="0" y="4351266"/>
          <a:ext cx="3286125" cy="72"/>
        </a:xfrm>
        <a:prstGeom prst="rect">
          <a:avLst/>
        </a:prstGeom>
        <a:solidFill>
          <a:schemeClr val="accent5">
            <a:hueOff val="-2430430"/>
            <a:satOff val="-165"/>
            <a:lumOff val="392"/>
            <a:alphaOff val="0"/>
          </a:schemeClr>
        </a:solidFill>
        <a:ln w="19050" cap="flat" cmpd="sng" algn="ctr">
          <a:solidFill>
            <a:schemeClr val="accent5">
              <a:hueOff val="-2430430"/>
              <a:satOff val="-165"/>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75A75F-930F-4884-BBFB-214B4FEA37EF}">
      <dsp:nvSpPr>
        <dsp:cNvPr id="0" name=""/>
        <dsp:cNvSpPr/>
      </dsp:nvSpPr>
      <dsp:spPr>
        <a:xfrm>
          <a:off x="3614737" y="0"/>
          <a:ext cx="3286125" cy="4351338"/>
        </a:xfrm>
        <a:prstGeom prst="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11250">
            <a:lnSpc>
              <a:spcPct val="90000"/>
            </a:lnSpc>
            <a:spcBef>
              <a:spcPct val="0"/>
            </a:spcBef>
            <a:spcAft>
              <a:spcPct val="35000"/>
            </a:spcAft>
            <a:buNone/>
          </a:pPr>
          <a:r>
            <a:rPr lang="en-US" sz="2500" kern="1200"/>
            <a:t>Ensures 24/7 availability for the Chrome Extension and Dashboard.</a:t>
          </a:r>
        </a:p>
      </dsp:txBody>
      <dsp:txXfrm>
        <a:off x="3614737" y="1653508"/>
        <a:ext cx="3286125" cy="2610802"/>
      </dsp:txXfrm>
    </dsp:sp>
    <dsp:sp modelId="{29F7F859-42D4-4E9A-B9EF-9649EB820536}">
      <dsp:nvSpPr>
        <dsp:cNvPr id="0" name=""/>
        <dsp:cNvSpPr/>
      </dsp:nvSpPr>
      <dsp:spPr>
        <a:xfrm>
          <a:off x="4605099" y="435133"/>
          <a:ext cx="1305401" cy="1305401"/>
        </a:xfrm>
        <a:prstGeom prst="ellipse">
          <a:avLst/>
        </a:prstGeom>
        <a:solidFill>
          <a:schemeClr val="accent5">
            <a:hueOff val="-4860860"/>
            <a:satOff val="-330"/>
            <a:lumOff val="784"/>
            <a:alphaOff val="0"/>
          </a:schemeClr>
        </a:solidFill>
        <a:ln w="19050" cap="flat" cmpd="sng" algn="ctr">
          <a:solidFill>
            <a:schemeClr val="accent5">
              <a:hueOff val="-4860860"/>
              <a:satOff val="-330"/>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796271" y="626305"/>
        <a:ext cx="923057" cy="923057"/>
      </dsp:txXfrm>
    </dsp:sp>
    <dsp:sp modelId="{6B95A976-E9F6-4329-AA3F-716AE7297246}">
      <dsp:nvSpPr>
        <dsp:cNvPr id="0" name=""/>
        <dsp:cNvSpPr/>
      </dsp:nvSpPr>
      <dsp:spPr>
        <a:xfrm>
          <a:off x="3614737" y="4351266"/>
          <a:ext cx="3286125" cy="72"/>
        </a:xfrm>
        <a:prstGeom prst="rect">
          <a:avLst/>
        </a:prstGeom>
        <a:solidFill>
          <a:schemeClr val="accent5">
            <a:hueOff val="-7291290"/>
            <a:satOff val="-496"/>
            <a:lumOff val="1177"/>
            <a:alphaOff val="0"/>
          </a:schemeClr>
        </a:solidFill>
        <a:ln w="19050" cap="flat" cmpd="sng" algn="ctr">
          <a:solidFill>
            <a:schemeClr val="accent5">
              <a:hueOff val="-7291290"/>
              <a:satOff val="-496"/>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BB521A-9B96-477B-BD75-6A744807B7C4}">
      <dsp:nvSpPr>
        <dsp:cNvPr id="0" name=""/>
        <dsp:cNvSpPr/>
      </dsp:nvSpPr>
      <dsp:spPr>
        <a:xfrm>
          <a:off x="7229475" y="0"/>
          <a:ext cx="3286125" cy="4351338"/>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11250">
            <a:lnSpc>
              <a:spcPct val="90000"/>
            </a:lnSpc>
            <a:spcBef>
              <a:spcPct val="0"/>
            </a:spcBef>
            <a:spcAft>
              <a:spcPct val="35000"/>
            </a:spcAft>
            <a:buNone/>
          </a:pPr>
          <a:r>
            <a:rPr lang="en-US" sz="2500" kern="1200"/>
            <a:t>Highly scalable architecture capable of handling concurrent requests.</a:t>
          </a:r>
        </a:p>
      </dsp:txBody>
      <dsp:txXfrm>
        <a:off x="7229475" y="1653508"/>
        <a:ext cx="3286125" cy="2610802"/>
      </dsp:txXfrm>
    </dsp:sp>
    <dsp:sp modelId="{C478B8D3-3E32-4534-AE26-91767A3C0A35}">
      <dsp:nvSpPr>
        <dsp:cNvPr id="0" name=""/>
        <dsp:cNvSpPr/>
      </dsp:nvSpPr>
      <dsp:spPr>
        <a:xfrm>
          <a:off x="8219836" y="435133"/>
          <a:ext cx="1305401" cy="1305401"/>
        </a:xfrm>
        <a:prstGeom prst="ellipse">
          <a:avLst/>
        </a:prstGeom>
        <a:solidFill>
          <a:schemeClr val="accent5">
            <a:hueOff val="-9721720"/>
            <a:satOff val="-661"/>
            <a:lumOff val="1569"/>
            <a:alphaOff val="0"/>
          </a:schemeClr>
        </a:solidFill>
        <a:ln w="19050" cap="flat" cmpd="sng" algn="ctr">
          <a:solidFill>
            <a:schemeClr val="accent5">
              <a:hueOff val="-9721720"/>
              <a:satOff val="-661"/>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11008" y="626305"/>
        <a:ext cx="923057" cy="923057"/>
      </dsp:txXfrm>
    </dsp:sp>
    <dsp:sp modelId="{9A6654A2-FB85-401E-B2CF-13F9994214C3}">
      <dsp:nvSpPr>
        <dsp:cNvPr id="0" name=""/>
        <dsp:cNvSpPr/>
      </dsp:nvSpPr>
      <dsp:spPr>
        <a:xfrm>
          <a:off x="7229475" y="4351266"/>
          <a:ext cx="3286125" cy="72"/>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B0907-5318-44BA-BA10-B4C5FAFDA3D2}">
      <dsp:nvSpPr>
        <dsp:cNvPr id="0" name=""/>
        <dsp:cNvSpPr/>
      </dsp:nvSpPr>
      <dsp:spPr>
        <a:xfrm>
          <a:off x="0" y="0"/>
          <a:ext cx="8938260" cy="118466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Interactive UI for security researchers and power users.</a:t>
          </a:r>
        </a:p>
      </dsp:txBody>
      <dsp:txXfrm>
        <a:off x="34698" y="34698"/>
        <a:ext cx="7659915" cy="1115266"/>
      </dsp:txXfrm>
    </dsp:sp>
    <dsp:sp modelId="{4465B96B-D2F8-4C0A-99D7-7010C5E42263}">
      <dsp:nvSpPr>
        <dsp:cNvPr id="0" name=""/>
        <dsp:cNvSpPr/>
      </dsp:nvSpPr>
      <dsp:spPr>
        <a:xfrm>
          <a:off x="788669" y="1382106"/>
          <a:ext cx="8938260" cy="1184662"/>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Detailed feature breakdown and confidence scores for every URL.</a:t>
          </a:r>
        </a:p>
      </dsp:txBody>
      <dsp:txXfrm>
        <a:off x="823367" y="1416804"/>
        <a:ext cx="7310163" cy="1115266"/>
      </dsp:txXfrm>
    </dsp:sp>
    <dsp:sp modelId="{4F37AD9A-2F4D-4C6A-8E06-6E81D4A76403}">
      <dsp:nvSpPr>
        <dsp:cNvPr id="0" name=""/>
        <dsp:cNvSpPr/>
      </dsp:nvSpPr>
      <dsp:spPr>
        <a:xfrm>
          <a:off x="1577339" y="2764213"/>
          <a:ext cx="8938260" cy="118466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Global scan history and logging for auditing purposes.</a:t>
          </a:r>
        </a:p>
      </dsp:txBody>
      <dsp:txXfrm>
        <a:off x="1612037" y="2798911"/>
        <a:ext cx="7310163" cy="1115266"/>
      </dsp:txXfrm>
    </dsp:sp>
    <dsp:sp modelId="{F8661476-CAB3-4D9C-B30B-AA7CC4295AD7}">
      <dsp:nvSpPr>
        <dsp:cNvPr id="0" name=""/>
        <dsp:cNvSpPr/>
      </dsp:nvSpPr>
      <dsp:spPr>
        <a:xfrm>
          <a:off x="8168229" y="898369"/>
          <a:ext cx="770030" cy="77003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8341486" y="898369"/>
        <a:ext cx="423516" cy="579448"/>
      </dsp:txXfrm>
    </dsp:sp>
    <dsp:sp modelId="{1DBFE976-2616-4C4E-B276-F739FAADCE7C}">
      <dsp:nvSpPr>
        <dsp:cNvPr id="0" name=""/>
        <dsp:cNvSpPr/>
      </dsp:nvSpPr>
      <dsp:spPr>
        <a:xfrm>
          <a:off x="8956899" y="2272578"/>
          <a:ext cx="770030" cy="770030"/>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9130156" y="2272578"/>
        <a:ext cx="423516" cy="5794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620A8-F4C0-4559-A2D6-A2FEA8851FA8}">
      <dsp:nvSpPr>
        <dsp:cNvPr id="0" name=""/>
        <dsp:cNvSpPr/>
      </dsp:nvSpPr>
      <dsp:spPr>
        <a:xfrm>
          <a:off x="1212569"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651C2D-F9F4-4858-9822-2FB22F0FFC48}">
      <dsp:nvSpPr>
        <dsp:cNvPr id="0" name=""/>
        <dsp:cNvSpPr/>
      </dsp:nvSpPr>
      <dsp:spPr>
        <a:xfrm>
          <a:off x="417971"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Silent, real-time background protection.</a:t>
          </a:r>
        </a:p>
      </dsp:txBody>
      <dsp:txXfrm>
        <a:off x="417971" y="2442842"/>
        <a:ext cx="2889450" cy="720000"/>
      </dsp:txXfrm>
    </dsp:sp>
    <dsp:sp modelId="{43CE4A32-23EE-4FE1-AF91-51BA5B62E8F6}">
      <dsp:nvSpPr>
        <dsp:cNvPr id="0" name=""/>
        <dsp:cNvSpPr/>
      </dsp:nvSpPr>
      <dsp:spPr>
        <a:xfrm>
          <a:off x="4607673"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F57416-5E60-4E94-96AD-122D5494C76D}">
      <dsp:nvSpPr>
        <dsp:cNvPr id="0" name=""/>
        <dsp:cNvSpPr/>
      </dsp:nvSpPr>
      <dsp:spPr>
        <a:xfrm>
          <a:off x="3813075"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Intercepts malicious navigation before the page loads.</a:t>
          </a:r>
        </a:p>
      </dsp:txBody>
      <dsp:txXfrm>
        <a:off x="3813075" y="2442842"/>
        <a:ext cx="2889450" cy="720000"/>
      </dsp:txXfrm>
    </dsp:sp>
    <dsp:sp modelId="{3D37FA8A-6C49-4090-9561-B0E132FCCB16}">
      <dsp:nvSpPr>
        <dsp:cNvPr id="0" name=""/>
        <dsp:cNvSpPr/>
      </dsp:nvSpPr>
      <dsp:spPr>
        <a:xfrm>
          <a:off x="8002777"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D36B4D-5149-49DD-95A7-B1D89D19607D}">
      <dsp:nvSpPr>
        <dsp:cNvPr id="0" name=""/>
        <dsp:cNvSpPr/>
      </dsp:nvSpPr>
      <dsp:spPr>
        <a:xfrm>
          <a:off x="7208178"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Lightweight footprint with seamless user experience.</a:t>
          </a:r>
        </a:p>
      </dsp:txBody>
      <dsp:txXfrm>
        <a:off x="7208178" y="2442842"/>
        <a:ext cx="288945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91C45-499D-4C2A-9692-C3506454DCAA}">
      <dsp:nvSpPr>
        <dsp:cNvPr id="0" name=""/>
        <dsp:cNvSpPr/>
      </dsp:nvSpPr>
      <dsp:spPr>
        <a:xfrm>
          <a:off x="1747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E6125F-3A4C-4673-98A1-95B1C80D77E2}">
      <dsp:nvSpPr>
        <dsp:cNvPr id="0" name=""/>
        <dsp:cNvSpPr/>
      </dsp:nvSpPr>
      <dsp:spPr>
        <a:xfrm>
          <a:off x="559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Interactive dashboards tracking threat trends and model performance.</a:t>
          </a:r>
        </a:p>
      </dsp:txBody>
      <dsp:txXfrm>
        <a:off x="559800" y="2821519"/>
        <a:ext cx="4320000" cy="720000"/>
      </dsp:txXfrm>
    </dsp:sp>
    <dsp:sp modelId="{4A01026C-2853-42B8-A4A6-EE8FD9780E10}">
      <dsp:nvSpPr>
        <dsp:cNvPr id="0" name=""/>
        <dsp:cNvSpPr/>
      </dsp:nvSpPr>
      <dsp:spPr>
        <a:xfrm>
          <a:off x="6823800" y="407356"/>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0A1B0A-5263-4D28-83B0-E2E404CE65C6}">
      <dsp:nvSpPr>
        <dsp:cNvPr id="0" name=""/>
        <dsp:cNvSpPr/>
      </dsp:nvSpPr>
      <dsp:spPr>
        <a:xfrm>
          <a:off x="5635800" y="282151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Visualizes which URL features are most predictive of phishing.</a:t>
          </a:r>
        </a:p>
      </dsp:txBody>
      <dsp:txXfrm>
        <a:off x="5635800" y="2821519"/>
        <a:ext cx="432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C8B5B-B5B2-4833-8E03-A2E8062F597C}">
      <dsp:nvSpPr>
        <dsp:cNvPr id="0" name=""/>
        <dsp:cNvSpPr/>
      </dsp:nvSpPr>
      <dsp:spPr>
        <a:xfrm>
          <a:off x="1212569"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31BB24-5169-4D8F-AB98-D251A696E855}">
      <dsp:nvSpPr>
        <dsp:cNvPr id="0" name=""/>
        <dsp:cNvSpPr/>
      </dsp:nvSpPr>
      <dsp:spPr>
        <a:xfrm>
          <a:off x="417971"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dirty="0"/>
            <a:t>Overall Accuracy:</a:t>
          </a:r>
          <a:r>
            <a:rPr lang="en-US" sz="1700" kern="1200" dirty="0"/>
            <a:t> 99.96%</a:t>
          </a:r>
        </a:p>
      </dsp:txBody>
      <dsp:txXfrm>
        <a:off x="417971" y="2442842"/>
        <a:ext cx="2889450" cy="720000"/>
      </dsp:txXfrm>
    </dsp:sp>
    <dsp:sp modelId="{6A62816B-15EB-4F9F-97AF-4CC95556B7D1}">
      <dsp:nvSpPr>
        <dsp:cNvPr id="0" name=""/>
        <dsp:cNvSpPr/>
      </dsp:nvSpPr>
      <dsp:spPr>
        <a:xfrm>
          <a:off x="4607673"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69EE9F-C7AE-41A6-9C35-B085CBFE3FD5}">
      <dsp:nvSpPr>
        <dsp:cNvPr id="0" name=""/>
        <dsp:cNvSpPr/>
      </dsp:nvSpPr>
      <dsp:spPr>
        <a:xfrm>
          <a:off x="3813075"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Threat Detection Rate:</a:t>
          </a:r>
          <a:r>
            <a:rPr lang="en-US" sz="1700" kern="1200"/>
            <a:t> 99.52%</a:t>
          </a:r>
        </a:p>
      </dsp:txBody>
      <dsp:txXfrm>
        <a:off x="3813075" y="2442842"/>
        <a:ext cx="2889450" cy="720000"/>
      </dsp:txXfrm>
    </dsp:sp>
    <dsp:sp modelId="{4AC0A03E-A07A-49D3-B0D3-B48460FCA12B}">
      <dsp:nvSpPr>
        <dsp:cNvPr id="0" name=""/>
        <dsp:cNvSpPr/>
      </dsp:nvSpPr>
      <dsp:spPr>
        <a:xfrm>
          <a:off x="8002777"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BD0572-C37A-4C75-99CC-6F362001EB83}">
      <dsp:nvSpPr>
        <dsp:cNvPr id="0" name=""/>
        <dsp:cNvSpPr/>
      </dsp:nvSpPr>
      <dsp:spPr>
        <a:xfrm>
          <a:off x="7208178"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Near-zero false positive rate due to the Fusion Verification Layer.</a:t>
          </a:r>
        </a:p>
      </dsp:txBody>
      <dsp:txXfrm>
        <a:off x="7208178" y="2442842"/>
        <a:ext cx="2889450" cy="7200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5DA5B-F2A7-44D3-A104-6ED53CEB02E3}">
      <dsp:nvSpPr>
        <dsp:cNvPr id="0" name=""/>
        <dsp:cNvSpPr/>
      </dsp:nvSpPr>
      <dsp:spPr>
        <a:xfrm>
          <a:off x="1212569"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822A72-E29C-4D0B-8310-F221DC037F95}">
      <dsp:nvSpPr>
        <dsp:cNvPr id="0" name=""/>
        <dsp:cNvSpPr/>
      </dsp:nvSpPr>
      <dsp:spPr>
        <a:xfrm>
          <a:off x="417971"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Ready for enterprise "Acqui-hire" or strategic partnership.</a:t>
          </a:r>
        </a:p>
      </dsp:txBody>
      <dsp:txXfrm>
        <a:off x="417971" y="2442842"/>
        <a:ext cx="2889450" cy="720000"/>
      </dsp:txXfrm>
    </dsp:sp>
    <dsp:sp modelId="{5E73DDC0-DB21-4C3C-A671-E07FE1A5D668}">
      <dsp:nvSpPr>
        <dsp:cNvPr id="0" name=""/>
        <dsp:cNvSpPr/>
      </dsp:nvSpPr>
      <dsp:spPr>
        <a:xfrm>
          <a:off x="4607673"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E11B00-BE06-47BB-AAD0-9507706E3D1A}">
      <dsp:nvSpPr>
        <dsp:cNvPr id="0" name=""/>
        <dsp:cNvSpPr/>
      </dsp:nvSpPr>
      <dsp:spPr>
        <a:xfrm>
          <a:off x="3813075"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Future Work: Expanding the 110-feature set to include deep-page HTML analysis.</a:t>
          </a:r>
        </a:p>
      </dsp:txBody>
      <dsp:txXfrm>
        <a:off x="3813075" y="2442842"/>
        <a:ext cx="2889450" cy="720000"/>
      </dsp:txXfrm>
    </dsp:sp>
    <dsp:sp modelId="{E25750D6-FAB9-4226-ACAB-30C06630D6D1}">
      <dsp:nvSpPr>
        <dsp:cNvPr id="0" name=""/>
        <dsp:cNvSpPr/>
      </dsp:nvSpPr>
      <dsp:spPr>
        <a:xfrm>
          <a:off x="8002777" y="786033"/>
          <a:ext cx="1300252" cy="13002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C4582B-CDCC-4406-85E0-C519EA1DF4FD}">
      <dsp:nvSpPr>
        <dsp:cNvPr id="0" name=""/>
        <dsp:cNvSpPr/>
      </dsp:nvSpPr>
      <dsp:spPr>
        <a:xfrm>
          <a:off x="7208178"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Scaling infrastructure for B2B API licensing.</a:t>
          </a:r>
        </a:p>
      </dsp:txBody>
      <dsp:txXfrm>
        <a:off x="7208178" y="2442842"/>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8A520E-5922-404A-9C1A-C176F1379C1A}"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DC15A6-0D49-4E39-A490-16281E75F962}" type="slidenum">
              <a:rPr lang="en-US" smtClean="0"/>
              <a:t>‹#›</a:t>
            </a:fld>
            <a:endParaRPr lang="en-US"/>
          </a:p>
        </p:txBody>
      </p:sp>
    </p:spTree>
    <p:extLst>
      <p:ext uri="{BB962C8B-B14F-4D97-AF65-F5344CB8AC3E}">
        <p14:creationId xmlns:p14="http://schemas.microsoft.com/office/powerpoint/2010/main" val="2557580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we are proud to present our graduation project, SentinURL: an advanced, multi-layered phishing detection system designed to combat the next generation of cyber threats."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a:t>
            </a:fld>
            <a:endParaRPr lang="en-US"/>
          </a:p>
        </p:txBody>
      </p:sp>
    </p:spTree>
    <p:extLst>
      <p:ext uri="{BB962C8B-B14F-4D97-AF65-F5344CB8AC3E}">
        <p14:creationId xmlns:p14="http://schemas.microsoft.com/office/powerpoint/2010/main" val="2327749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cybersecurity landscape is losing the war against phishing. Attackers are generating millions of new, unique malicious URLs daily. Traditional methods rely on databases of known bad links, which means someone has to be a victim first. Furthermore, while AI solutions exist, they frequently mistake complex but safe sites—like cloud portals—for phishing, causing severe workflow disruptions due to false positives.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2</a:t>
            </a:fld>
            <a:endParaRPr lang="en-US"/>
          </a:p>
        </p:txBody>
      </p:sp>
    </p:spTree>
    <p:extLst>
      <p:ext uri="{BB962C8B-B14F-4D97-AF65-F5344CB8AC3E}">
        <p14:creationId xmlns:p14="http://schemas.microsoft.com/office/powerpoint/2010/main" val="2223187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built SentinURL for two primary groups: the everyday user who needs silent, continuous protection in their browser, and enterprise security teams who need a robust API to analyze URLs in bulk. Our core value proposition is our ability to detect 'zero-day' or brand new phishing links with an ultra-low false positive rate, ensuring safety without sacrificing usability.</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3</a:t>
            </a:fld>
            <a:endParaRPr lang="en-US"/>
          </a:p>
        </p:txBody>
      </p:sp>
    </p:spTree>
    <p:extLst>
      <p:ext uri="{BB962C8B-B14F-4D97-AF65-F5344CB8AC3E}">
        <p14:creationId xmlns:p14="http://schemas.microsoft.com/office/powerpoint/2010/main" val="2164294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solution is SentinURL. It is not just a machine learning model; it is a complete, full-stack cybersecurity product. By combining a dual-stage neural architecture with live external threat intelligence, SentinURL evaluates URLs in milliseconds. It provides real-time protection directly in the browser, alongside a detailed analytical dashboard for security researchers.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4</a:t>
            </a:fld>
            <a:endParaRPr lang="en-US"/>
          </a:p>
        </p:txBody>
      </p:sp>
    </p:spTree>
    <p:extLst>
      <p:ext uri="{BB962C8B-B14F-4D97-AF65-F5344CB8AC3E}">
        <p14:creationId xmlns:p14="http://schemas.microsoft.com/office/powerpoint/2010/main" val="1430035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model is only as good as its data. We didn't just download a static dataset. We built a continuous data pipeline that extracts over 110 distinct features from any given URL—analyzing everything from domain entropy to lexical structures. Furthermore, we implemented an automated stress-testing script that daily finds new, high-confidence phishing URLs and feeds them back into our master dataset, allowing SentinURL to continuously learn and expand.</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5</a:t>
            </a:fld>
            <a:endParaRPr lang="en-US"/>
          </a:p>
        </p:txBody>
      </p:sp>
    </p:spTree>
    <p:extLst>
      <p:ext uri="{BB962C8B-B14F-4D97-AF65-F5344CB8AC3E}">
        <p14:creationId xmlns:p14="http://schemas.microsoft.com/office/powerpoint/2010/main" val="3384337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is how the pieces fit together. When a user navigates to a site, our Chrome Extension intercepts the URL and sends it to our cloud-hosted API on Render. The API passes this to our ML Engine, which consults external Threat APIs, processes the ML stages, and returns a verdict in milliseconds. Simultaneously, researchers can interface directly with the core engine via our Streamlit dashboard.</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6</a:t>
            </a:fld>
            <a:endParaRPr lang="en-US"/>
          </a:p>
        </p:txBody>
      </p:sp>
    </p:spTree>
    <p:extLst>
      <p:ext uri="{BB962C8B-B14F-4D97-AF65-F5344CB8AC3E}">
        <p14:creationId xmlns:p14="http://schemas.microsoft.com/office/powerpoint/2010/main" val="311354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AI works in stages to balance speed and accuracy. Stage 1 utilizes TF-IDF to perform rapid lexical analysis. It acts as a fast-filter, instantly looking at the structural DNA of the URL string to catch obvious anomalies and known bad patterns. This ensures we don't waste heavy computational power on obvious threats.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7</a:t>
            </a:fld>
            <a:endParaRPr lang="en-US"/>
          </a:p>
        </p:txBody>
      </p:sp>
    </p:spTree>
    <p:extLst>
      <p:ext uri="{BB962C8B-B14F-4D97-AF65-F5344CB8AC3E}">
        <p14:creationId xmlns:p14="http://schemas.microsoft.com/office/powerpoint/2010/main" val="4216415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URLs that pass or require deeper scrutiny move to Stage 2, which is powered by HistGradientBoosting. This model doesn't just look at text; it analyzes the complex relationships across all 110 extracted features. It is specifically designed to catch highly sophisticated, heavily obfuscated phishing sites that mimic legitimate services.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8</a:t>
            </a:fld>
            <a:endParaRPr lang="en-US"/>
          </a:p>
        </p:txBody>
      </p:sp>
    </p:spTree>
    <p:extLst>
      <p:ext uri="{BB962C8B-B14F-4D97-AF65-F5344CB8AC3E}">
        <p14:creationId xmlns:p14="http://schemas.microsoft.com/office/powerpoint/2010/main" val="1247945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represents our proudest engineering achievement. We noticed our models occasionally flagged legitimate cloud and gaming sites due to their strange, high-entropy URLs. To fix this, we engineered a Dynamic Fusion Layer. If Stage 1 and Stage 2 disagree, or if the URL exhibits specific high-entropy traits of a known safe platform, this reputation-aware engine acts as an absolute-override, effectively eliminating our most stubborn false positives.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9</a:t>
            </a:fld>
            <a:endParaRPr lang="en-US"/>
          </a:p>
        </p:txBody>
      </p:sp>
    </p:spTree>
    <p:extLst>
      <p:ext uri="{BB962C8B-B14F-4D97-AF65-F5344CB8AC3E}">
        <p14:creationId xmlns:p14="http://schemas.microsoft.com/office/powerpoint/2010/main" val="1706726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Machine learning is powerful, but we don't rely on it alone. SentinURL actively queries external Threat Intelligence APIs. By cross-referencing our AI's prediction with global databases in real-time, we provide a definitive verdict that relies on both predictive algorithms and known real-world threat reports.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10</a:t>
            </a:fld>
            <a:endParaRPr lang="en-US"/>
          </a:p>
        </p:txBody>
      </p:sp>
    </p:spTree>
    <p:extLst>
      <p:ext uri="{BB962C8B-B14F-4D97-AF65-F5344CB8AC3E}">
        <p14:creationId xmlns:p14="http://schemas.microsoft.com/office/powerpoint/2010/main" val="1259569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make SentinURL a real product, it couldn't just live on our laptops. We deployed the core API to the Render cloud platform. This guarantees 24/7 uptime, meaning anyone with our Chrome extension or accessing our Streamlit dashboard can utilize the engine at any time, from anywhere, with zero downtime.</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11</a:t>
            </a:fld>
            <a:endParaRPr lang="en-US"/>
          </a:p>
        </p:txBody>
      </p:sp>
    </p:spTree>
    <p:extLst>
      <p:ext uri="{BB962C8B-B14F-4D97-AF65-F5344CB8AC3E}">
        <p14:creationId xmlns:p14="http://schemas.microsoft.com/office/powerpoint/2010/main" val="2648969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researchers and power users, we built a fully interactive web application using Streamlit. Users can manually input URLs and receive an incredibly detailed breakdown of exactly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SentinURL flagged it, viewing the specific features that triggered the alarm. It also includes a global history log, ensuring all scans are recorded and auditable.</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12</a:t>
            </a:fld>
            <a:endParaRPr lang="en-US"/>
          </a:p>
        </p:txBody>
      </p:sp>
    </p:spTree>
    <p:extLst>
      <p:ext uri="{BB962C8B-B14F-4D97-AF65-F5344CB8AC3E}">
        <p14:creationId xmlns:p14="http://schemas.microsoft.com/office/powerpoint/2010/main" val="2026611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the everyday consumer, we built the SentinURL Chrome Extension. It runs silently in the background. The moment a user clicks a link, the extension queries our Render API. If the site is malicious, SentinURL intercepts the request and throws a warning screen before the page can even load, completely neutralizing the threat without requiring any technical knowledge from the user.</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13</a:t>
            </a:fld>
            <a:endParaRPr lang="en-US"/>
          </a:p>
        </p:txBody>
      </p:sp>
    </p:spTree>
    <p:extLst>
      <p:ext uri="{BB962C8B-B14F-4D97-AF65-F5344CB8AC3E}">
        <p14:creationId xmlns:p14="http://schemas.microsoft.com/office/powerpoint/2010/main" val="2365947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truly understand our data, we integrated Tableau. This allowed us to visualize macroscopic trends in phishing attacks and deeply analyze our model's behavior. Through these visualizations, we can easily demonstrate to stakeholders which features are most critical in identifying modern threats, proving the efficacy of our 110-feature extraction method.</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14</a:t>
            </a:fld>
            <a:endParaRPr lang="en-US"/>
          </a:p>
        </p:txBody>
      </p:sp>
    </p:spTree>
    <p:extLst>
      <p:ext uri="{BB962C8B-B14F-4D97-AF65-F5344CB8AC3E}">
        <p14:creationId xmlns:p14="http://schemas.microsoft.com/office/powerpoint/2010/main" val="148565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results speak for themselves. After rigorous testing across vast datasets, SentinURL achieved an overall accuracy of 99.55%, with a specific threat detection rate of 99.52%. More importantly, thanks to our dynamic fusion layer, we maintained these incredibly high detection rates while virtually eliminating the false positives that plague competing systems.</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15</a:t>
            </a:fld>
            <a:endParaRPr lang="en-US"/>
          </a:p>
        </p:txBody>
      </p:sp>
    </p:spTree>
    <p:extLst>
      <p:ext uri="{BB962C8B-B14F-4D97-AF65-F5344CB8AC3E}">
        <p14:creationId xmlns:p14="http://schemas.microsoft.com/office/powerpoint/2010/main" val="2540683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Building this wasn't without hurdles. Deploying a complex ML pipeline to the cloud presented massive path resolution and network socket errors, which we solved by completely restructuring our API logic for Render. Furthermore, our initial models struggled with gaming platforms. By analyzing the failure data, we engineered the Reputation-Aware Fusion Engine, turning our biggest weakness into our most unique feature.</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16</a:t>
            </a:fld>
            <a:endParaRPr lang="en-US"/>
          </a:p>
        </p:txBody>
      </p:sp>
    </p:spTree>
    <p:extLst>
      <p:ext uri="{BB962C8B-B14F-4D97-AF65-F5344CB8AC3E}">
        <p14:creationId xmlns:p14="http://schemas.microsoft.com/office/powerpoint/2010/main" val="3039346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SentinURL is beyond an academic prototype; it is commercial-ready. Our strategy is to leverage this 99.5% accuracy to seek strategic </a:t>
            </a:r>
            <a:r>
              <a:rPr lang="en-US" sz="1200" b="0" i="0" kern="1200" dirty="0" err="1">
                <a:solidFill>
                  <a:schemeClr val="tx1"/>
                </a:solidFill>
                <a:effectLst/>
                <a:latin typeface="+mn-lt"/>
                <a:ea typeface="+mn-ea"/>
                <a:cs typeface="+mn-cs"/>
              </a:rPr>
              <a:t>acqui</a:t>
            </a:r>
            <a:r>
              <a:rPr lang="en-US" sz="1200" b="0" i="0" kern="1200" dirty="0">
                <a:solidFill>
                  <a:schemeClr val="tx1"/>
                </a:solidFill>
                <a:effectLst/>
                <a:latin typeface="+mn-lt"/>
                <a:ea typeface="+mn-ea"/>
                <a:cs typeface="+mn-cs"/>
              </a:rPr>
              <a:t>-hire partnerships with major Jordanian cybersecurity firms. Moving forward, we plan to expand our feature extraction to include deep-HTML scraping and scale our Render API to support paid, enterprise-level B2B licensing.</a:t>
            </a:r>
            <a:endParaRPr lang="en-US" dirty="0"/>
          </a:p>
        </p:txBody>
      </p:sp>
      <p:sp>
        <p:nvSpPr>
          <p:cNvPr id="4" name="Slide Number Placeholder 3"/>
          <p:cNvSpPr>
            <a:spLocks noGrp="1"/>
          </p:cNvSpPr>
          <p:nvPr>
            <p:ph type="sldNum" sz="quarter" idx="5"/>
          </p:nvPr>
        </p:nvSpPr>
        <p:spPr/>
        <p:txBody>
          <a:bodyPr/>
          <a:lstStyle/>
          <a:p>
            <a:fld id="{C6DC15A6-0D49-4E39-A490-16281E75F962}" type="slidenum">
              <a:rPr lang="en-US" smtClean="0"/>
              <a:t>17</a:t>
            </a:fld>
            <a:endParaRPr lang="en-US"/>
          </a:p>
        </p:txBody>
      </p:sp>
    </p:spTree>
    <p:extLst>
      <p:ext uri="{BB962C8B-B14F-4D97-AF65-F5344CB8AC3E}">
        <p14:creationId xmlns:p14="http://schemas.microsoft.com/office/powerpoint/2010/main" val="3383332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29DB-2F89-60D2-0AA1-B223AF82DA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9B8B37-4A69-B86E-A880-3F034D765B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C5D531-4738-90BE-F7EB-47C2906EB9C0}"/>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E4722197-E6B9-9759-21A3-A91AC4C31B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02F2E-676E-BFD3-1E00-779352D933DF}"/>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391970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8664-6124-41A3-2721-34F9A79477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47E194-1B34-FEEC-14AD-608AC9EFFD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24DED3-D4AD-E26A-9898-78BF4A94AA51}"/>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C9E623C2-AD80-FC09-A34B-80F43E1BB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A2CA0C-0C8E-73C3-1A1B-71C985C7F7A8}"/>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485186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DB581-1D6D-0B29-6AA0-A7AED2E8DE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0C3C56-6F28-6647-8ABC-A53390DA47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9934B2-1D27-30F9-679C-5B7853A65B43}"/>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AE785C28-E5B7-7959-B8A7-A2579854ED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211F9-48B2-3574-DE96-20F7F52FC4F1}"/>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1767362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A001-5BF3-22DC-CEA5-4FCBE3E963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A15937-4201-CFD4-29FB-F8E9F6A447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E8605D-BC79-3305-E4A0-88BC8CD315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4B01C6-EC3E-03F1-7991-231CDEEB5F49}"/>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6" name="Footer Placeholder 5">
            <a:extLst>
              <a:ext uri="{FF2B5EF4-FFF2-40B4-BE49-F238E27FC236}">
                <a16:creationId xmlns:a16="http://schemas.microsoft.com/office/drawing/2014/main" id="{61EB28D9-D012-F4D3-1002-6BDF435D8E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E52C4B-95E8-0659-8A6B-538C62191325}"/>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3288919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2EB5-43C9-EABA-98EA-F46C866D63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054390-D171-F2D0-C084-2B2E7753C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E4889E-8AFD-32CD-BB19-237DB040DE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C1D000-BBCA-723D-E534-201634111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B40F17-73BB-9035-EB26-DB6D5B3D9F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4F95B8-279F-6E4F-CAD3-749E899D1BC9}"/>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8" name="Footer Placeholder 7">
            <a:extLst>
              <a:ext uri="{FF2B5EF4-FFF2-40B4-BE49-F238E27FC236}">
                <a16:creationId xmlns:a16="http://schemas.microsoft.com/office/drawing/2014/main" id="{15254285-9DA8-D463-1B03-FA7D2DC287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892BFB-D6F7-08FC-9778-B6D2E850D0D5}"/>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4021045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C6E4-5851-F085-29A8-E66E9E7C24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88B269-6BE0-B1A8-EBD0-D9D751604775}"/>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4" name="Footer Placeholder 3">
            <a:extLst>
              <a:ext uri="{FF2B5EF4-FFF2-40B4-BE49-F238E27FC236}">
                <a16:creationId xmlns:a16="http://schemas.microsoft.com/office/drawing/2014/main" id="{4F78BD25-5136-44E4-0EEE-F939525DA7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F0EABC-C2E5-0C25-F118-5962E81171F0}"/>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102287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2DEB2-4A9A-C892-B43B-21C9638EB48B}"/>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3" name="Footer Placeholder 2">
            <a:extLst>
              <a:ext uri="{FF2B5EF4-FFF2-40B4-BE49-F238E27FC236}">
                <a16:creationId xmlns:a16="http://schemas.microsoft.com/office/drawing/2014/main" id="{D8AD2FF6-DC4F-4A91-3413-001145A260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FB3D51-3B6C-094F-E842-AE23B6718A40}"/>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14034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3CB0-FB7F-5BF8-4BAC-DBF65EFAC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B01C39-5329-7485-56C4-5C3F5D0456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F990DA-9022-87DD-AA43-FD09BBFDD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10638-53C4-BE8D-C15C-FFF97473D72E}"/>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6" name="Footer Placeholder 5">
            <a:extLst>
              <a:ext uri="{FF2B5EF4-FFF2-40B4-BE49-F238E27FC236}">
                <a16:creationId xmlns:a16="http://schemas.microsoft.com/office/drawing/2014/main" id="{8F824235-7102-85F5-D7A1-8CADD8503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8397EE-BEC7-D223-A5D2-13A05EB03CAD}"/>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288222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7931E-2884-794C-A46C-258C85C83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69DCE4-BE26-BB9E-FE13-DCCAC3072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5E7A78-3907-BC8E-E732-6102BD214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E20035-5957-3786-4112-9FD5F749FB9D}"/>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6" name="Footer Placeholder 5">
            <a:extLst>
              <a:ext uri="{FF2B5EF4-FFF2-40B4-BE49-F238E27FC236}">
                <a16:creationId xmlns:a16="http://schemas.microsoft.com/office/drawing/2014/main" id="{30C96CD6-BB9D-A3E7-4548-4D0C8814A1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CF6FFE-14EA-AAE8-D595-7339B0E609B0}"/>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685155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6BE0-CEAE-52D9-E11F-E90B11B64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91607C-E659-7918-B7C9-AA6BB333C0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DAF853-420A-64A5-7499-E8BC26B314C2}"/>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B7D758CF-D408-F98A-258B-7BF0D07EE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7E487-B200-0A3C-8C4B-441130F54741}"/>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2696717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F44BD6-AA96-6177-74B5-98AEE23B33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A0DB52-1DCE-7F20-2398-F838835552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3F404-339F-FD0C-D4E2-CB0ECBD96902}"/>
              </a:ext>
            </a:extLst>
          </p:cNvPr>
          <p:cNvSpPr>
            <a:spLocks noGrp="1"/>
          </p:cNvSpPr>
          <p:nvPr>
            <p:ph type="dt" sz="half" idx="10"/>
          </p:nvPr>
        </p:nvSpPr>
        <p:spPr/>
        <p:txBody>
          <a:body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485A789C-6FD7-6B76-D7C3-815014BECE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00DD19-08D5-2367-3C4E-2677F7B38B95}"/>
              </a:ext>
            </a:extLst>
          </p:cNvPr>
          <p:cNvSpPr>
            <a:spLocks noGrp="1"/>
          </p:cNvSpPr>
          <p:nvPr>
            <p:ph type="sldNum" sz="quarter" idx="12"/>
          </p:nvPr>
        </p:nvSpPr>
        <p:spPr/>
        <p:txBody>
          <a:bodyPr/>
          <a:lstStyle/>
          <a:p>
            <a:fld id="{C67466D4-FEE1-4643-956D-CD13B61AFBEE}" type="slidenum">
              <a:rPr lang="en-US" smtClean="0"/>
              <a:t>‹#›</a:t>
            </a:fld>
            <a:endParaRPr lang="en-US"/>
          </a:p>
        </p:txBody>
      </p:sp>
    </p:spTree>
    <p:extLst>
      <p:ext uri="{BB962C8B-B14F-4D97-AF65-F5344CB8AC3E}">
        <p14:creationId xmlns:p14="http://schemas.microsoft.com/office/powerpoint/2010/main" val="12603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FAAC3-3346-E07F-AB07-59EE869B5E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27E5C8-DB24-0FA4-63E8-BA800FD5D9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1AD3A-A398-6C81-0E26-3615912470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853628-1949-42A7-BBDB-F6E85FE157EB}" type="datetimeFigureOut">
              <a:rPr lang="en-US" smtClean="0"/>
              <a:t>4/26/2026</a:t>
            </a:fld>
            <a:endParaRPr lang="en-US"/>
          </a:p>
        </p:txBody>
      </p:sp>
      <p:sp>
        <p:nvSpPr>
          <p:cNvPr id="5" name="Footer Placeholder 4">
            <a:extLst>
              <a:ext uri="{FF2B5EF4-FFF2-40B4-BE49-F238E27FC236}">
                <a16:creationId xmlns:a16="http://schemas.microsoft.com/office/drawing/2014/main" id="{6F6240CE-6E28-20F9-DB04-800D7A63A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82C6D64-486F-DA15-E247-30E19767F8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7466D4-FEE1-4643-956D-CD13B61AFBEE}" type="slidenum">
              <a:rPr lang="en-US" smtClean="0"/>
              <a:t>‹#›</a:t>
            </a:fld>
            <a:endParaRPr lang="en-US"/>
          </a:p>
        </p:txBody>
      </p:sp>
    </p:spTree>
    <p:extLst>
      <p:ext uri="{BB962C8B-B14F-4D97-AF65-F5344CB8AC3E}">
        <p14:creationId xmlns:p14="http://schemas.microsoft.com/office/powerpoint/2010/main" val="1156140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63" name="Freeform: Shape 1062">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65" name="Freeform: Shape 1064">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B4D116-D8C5-96CB-CB03-6C86153973A2}"/>
              </a:ext>
            </a:extLst>
          </p:cNvPr>
          <p:cNvSpPr>
            <a:spLocks noGrp="1"/>
          </p:cNvSpPr>
          <p:nvPr>
            <p:ph type="ctrTitle"/>
          </p:nvPr>
        </p:nvSpPr>
        <p:spPr>
          <a:xfrm>
            <a:off x="489098" y="1106034"/>
            <a:ext cx="5019074" cy="3204134"/>
          </a:xfrm>
        </p:spPr>
        <p:txBody>
          <a:bodyPr vert="horz" lIns="91440" tIns="45720" rIns="91440" bIns="45720" rtlCol="0" anchor="b">
            <a:normAutofit/>
          </a:bodyPr>
          <a:lstStyle/>
          <a:p>
            <a:pPr algn="l"/>
            <a:r>
              <a:rPr lang="en-US" sz="5400"/>
              <a:t>SentinURL: Advanced Multi-Layered Phishing Detection Engine</a:t>
            </a:r>
          </a:p>
        </p:txBody>
      </p:sp>
      <p:sp>
        <p:nvSpPr>
          <p:cNvPr id="3" name="Subtitle 2">
            <a:extLst>
              <a:ext uri="{FF2B5EF4-FFF2-40B4-BE49-F238E27FC236}">
                <a16:creationId xmlns:a16="http://schemas.microsoft.com/office/drawing/2014/main" id="{C30D0E54-8238-4B47-A375-FFD79EE322EF}"/>
              </a:ext>
            </a:extLst>
          </p:cNvPr>
          <p:cNvSpPr>
            <a:spLocks noGrp="1"/>
          </p:cNvSpPr>
          <p:nvPr>
            <p:ph type="subTitle" idx="1"/>
          </p:nvPr>
        </p:nvSpPr>
        <p:spPr>
          <a:xfrm>
            <a:off x="494124" y="4872922"/>
            <a:ext cx="5013698" cy="1208141"/>
          </a:xfrm>
        </p:spPr>
        <p:txBody>
          <a:bodyPr vert="horz" lIns="91440" tIns="45720" rIns="91440" bIns="45720" rtlCol="0">
            <a:normAutofit/>
          </a:bodyPr>
          <a:lstStyle/>
          <a:p>
            <a:pPr indent="-228600" algn="l">
              <a:buFont typeface="Arial" panose="020B0604020202020204" pitchFamily="34" charset="0"/>
              <a:buChar char="•"/>
            </a:pPr>
            <a:r>
              <a:rPr lang="en-US" sz="1300" b="1" dirty="0"/>
              <a:t>Student Name: Saif Al-Sabaneh</a:t>
            </a:r>
          </a:p>
          <a:p>
            <a:pPr indent="-228600" algn="l">
              <a:buFont typeface="Arial" panose="020B0604020202020204" pitchFamily="34" charset="0"/>
              <a:buChar char="•"/>
            </a:pPr>
            <a:r>
              <a:rPr lang="en-US" sz="1300" b="1" dirty="0"/>
              <a:t>Supervisor’s Name : Dr.Hussam Barham </a:t>
            </a:r>
          </a:p>
          <a:p>
            <a:pPr indent="-228600" algn="l">
              <a:buFont typeface="Arial" panose="020B0604020202020204" pitchFamily="34" charset="0"/>
              <a:buChar char="•"/>
            </a:pPr>
            <a:r>
              <a:rPr lang="en-US" sz="1300" b="1" dirty="0"/>
              <a:t>Course: 307498 – Graduation Project </a:t>
            </a:r>
          </a:p>
          <a:p>
            <a:pPr indent="-228600" algn="l">
              <a:buFont typeface="Arial" panose="020B0604020202020204" pitchFamily="34" charset="0"/>
              <a:buChar char="•"/>
            </a:pPr>
            <a:r>
              <a:rPr lang="en-US" sz="1300" b="1" dirty="0"/>
              <a:t>Second Semester, 2025/2026 </a:t>
            </a:r>
          </a:p>
        </p:txBody>
      </p:sp>
      <p:sp>
        <p:nvSpPr>
          <p:cNvPr id="1067" name="Rectangle 106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69" name="Rectangle 106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8" name="Picture 4" descr="Picture 1, Picture">
            <a:extLst>
              <a:ext uri="{FF2B5EF4-FFF2-40B4-BE49-F238E27FC236}">
                <a16:creationId xmlns:a16="http://schemas.microsoft.com/office/drawing/2014/main" id="{E74E2652-95B2-96EF-DA81-B046D1A6E87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89043" y="3712564"/>
            <a:ext cx="4708833" cy="14008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494C818-63BE-E9A2-E8DA-A43B123101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1285" y="5459270"/>
            <a:ext cx="914402" cy="1243586"/>
          </a:xfrm>
          <a:prstGeom prst="rect">
            <a:avLst/>
          </a:prstGeom>
        </p:spPr>
      </p:pic>
      <p:pic>
        <p:nvPicPr>
          <p:cNvPr id="10" name="Picture 9">
            <a:extLst>
              <a:ext uri="{FF2B5EF4-FFF2-40B4-BE49-F238E27FC236}">
                <a16:creationId xmlns:a16="http://schemas.microsoft.com/office/drawing/2014/main" id="{1B3110A4-FB90-8D79-972B-F244B167AD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2834" y="777380"/>
            <a:ext cx="2381250" cy="2381250"/>
          </a:xfrm>
          <a:prstGeom prst="rect">
            <a:avLst/>
          </a:prstGeom>
        </p:spPr>
      </p:pic>
    </p:spTree>
    <p:extLst>
      <p:ext uri="{BB962C8B-B14F-4D97-AF65-F5344CB8AC3E}">
        <p14:creationId xmlns:p14="http://schemas.microsoft.com/office/powerpoint/2010/main" val="641500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55F752-752C-2D4F-98D9-DB82C48CBC0B}"/>
              </a:ext>
            </a:extLst>
          </p:cNvPr>
          <p:cNvSpPr>
            <a:spLocks noGrp="1"/>
          </p:cNvSpPr>
          <p:nvPr>
            <p:ph type="title"/>
          </p:nvPr>
        </p:nvSpPr>
        <p:spPr>
          <a:xfrm>
            <a:off x="838200" y="365125"/>
            <a:ext cx="10515600" cy="1325563"/>
          </a:xfrm>
        </p:spPr>
        <p:txBody>
          <a:bodyPr>
            <a:normAutofit/>
          </a:bodyPr>
          <a:lstStyle/>
          <a:p>
            <a:pPr algn="ctr"/>
            <a:r>
              <a:rPr lang="en-US" sz="5000" dirty="0">
                <a:latin typeface="Abadi" panose="020B0604020104020204" pitchFamily="34" charset="0"/>
              </a:rPr>
              <a:t>The Problem We Are Trying to Solve</a:t>
            </a:r>
          </a:p>
        </p:txBody>
      </p:sp>
      <p:sp>
        <p:nvSpPr>
          <p:cNvPr id="1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09D8E096-7B2C-57D1-3A30-23B519B80DD0}"/>
              </a:ext>
            </a:extLst>
          </p:cNvPr>
          <p:cNvGraphicFramePr>
            <a:graphicFrameLocks noGrp="1"/>
          </p:cNvGraphicFramePr>
          <p:nvPr>
            <p:ph idx="1"/>
            <p:extLst>
              <p:ext uri="{D42A27DB-BD31-4B8C-83A1-F6EECF244321}">
                <p14:modId xmlns:p14="http://schemas.microsoft.com/office/powerpoint/2010/main" val="1091561132"/>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6586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537C2D-94AE-1165-4DA9-D37BFE3BA284}"/>
              </a:ext>
            </a:extLst>
          </p:cNvPr>
          <p:cNvSpPr>
            <a:spLocks noGrp="1"/>
          </p:cNvSpPr>
          <p:nvPr>
            <p:ph type="title"/>
          </p:nvPr>
        </p:nvSpPr>
        <p:spPr>
          <a:xfrm>
            <a:off x="838200" y="365125"/>
            <a:ext cx="10515600" cy="1325563"/>
          </a:xfrm>
        </p:spPr>
        <p:txBody>
          <a:bodyPr>
            <a:normAutofit/>
          </a:bodyPr>
          <a:lstStyle/>
          <a:p>
            <a:pPr algn="ctr"/>
            <a:r>
              <a:rPr lang="en-US" sz="5000" dirty="0">
                <a:latin typeface="Abadi" panose="020B0604020104020204" pitchFamily="34" charset="0"/>
              </a:rPr>
              <a:t>Target Audience &amp; Value Proposition</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963B55C-A2BB-F604-983C-2B1368D2F3BB}"/>
              </a:ext>
            </a:extLst>
          </p:cNvPr>
          <p:cNvGraphicFramePr>
            <a:graphicFrameLocks noGrp="1"/>
          </p:cNvGraphicFramePr>
          <p:nvPr>
            <p:ph idx="1"/>
            <p:extLst>
              <p:ext uri="{D42A27DB-BD31-4B8C-83A1-F6EECF244321}">
                <p14:modId xmlns:p14="http://schemas.microsoft.com/office/powerpoint/2010/main" val="162247583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0960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350912-0A75-DCE1-2CB9-C7D205D27C81}"/>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The Solution: SentinURL</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32F11F6-2F02-832B-9770-4FBC6D26277A}"/>
              </a:ext>
            </a:extLst>
          </p:cNvPr>
          <p:cNvGraphicFramePr>
            <a:graphicFrameLocks noGrp="1"/>
          </p:cNvGraphicFramePr>
          <p:nvPr>
            <p:ph idx="1"/>
            <p:extLst>
              <p:ext uri="{D42A27DB-BD31-4B8C-83A1-F6EECF244321}">
                <p14:modId xmlns:p14="http://schemas.microsoft.com/office/powerpoint/2010/main" val="714163716"/>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9118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0BA8850-B601-559D-9FBB-089A351B7055}"/>
              </a:ext>
            </a:extLst>
          </p:cNvPr>
          <p:cNvSpPr>
            <a:spLocks noGrp="1"/>
          </p:cNvSpPr>
          <p:nvPr>
            <p:ph type="title"/>
          </p:nvPr>
        </p:nvSpPr>
        <p:spPr>
          <a:xfrm>
            <a:off x="621792" y="1161288"/>
            <a:ext cx="3602736" cy="4526280"/>
          </a:xfrm>
        </p:spPr>
        <p:txBody>
          <a:bodyPr>
            <a:normAutofit/>
          </a:bodyPr>
          <a:lstStyle/>
          <a:p>
            <a:r>
              <a:rPr lang="en-US" sz="4000" dirty="0"/>
              <a:t>Data Acquisition &amp; Feature Engineering</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 name="Content Placeholder 2">
            <a:extLst>
              <a:ext uri="{FF2B5EF4-FFF2-40B4-BE49-F238E27FC236}">
                <a16:creationId xmlns:a16="http://schemas.microsoft.com/office/drawing/2014/main" id="{9C79D015-9426-278D-A14D-1850FAB660DE}"/>
              </a:ext>
            </a:extLst>
          </p:cNvPr>
          <p:cNvGraphicFramePr>
            <a:graphicFrameLocks noGrp="1"/>
          </p:cNvGraphicFramePr>
          <p:nvPr>
            <p:ph idx="1"/>
            <p:extLst>
              <p:ext uri="{D42A27DB-BD31-4B8C-83A1-F6EECF244321}">
                <p14:modId xmlns:p14="http://schemas.microsoft.com/office/powerpoint/2010/main" val="321794116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422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50FF1-55B6-4017-7EC9-531A87FAC7BF}"/>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dirty="0"/>
              <a:t>System Architecture Overview</a:t>
            </a:r>
          </a:p>
        </p:txBody>
      </p:sp>
      <p:sp>
        <p:nvSpPr>
          <p:cNvPr id="19"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D8833F5-3401-DDC3-5E41-833190B544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1688" y="2619784"/>
            <a:ext cx="2160024" cy="3600041"/>
          </a:xfrm>
          <a:prstGeom prst="rect">
            <a:avLst/>
          </a:prstGeom>
        </p:spPr>
      </p:pic>
      <p:pic>
        <p:nvPicPr>
          <p:cNvPr id="5" name="Picture 4">
            <a:extLst>
              <a:ext uri="{FF2B5EF4-FFF2-40B4-BE49-F238E27FC236}">
                <a16:creationId xmlns:a16="http://schemas.microsoft.com/office/drawing/2014/main" id="{60B0E1AF-8779-9E1E-12CA-06D6B697EE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4488" y="2619784"/>
            <a:ext cx="2223024" cy="3600041"/>
          </a:xfrm>
          <a:prstGeom prst="rect">
            <a:avLst/>
          </a:prstGeom>
        </p:spPr>
      </p:pic>
      <p:pic>
        <p:nvPicPr>
          <p:cNvPr id="9" name="Picture 8">
            <a:extLst>
              <a:ext uri="{FF2B5EF4-FFF2-40B4-BE49-F238E27FC236}">
                <a16:creationId xmlns:a16="http://schemas.microsoft.com/office/drawing/2014/main" id="{11B22DCB-5D23-40FA-E14D-BD9E6B3F8B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1208" y="3414490"/>
            <a:ext cx="3758184" cy="2010628"/>
          </a:xfrm>
          <a:prstGeom prst="rect">
            <a:avLst/>
          </a:prstGeom>
        </p:spPr>
      </p:pic>
      <p:sp>
        <p:nvSpPr>
          <p:cNvPr id="10" name="TextBox 9">
            <a:extLst>
              <a:ext uri="{FF2B5EF4-FFF2-40B4-BE49-F238E27FC236}">
                <a16:creationId xmlns:a16="http://schemas.microsoft.com/office/drawing/2014/main" id="{8398B6F6-A8AB-7390-65F7-56A48299252D}"/>
              </a:ext>
            </a:extLst>
          </p:cNvPr>
          <p:cNvSpPr txBox="1"/>
          <p:nvPr/>
        </p:nvSpPr>
        <p:spPr>
          <a:xfrm>
            <a:off x="1091688" y="6354246"/>
            <a:ext cx="2160024" cy="369332"/>
          </a:xfrm>
          <a:prstGeom prst="rect">
            <a:avLst/>
          </a:prstGeom>
          <a:noFill/>
        </p:spPr>
        <p:txBody>
          <a:bodyPr wrap="square" rtlCol="0">
            <a:spAutoFit/>
          </a:bodyPr>
          <a:lstStyle/>
          <a:p>
            <a:pPr algn="ctr"/>
            <a:r>
              <a:rPr lang="en-US" dirty="0">
                <a:latin typeface="Abadi ExtraLight" panose="020B0204020104020204" pitchFamily="34" charset="0"/>
              </a:rPr>
              <a:t>Safe</a:t>
            </a:r>
          </a:p>
        </p:txBody>
      </p:sp>
      <p:sp>
        <p:nvSpPr>
          <p:cNvPr id="11" name="TextBox 10">
            <a:extLst>
              <a:ext uri="{FF2B5EF4-FFF2-40B4-BE49-F238E27FC236}">
                <a16:creationId xmlns:a16="http://schemas.microsoft.com/office/drawing/2014/main" id="{40A601F3-BDC9-767D-4D8D-48BD98199FBD}"/>
              </a:ext>
            </a:extLst>
          </p:cNvPr>
          <p:cNvSpPr txBox="1"/>
          <p:nvPr/>
        </p:nvSpPr>
        <p:spPr>
          <a:xfrm>
            <a:off x="4984488" y="6336019"/>
            <a:ext cx="2223024" cy="369332"/>
          </a:xfrm>
          <a:prstGeom prst="rect">
            <a:avLst/>
          </a:prstGeom>
          <a:noFill/>
        </p:spPr>
        <p:txBody>
          <a:bodyPr wrap="square" rtlCol="0">
            <a:spAutoFit/>
          </a:bodyPr>
          <a:lstStyle/>
          <a:p>
            <a:pPr algn="ctr"/>
            <a:r>
              <a:rPr lang="en-US" dirty="0">
                <a:latin typeface="Abadi ExtraLight" panose="020B0204020104020204" pitchFamily="34" charset="0"/>
              </a:rPr>
              <a:t>Phishing</a:t>
            </a:r>
          </a:p>
        </p:txBody>
      </p:sp>
      <p:sp>
        <p:nvSpPr>
          <p:cNvPr id="12" name="TextBox 11">
            <a:extLst>
              <a:ext uri="{FF2B5EF4-FFF2-40B4-BE49-F238E27FC236}">
                <a16:creationId xmlns:a16="http://schemas.microsoft.com/office/drawing/2014/main" id="{AE4C6503-8B8E-7F7D-076F-71C49A4E6261}"/>
              </a:ext>
            </a:extLst>
          </p:cNvPr>
          <p:cNvSpPr txBox="1"/>
          <p:nvPr/>
        </p:nvSpPr>
        <p:spPr>
          <a:xfrm>
            <a:off x="8141207" y="5587561"/>
            <a:ext cx="3758183" cy="369332"/>
          </a:xfrm>
          <a:prstGeom prst="rect">
            <a:avLst/>
          </a:prstGeom>
          <a:noFill/>
        </p:spPr>
        <p:txBody>
          <a:bodyPr wrap="square" rtlCol="0">
            <a:spAutoFit/>
          </a:bodyPr>
          <a:lstStyle/>
          <a:p>
            <a:pPr algn="ctr"/>
            <a:r>
              <a:rPr lang="en-US" dirty="0">
                <a:latin typeface="Abadi ExtraLight" panose="020B0204020104020204" pitchFamily="34" charset="0"/>
              </a:rPr>
              <a:t>Main Streamlit Dashboard</a:t>
            </a:r>
          </a:p>
        </p:txBody>
      </p:sp>
    </p:spTree>
    <p:extLst>
      <p:ext uri="{BB962C8B-B14F-4D97-AF65-F5344CB8AC3E}">
        <p14:creationId xmlns:p14="http://schemas.microsoft.com/office/powerpoint/2010/main" val="4230191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13F127-C67C-D84A-1AC7-26AC6E637AF2}"/>
              </a:ext>
            </a:extLst>
          </p:cNvPr>
          <p:cNvSpPr>
            <a:spLocks noGrp="1"/>
          </p:cNvSpPr>
          <p:nvPr>
            <p:ph type="title"/>
          </p:nvPr>
        </p:nvSpPr>
        <p:spPr>
          <a:xfrm>
            <a:off x="838200" y="365125"/>
            <a:ext cx="10515600" cy="1325563"/>
          </a:xfrm>
        </p:spPr>
        <p:txBody>
          <a:bodyPr>
            <a:normAutofit/>
          </a:bodyPr>
          <a:lstStyle/>
          <a:p>
            <a:pPr algn="ctr"/>
            <a:r>
              <a:rPr lang="en-US" sz="4200" dirty="0">
                <a:latin typeface="Abadi" panose="020B0604020104020204" pitchFamily="34" charset="0"/>
              </a:rPr>
              <a:t>ML Pipeline - Stage 1 (Lexical Fast-Check)</a:t>
            </a:r>
          </a:p>
        </p:txBody>
      </p:sp>
      <p:sp>
        <p:nvSpPr>
          <p:cNvPr id="1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E95FBEF0-D731-1F2E-FD85-EBEC719446FC}"/>
              </a:ext>
            </a:extLst>
          </p:cNvPr>
          <p:cNvGraphicFramePr>
            <a:graphicFrameLocks noGrp="1"/>
          </p:cNvGraphicFramePr>
          <p:nvPr>
            <p:ph idx="1"/>
            <p:extLst>
              <p:ext uri="{D42A27DB-BD31-4B8C-83A1-F6EECF244321}">
                <p14:modId xmlns:p14="http://schemas.microsoft.com/office/powerpoint/2010/main" val="327521646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4196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A19613-8CB8-D030-CA3F-6B49AFC83770}"/>
              </a:ext>
            </a:extLst>
          </p:cNvPr>
          <p:cNvSpPr>
            <a:spLocks noGrp="1"/>
          </p:cNvSpPr>
          <p:nvPr>
            <p:ph type="title"/>
          </p:nvPr>
        </p:nvSpPr>
        <p:spPr>
          <a:xfrm>
            <a:off x="838200" y="365125"/>
            <a:ext cx="10515600" cy="1325563"/>
          </a:xfrm>
        </p:spPr>
        <p:txBody>
          <a:bodyPr>
            <a:normAutofit/>
          </a:bodyPr>
          <a:lstStyle/>
          <a:p>
            <a:pPr algn="ctr"/>
            <a:r>
              <a:rPr lang="en-US" sz="4200" dirty="0">
                <a:latin typeface="Abadi" panose="020B0604020104020204" pitchFamily="34" charset="0"/>
              </a:rPr>
              <a:t>ML Pipeline - Stage 2 (Deep Feature Analysis)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63D8823-E5C5-B9D9-9ACE-9ABF5213500A}"/>
              </a:ext>
            </a:extLst>
          </p:cNvPr>
          <p:cNvGraphicFramePr>
            <a:graphicFrameLocks noGrp="1"/>
          </p:cNvGraphicFramePr>
          <p:nvPr>
            <p:ph idx="1"/>
            <p:extLst>
              <p:ext uri="{D42A27DB-BD31-4B8C-83A1-F6EECF244321}">
                <p14:modId xmlns:p14="http://schemas.microsoft.com/office/powerpoint/2010/main" val="53579840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4983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FC20F6-2596-7A0F-0C7B-6FC12536AE87}"/>
              </a:ext>
            </a:extLst>
          </p:cNvPr>
          <p:cNvSpPr>
            <a:spLocks noGrp="1"/>
          </p:cNvSpPr>
          <p:nvPr>
            <p:ph type="title"/>
          </p:nvPr>
        </p:nvSpPr>
        <p:spPr>
          <a:xfrm>
            <a:off x="838200" y="365125"/>
            <a:ext cx="10515600" cy="1325563"/>
          </a:xfrm>
        </p:spPr>
        <p:txBody>
          <a:bodyPr>
            <a:normAutofit/>
          </a:bodyPr>
          <a:lstStyle/>
          <a:p>
            <a:pPr algn="ctr"/>
            <a:r>
              <a:rPr lang="en-US" sz="5000" dirty="0">
                <a:latin typeface="Abadi" panose="020B0604020104020204" pitchFamily="34" charset="0"/>
              </a:rPr>
              <a:t>Dynamic Fusion &amp; Verification Layer</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83AD885-1512-9F7F-94AA-D19B2BB9DC2D}"/>
              </a:ext>
            </a:extLst>
          </p:cNvPr>
          <p:cNvGraphicFramePr>
            <a:graphicFrameLocks noGrp="1"/>
          </p:cNvGraphicFramePr>
          <p:nvPr>
            <p:ph idx="1"/>
            <p:extLst>
              <p:ext uri="{D42A27DB-BD31-4B8C-83A1-F6EECF244321}">
                <p14:modId xmlns:p14="http://schemas.microsoft.com/office/powerpoint/2010/main" val="3253210916"/>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3909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F97FD3-6828-C6A9-6117-2069F4AF0562}"/>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External API Integration</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BC84797-DF94-415B-8620-53D901B59D5B}"/>
              </a:ext>
            </a:extLst>
          </p:cNvPr>
          <p:cNvGraphicFramePr>
            <a:graphicFrameLocks noGrp="1"/>
          </p:cNvGraphicFramePr>
          <p:nvPr>
            <p:ph idx="1"/>
            <p:extLst>
              <p:ext uri="{D42A27DB-BD31-4B8C-83A1-F6EECF244321}">
                <p14:modId xmlns:p14="http://schemas.microsoft.com/office/powerpoint/2010/main" val="89822872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967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9860D0-329D-57E0-1E99-7BEFBDE7720D}"/>
              </a:ext>
            </a:extLst>
          </p:cNvPr>
          <p:cNvSpPr>
            <a:spLocks noGrp="1"/>
          </p:cNvSpPr>
          <p:nvPr>
            <p:ph type="title"/>
          </p:nvPr>
        </p:nvSpPr>
        <p:spPr>
          <a:xfrm>
            <a:off x="838200" y="556995"/>
            <a:ext cx="10515600" cy="1133693"/>
          </a:xfrm>
        </p:spPr>
        <p:txBody>
          <a:bodyPr>
            <a:normAutofit/>
          </a:bodyPr>
          <a:lstStyle/>
          <a:p>
            <a:pPr algn="ctr"/>
            <a:r>
              <a:rPr lang="en-US" sz="5200" dirty="0">
                <a:latin typeface="Abadi" panose="020B0604020104020204" pitchFamily="34" charset="0"/>
              </a:rPr>
              <a:t>Cloud Deployment (Render)</a:t>
            </a:r>
          </a:p>
        </p:txBody>
      </p:sp>
      <p:graphicFrame>
        <p:nvGraphicFramePr>
          <p:cNvPr id="5" name="Content Placeholder 2">
            <a:extLst>
              <a:ext uri="{FF2B5EF4-FFF2-40B4-BE49-F238E27FC236}">
                <a16:creationId xmlns:a16="http://schemas.microsoft.com/office/drawing/2014/main" id="{E7DCC84B-1042-F0FB-E4BA-ABDE92101B50}"/>
              </a:ext>
            </a:extLst>
          </p:cNvPr>
          <p:cNvGraphicFramePr>
            <a:graphicFrameLocks noGrp="1"/>
          </p:cNvGraphicFramePr>
          <p:nvPr>
            <p:ph idx="1"/>
            <p:extLst>
              <p:ext uri="{D42A27DB-BD31-4B8C-83A1-F6EECF244321}">
                <p14:modId xmlns:p14="http://schemas.microsoft.com/office/powerpoint/2010/main" val="29310722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8392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6BBB1-5D44-FD2D-FD22-A343C55300D5}"/>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Streamlit Dashboard</a:t>
            </a:r>
          </a:p>
        </p:txBody>
      </p:sp>
      <p:sp>
        <p:nvSpPr>
          <p:cNvPr id="20"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2">
            <a:extLst>
              <a:ext uri="{FF2B5EF4-FFF2-40B4-BE49-F238E27FC236}">
                <a16:creationId xmlns:a16="http://schemas.microsoft.com/office/drawing/2014/main" id="{EE331B3B-7A9F-6138-F752-C682B074B820}"/>
              </a:ext>
            </a:extLst>
          </p:cNvPr>
          <p:cNvGraphicFramePr>
            <a:graphicFrameLocks noGrp="1"/>
          </p:cNvGraphicFramePr>
          <p:nvPr>
            <p:ph idx="1"/>
            <p:extLst>
              <p:ext uri="{D42A27DB-BD31-4B8C-83A1-F6EECF244321}">
                <p14:modId xmlns:p14="http://schemas.microsoft.com/office/powerpoint/2010/main" val="101983514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8879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585A19-57B8-4EF0-0367-76670DC6880A}"/>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The Chrome Extension</a:t>
            </a:r>
          </a:p>
        </p:txBody>
      </p:sp>
      <p:sp>
        <p:nvSpPr>
          <p:cNvPr id="1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B4797F4E-5A2E-EA54-EABF-DB422FFA2BFD}"/>
              </a:ext>
            </a:extLst>
          </p:cNvPr>
          <p:cNvGraphicFramePr>
            <a:graphicFrameLocks noGrp="1"/>
          </p:cNvGraphicFramePr>
          <p:nvPr>
            <p:ph idx="1"/>
            <p:extLst>
              <p:ext uri="{D42A27DB-BD31-4B8C-83A1-F6EECF244321}">
                <p14:modId xmlns:p14="http://schemas.microsoft.com/office/powerpoint/2010/main" val="4154666665"/>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72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56AF6-87CE-58FE-173B-512676ABED98}"/>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Data Visualization (Tableau)</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E3D6BAA-03DF-50AC-F9BA-2753C0250633}"/>
              </a:ext>
            </a:extLst>
          </p:cNvPr>
          <p:cNvGraphicFramePr>
            <a:graphicFrameLocks noGrp="1"/>
          </p:cNvGraphicFramePr>
          <p:nvPr>
            <p:ph idx="1"/>
            <p:extLst>
              <p:ext uri="{D42A27DB-BD31-4B8C-83A1-F6EECF244321}">
                <p14:modId xmlns:p14="http://schemas.microsoft.com/office/powerpoint/2010/main" val="1156564397"/>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1067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596B1D-502E-9F14-C90B-F22A25D8D308}"/>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Results &amp; Performance</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9C26914-0164-7987-994E-239D673DFEB2}"/>
              </a:ext>
            </a:extLst>
          </p:cNvPr>
          <p:cNvGraphicFramePr>
            <a:graphicFrameLocks noGrp="1"/>
          </p:cNvGraphicFramePr>
          <p:nvPr>
            <p:ph idx="1"/>
            <p:extLst>
              <p:ext uri="{D42A27DB-BD31-4B8C-83A1-F6EECF244321}">
                <p14:modId xmlns:p14="http://schemas.microsoft.com/office/powerpoint/2010/main" val="243673210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175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2E4789-7585-287F-B9AB-E16DB9AC4844}"/>
              </a:ext>
            </a:extLst>
          </p:cNvPr>
          <p:cNvSpPr>
            <a:spLocks noGrp="1"/>
          </p:cNvSpPr>
          <p:nvPr>
            <p:ph type="title"/>
          </p:nvPr>
        </p:nvSpPr>
        <p:spPr>
          <a:xfrm>
            <a:off x="838200" y="365125"/>
            <a:ext cx="10515600" cy="1828444"/>
          </a:xfrm>
        </p:spPr>
        <p:txBody>
          <a:bodyPr vert="horz" lIns="91440" tIns="45720" rIns="91440" bIns="45720" rtlCol="0" anchor="ctr">
            <a:normAutofit/>
          </a:bodyPr>
          <a:lstStyle/>
          <a:p>
            <a:pPr algn="ctr"/>
            <a:r>
              <a:rPr lang="en-US" sz="5200" kern="1200" dirty="0">
                <a:solidFill>
                  <a:schemeClr val="tx1"/>
                </a:solidFill>
                <a:latin typeface="+mj-lt"/>
                <a:ea typeface="+mj-ea"/>
                <a:cs typeface="+mj-cs"/>
              </a:rPr>
              <a:t>Challenges / Overcome</a:t>
            </a:r>
          </a:p>
        </p:txBody>
      </p:sp>
      <p:sp>
        <p:nvSpPr>
          <p:cNvPr id="3" name="Content Placeholder 2">
            <a:extLst>
              <a:ext uri="{FF2B5EF4-FFF2-40B4-BE49-F238E27FC236}">
                <a16:creationId xmlns:a16="http://schemas.microsoft.com/office/drawing/2014/main" id="{01D15187-4A6C-5E86-E953-088720EDC36E}"/>
              </a:ext>
            </a:extLst>
          </p:cNvPr>
          <p:cNvSpPr>
            <a:spLocks noGrp="1"/>
          </p:cNvSpPr>
          <p:nvPr>
            <p:ph idx="1"/>
          </p:nvPr>
        </p:nvSpPr>
        <p:spPr>
          <a:xfrm>
            <a:off x="838200" y="2398626"/>
            <a:ext cx="5158427" cy="3730460"/>
          </a:xfrm>
        </p:spPr>
        <p:txBody>
          <a:bodyPr vert="horz" lIns="91440" tIns="45720" rIns="91440" bIns="45720" rtlCol="0">
            <a:normAutofit/>
          </a:bodyPr>
          <a:lstStyle/>
          <a:p>
            <a:r>
              <a:rPr lang="en-US" sz="2000" b="1" i="1"/>
              <a:t>Challenge:</a:t>
            </a:r>
            <a:r>
              <a:rPr lang="en-US" sz="2000" b="1"/>
              <a:t> </a:t>
            </a:r>
            <a:r>
              <a:rPr lang="en-US" sz="2000"/>
              <a:t>Cloud Deployment routing issues </a:t>
            </a:r>
          </a:p>
          <a:p>
            <a:r>
              <a:rPr lang="en-US" sz="2000" b="1" i="1"/>
              <a:t>Challenge:</a:t>
            </a:r>
            <a:r>
              <a:rPr lang="en-US" sz="2000" b="1"/>
              <a:t> </a:t>
            </a:r>
            <a:r>
              <a:rPr lang="en-US" sz="2000"/>
              <a:t>False Positives on Gaming Sites </a:t>
            </a:r>
          </a:p>
        </p:txBody>
      </p:sp>
      <p:sp>
        <p:nvSpPr>
          <p:cNvPr id="4" name="Content Placeholder 2">
            <a:extLst>
              <a:ext uri="{FF2B5EF4-FFF2-40B4-BE49-F238E27FC236}">
                <a16:creationId xmlns:a16="http://schemas.microsoft.com/office/drawing/2014/main" id="{A0D6C898-8770-77E8-01FF-EB8C0761BB8F}"/>
              </a:ext>
            </a:extLst>
          </p:cNvPr>
          <p:cNvSpPr txBox="1">
            <a:spLocks/>
          </p:cNvSpPr>
          <p:nvPr/>
        </p:nvSpPr>
        <p:spPr>
          <a:xfrm>
            <a:off x="6189154" y="2398626"/>
            <a:ext cx="5164645" cy="37304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 </a:t>
            </a:r>
            <a:r>
              <a:rPr lang="en-US" sz="2000" b="1" i="1"/>
              <a:t>Solution:</a:t>
            </a:r>
            <a:r>
              <a:rPr lang="en-US" sz="2000" b="1"/>
              <a:t> </a:t>
            </a:r>
            <a:r>
              <a:rPr lang="en-US" sz="2000"/>
              <a:t>Restructured API paths for Render.</a:t>
            </a:r>
          </a:p>
          <a:p>
            <a:r>
              <a:rPr lang="en-US" sz="2000" b="1" i="1"/>
              <a:t>Solution:</a:t>
            </a:r>
            <a:r>
              <a:rPr lang="en-US" sz="2000" b="1"/>
              <a:t> </a:t>
            </a:r>
            <a:r>
              <a:rPr lang="en-US" sz="2000"/>
              <a:t>Engineered the absolute-override Fusion Engine.</a:t>
            </a:r>
          </a:p>
        </p:txBody>
      </p:sp>
    </p:spTree>
    <p:extLst>
      <p:ext uri="{BB962C8B-B14F-4D97-AF65-F5344CB8AC3E}">
        <p14:creationId xmlns:p14="http://schemas.microsoft.com/office/powerpoint/2010/main" val="2599281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E957A-6AF1-DAAD-5D03-A039180DA2E8}"/>
              </a:ext>
            </a:extLst>
          </p:cNvPr>
          <p:cNvSpPr>
            <a:spLocks noGrp="1"/>
          </p:cNvSpPr>
          <p:nvPr>
            <p:ph type="title"/>
          </p:nvPr>
        </p:nvSpPr>
        <p:spPr>
          <a:xfrm>
            <a:off x="838200" y="365125"/>
            <a:ext cx="10515600" cy="1325563"/>
          </a:xfrm>
        </p:spPr>
        <p:txBody>
          <a:bodyPr>
            <a:normAutofit/>
          </a:bodyPr>
          <a:lstStyle/>
          <a:p>
            <a:pPr algn="ctr"/>
            <a:r>
              <a:rPr lang="en-US" sz="5400" dirty="0">
                <a:latin typeface="Abadi" panose="020B0604020104020204" pitchFamily="34" charset="0"/>
              </a:rPr>
              <a:t>Commercialization &amp; Future Work</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59F8F1D-E586-9C97-FDEB-118B6D035A67}"/>
              </a:ext>
            </a:extLst>
          </p:cNvPr>
          <p:cNvGraphicFramePr>
            <a:graphicFrameLocks noGrp="1"/>
          </p:cNvGraphicFramePr>
          <p:nvPr>
            <p:ph idx="1"/>
            <p:extLst>
              <p:ext uri="{D42A27DB-BD31-4B8C-83A1-F6EECF244321}">
                <p14:modId xmlns:p14="http://schemas.microsoft.com/office/powerpoint/2010/main" val="332925970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2645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AC7A3A-5DD2-3634-15E2-C5C7AE9F7536}"/>
              </a:ext>
            </a:extLst>
          </p:cNvPr>
          <p:cNvSpPr>
            <a:spLocks noGrp="1"/>
          </p:cNvSpPr>
          <p:nvPr>
            <p:ph type="title"/>
          </p:nvPr>
        </p:nvSpPr>
        <p:spPr>
          <a:xfrm>
            <a:off x="841248" y="548640"/>
            <a:ext cx="3600860" cy="5431536"/>
          </a:xfrm>
        </p:spPr>
        <p:txBody>
          <a:bodyPr>
            <a:normAutofit/>
          </a:bodyPr>
          <a:lstStyle/>
          <a:p>
            <a:r>
              <a:rPr lang="en-US" sz="5400" dirty="0">
                <a:latin typeface="Abadi" panose="020B0604020104020204" pitchFamily="34" charset="0"/>
              </a:rPr>
              <a:t>Conclusion </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B5FF8F-A6E5-E02D-5069-3919C3607269}"/>
              </a:ext>
            </a:extLst>
          </p:cNvPr>
          <p:cNvSpPr>
            <a:spLocks noGrp="1"/>
          </p:cNvSpPr>
          <p:nvPr>
            <p:ph idx="1"/>
          </p:nvPr>
        </p:nvSpPr>
        <p:spPr>
          <a:xfrm>
            <a:off x="5126418" y="552091"/>
            <a:ext cx="6224335" cy="5431536"/>
          </a:xfrm>
        </p:spPr>
        <p:txBody>
          <a:bodyPr anchor="ctr">
            <a:normAutofit/>
          </a:bodyPr>
          <a:lstStyle/>
          <a:p>
            <a:pPr algn="just"/>
            <a:r>
              <a:rPr lang="en-US" sz="2200" dirty="0">
                <a:latin typeface="Abadi ExtraLight" panose="020B0204020104020204" pitchFamily="34" charset="0"/>
              </a:rPr>
              <a:t>In conclusion, </a:t>
            </a:r>
            <a:r>
              <a:rPr lang="en-US" sz="2200" b="1" dirty="0">
                <a:latin typeface="Abadi ExtraLight" panose="020B0204020104020204" pitchFamily="34" charset="0"/>
              </a:rPr>
              <a:t>SentinURL</a:t>
            </a:r>
            <a:r>
              <a:rPr lang="en-US" sz="2200" dirty="0">
                <a:latin typeface="Abadi ExtraLight" panose="020B0204020104020204" pitchFamily="34" charset="0"/>
              </a:rPr>
              <a:t> proves that by combining robust feature engineering, multi-layered machine learning, and dynamic fusion logic, we can create a highly accurate, deployable solution to modern phishing. Thank you for your time and guidance throughout this project. We would now be happy to answer any questions.</a:t>
            </a:r>
          </a:p>
        </p:txBody>
      </p:sp>
      <p:pic>
        <p:nvPicPr>
          <p:cNvPr id="5" name="Picture 4">
            <a:extLst>
              <a:ext uri="{FF2B5EF4-FFF2-40B4-BE49-F238E27FC236}">
                <a16:creationId xmlns:a16="http://schemas.microsoft.com/office/drawing/2014/main" id="{AECD74ED-11BB-1167-CF7A-604E928FF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173443" cy="2173443"/>
          </a:xfrm>
          <a:prstGeom prst="rect">
            <a:avLst/>
          </a:prstGeom>
        </p:spPr>
      </p:pic>
    </p:spTree>
    <p:extLst>
      <p:ext uri="{BB962C8B-B14F-4D97-AF65-F5344CB8AC3E}">
        <p14:creationId xmlns:p14="http://schemas.microsoft.com/office/powerpoint/2010/main" val="488742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1687</Words>
  <Application>Microsoft Office PowerPoint</Application>
  <PresentationFormat>Widescreen</PresentationFormat>
  <Paragraphs>105</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Abadi</vt:lpstr>
      <vt:lpstr>Abadi ExtraLight</vt:lpstr>
      <vt:lpstr>Aptos</vt:lpstr>
      <vt:lpstr>Aptos Display</vt:lpstr>
      <vt:lpstr>Arial</vt:lpstr>
      <vt:lpstr>Calibri</vt:lpstr>
      <vt:lpstr>Office Theme</vt:lpstr>
      <vt:lpstr>SentinURL: Advanced Multi-Layered Phishing Detection Engine</vt:lpstr>
      <vt:lpstr>The Problem We Are Trying to Solve</vt:lpstr>
      <vt:lpstr>Target Audience &amp; Value Proposition</vt:lpstr>
      <vt:lpstr>The Solution: SentinURL</vt:lpstr>
      <vt:lpstr>Data Acquisition &amp; Feature Engineering</vt:lpstr>
      <vt:lpstr>System Architecture Overview</vt:lpstr>
      <vt:lpstr>ML Pipeline - Stage 1 (Lexical Fast-Check)</vt:lpstr>
      <vt:lpstr>ML Pipeline - Stage 2 (Deep Feature Analysis)</vt:lpstr>
      <vt:lpstr>Dynamic Fusion &amp; Verification Layer</vt:lpstr>
      <vt:lpstr>External API Integration</vt:lpstr>
      <vt:lpstr>Cloud Deployment (Render)</vt:lpstr>
      <vt:lpstr>Streamlit Dashboard</vt:lpstr>
      <vt:lpstr>The Chrome Extension</vt:lpstr>
      <vt:lpstr>Data Visualization (Tableau)</vt:lpstr>
      <vt:lpstr>Results &amp; Performance</vt:lpstr>
      <vt:lpstr>Challenges / Overcome</vt:lpstr>
      <vt:lpstr>Commercialization &amp; Future Work</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سيف امجد محمد السباعنه</dc:creator>
  <cp:lastModifiedBy>سيف امجد محمد السباعنه</cp:lastModifiedBy>
  <cp:revision>27</cp:revision>
  <dcterms:created xsi:type="dcterms:W3CDTF">2026-04-26T17:48:21Z</dcterms:created>
  <dcterms:modified xsi:type="dcterms:W3CDTF">2026-04-26T19:22:23Z</dcterms:modified>
</cp:coreProperties>
</file>